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comments/modernComment_148_ED315517.xml" ContentType="application/vnd.ms-powerpoint.comment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7FFFF153_C2724526.xml" ContentType="application/vnd.ms-powerpoint.comments+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heme/themeOverride1.xml" ContentType="application/vnd.openxmlformats-officedocument.themeOverr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heme/themeOverride2.xml" ContentType="application/vnd.openxmlformats-officedocument.themeOverr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heme/themeOverride3.xml" ContentType="application/vnd.openxmlformats-officedocument.themeOverr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5.xml" ContentType="application/vnd.openxmlformats-officedocument.presentationml.notesSlide+xml"/>
  <Override PartName="/ppt/comments/modernComment_7FFFF149_2264E323.xml" ContentType="application/vnd.ms-powerpoint.comments+xml"/>
  <Override PartName="/ppt/notesSlides/notesSlide16.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7.xml" ContentType="application/vnd.openxmlformats-officedocument.presentationml.notesSlide+xml"/>
  <Override PartName="/ppt/comments/modernComment_7FFFF140_D82F6D1B.xml" ContentType="application/vnd.ms-powerpoint.comments+xml"/>
  <Override PartName="/ppt/notesSlides/notesSlide18.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comments/modernComment_7FFFF147_8674D03E.xml" ContentType="application/vnd.ms-powerpoint.comments+xml"/>
  <Override PartName="/ppt/notesSlides/notesSlide19.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omments/modernComment_7FFFF13E_4ED2102C.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1"/>
  </p:notesMasterIdLst>
  <p:handoutMasterIdLst>
    <p:handoutMasterId r:id="rId42"/>
  </p:handoutMasterIdLst>
  <p:sldIdLst>
    <p:sldId id="259" r:id="rId5"/>
    <p:sldId id="2147479874" r:id="rId6"/>
    <p:sldId id="2145706841" r:id="rId7"/>
    <p:sldId id="2145706836" r:id="rId8"/>
    <p:sldId id="2147479854" r:id="rId9"/>
    <p:sldId id="2147479885" r:id="rId10"/>
    <p:sldId id="2147479850" r:id="rId11"/>
    <p:sldId id="2145706845" r:id="rId12"/>
    <p:sldId id="2147479852" r:id="rId13"/>
    <p:sldId id="2147479876" r:id="rId14"/>
    <p:sldId id="2147479878" r:id="rId15"/>
    <p:sldId id="328" r:id="rId16"/>
    <p:sldId id="2147479884" r:id="rId17"/>
    <p:sldId id="2147479891" r:id="rId18"/>
    <p:sldId id="2147479853" r:id="rId19"/>
    <p:sldId id="2147479890" r:id="rId20"/>
    <p:sldId id="2147479855" r:id="rId21"/>
    <p:sldId id="2147479886" r:id="rId22"/>
    <p:sldId id="2147479856" r:id="rId23"/>
    <p:sldId id="2147479887" r:id="rId24"/>
    <p:sldId id="2147479859" r:id="rId25"/>
    <p:sldId id="2147479877" r:id="rId26"/>
    <p:sldId id="2147479883" r:id="rId27"/>
    <p:sldId id="2147479892" r:id="rId28"/>
    <p:sldId id="2147479881" r:id="rId29"/>
    <p:sldId id="2147479888" r:id="rId30"/>
    <p:sldId id="2147479872" r:id="rId31"/>
    <p:sldId id="2147479893" r:id="rId32"/>
    <p:sldId id="2147479879" r:id="rId33"/>
    <p:sldId id="2147479889" r:id="rId34"/>
    <p:sldId id="2147479882" r:id="rId35"/>
    <p:sldId id="2147479863" r:id="rId36"/>
    <p:sldId id="2147479864" r:id="rId37"/>
    <p:sldId id="2147479865" r:id="rId38"/>
    <p:sldId id="2147479860" r:id="rId39"/>
    <p:sldId id="2147479870"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fo/Tips/Template" id="{F991B695-1C6E-490B-BA88-0013B857AE47}">
          <p14:sldIdLst>
            <p14:sldId id="259"/>
            <p14:sldId id="2147479874"/>
            <p14:sldId id="2145706841"/>
            <p14:sldId id="2145706836"/>
          </p14:sldIdLst>
        </p14:section>
        <p14:section name="Objectives" id="{466AFEFB-7AEF-4560-8D5E-181FDEA326A4}">
          <p14:sldIdLst>
            <p14:sldId id="2147479854"/>
            <p14:sldId id="2147479885"/>
            <p14:sldId id="2147479850"/>
            <p14:sldId id="2145706845"/>
            <p14:sldId id="2147479852"/>
            <p14:sldId id="2147479876"/>
            <p14:sldId id="2147479878"/>
            <p14:sldId id="328"/>
            <p14:sldId id="2147479884"/>
            <p14:sldId id="2147479891"/>
            <p14:sldId id="2147479853"/>
            <p14:sldId id="2147479890"/>
            <p14:sldId id="2147479855"/>
            <p14:sldId id="2147479886"/>
            <p14:sldId id="2147479856"/>
            <p14:sldId id="2147479887"/>
            <p14:sldId id="2147479859"/>
            <p14:sldId id="2147479877"/>
            <p14:sldId id="2147479883"/>
            <p14:sldId id="2147479892"/>
            <p14:sldId id="2147479881"/>
            <p14:sldId id="2147479888"/>
            <p14:sldId id="2147479872"/>
            <p14:sldId id="2147479893"/>
            <p14:sldId id="2147479879"/>
            <p14:sldId id="2147479889"/>
            <p14:sldId id="2147479882"/>
            <p14:sldId id="2147479863"/>
            <p14:sldId id="2147479864"/>
            <p14:sldId id="2147479865"/>
            <p14:sldId id="2147479860"/>
            <p14:sldId id="2147479870"/>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8A79814-99B3-42B8-0E58-A05D6A3CA30F}" name="Mark Bolen" initials="" userId="S::Mark.Bolen@disks.onmicrosoft.com::d743fd64-596c-43b9-9a2a-255df188420c" providerId="AD"/>
  <p188:author id="{D381D519-8278-3EE9-1137-12A3D778F9A8}" name="Matthew Carter" initials="MC" userId="S::matthew.carter@disks.onmicrosoft.com::615ca2bb-12aa-483f-81a8-729520855535" providerId="AD"/>
  <p188:author id="{33A5F31A-524F-7E44-C709-1BAF3D74300A}" name="Marc Pare" initials="" userId="S::Marc.Pare@disks.onmicrosoft.com::266a9cac-33e4-411b-803b-e2af4c7f37b9" providerId="AD"/>
  <p188:author id="{1E42E826-378C-259D-5BD1-649284DE1143}" name="Martin Tessier" initials="MT" userId="S::martin.tessier@disks.onmicrosoft.com::9ecfec12-a4bb-4f43-996b-51df55f6e80e" providerId="AD"/>
  <p188:author id="{44558F32-C4EE-DCA8-C9C9-CE52FBD78801}" name="Ian Rae" initials="IR" userId="S::ian.rae@disks.onmicrosoft.com::5842d4bb-c645-421b-af8d-6e71e8e01636" providerId="AD"/>
  <p188:author id="{FD3BC63C-289C-13F0-82A6-981A2071BC34}" name="Will Stevens" initials="" userId="S::Will.Stevens@disks.onmicrosoft.com::0d1ec731-2fb2-4ba2-9155-439704fe4066" providerId="AD"/>
  <p188:author id="{2FEF6846-1A23-2832-2033-ABD90F966C74}" name="Marc Pare" initials="MP" userId="S::marc.pare@disks.onmicrosoft.com::266a9cac-33e4-411b-803b-e2af4c7f37b9" providerId="AD"/>
  <p188:author id="{8FFFFE52-AE8E-DE43-B86E-896F6D549B96}" name="Paul Jeram" initials="PJ" userId="S::Paul.Jeram@disks.onmicrosoft.com::25844a52-d41c-43bf-9312-fe9a36758df9" providerId="AD"/>
  <p188:author id="{52D7955B-095F-986B-9542-F36C29FEE057}" name="Ian Rae" initials="IR" userId="S::Ian.Rae@disks.onmicrosoft.com::5842d4bb-c645-421b-af8d-6e71e8e01636" providerId="AD"/>
  <p188:author id="{69F51A6B-DF17-4375-7D9A-73605B64A5C8}" name="Christian Bingham" initials="CB" userId="S::christian.bingham@disks.onmicrosoft.com::3c1155d0-a56c-4225-bf2b-fe5147ef8f7f" providerId="AD"/>
  <p188:author id="{ECBB7E70-90EF-F046-0E64-68183444BBB1}" name="Marc Alex Forget" initials="MF" userId="S::Marc-Alexandre.Forget@disks.onmicrosoft.com::ebd5bb79-c3f8-4d86-a4c5-17dfd61905aa" providerId="AD"/>
  <p188:author id="{3ED2EE80-B18E-1582-FE63-5127E115A986}" name="Nikki Thind" initials="NT" userId="S::Nikki.Thind@disks.onmicrosoft.com::521ff4cd-d060-4647-b09a-592484b7ecfe" providerId="AD"/>
  <p188:author id="{CF22408C-583F-D309-F569-94A7022A806E}" name="Matthew Carter" initials="MC" userId="S::Matthew.Carter@disks.onmicrosoft.com::615ca2bb-12aa-483f-81a8-729520855535" providerId="AD"/>
  <p188:author id="{C408C48F-7EFE-3BE9-75CD-AF200C026C3D}" name="Mark Millar" initials="MM" userId="S::Mark.Millar@disks.onmicrosoft.com::1f21bd9a-b07c-4e2b-918f-a9acd25b90e4" providerId="AD"/>
  <p188:author id="{F239B999-1A9D-B354-FC1C-B2C75DB32F49}" name="Jaime Konzelman" initials="" userId="S::Jaime.Konzelman@disks.onmicrosoft.com::b9cd7ab4-eb7c-48b1-a8f4-9e9d2c259645" providerId="AD"/>
  <p188:author id="{8EA826A1-3C31-518E-A88B-2C1656B58C28}" name="Will Stevens" initials="WS" userId="S::will.stevens@disks.onmicrosoft.com::0d1ec731-2fb2-4ba2-9155-439704fe4066" providerId="AD"/>
  <p188:author id="{2C13FBBE-60E2-8E11-EF68-0AF45146B016}" name="Richard Hotchkin" initials="" userId="S::Richard.Hotchkin@disks.onmicrosoft.com::cfe2e822-e297-4098-bec7-f3a63868e209" providerId="AD"/>
  <p188:author id="{0E57B4DB-82FD-7BE6-8A9B-325041AA3361}" name="Jaime Konzelman" initials="JK" userId="S::jaime.konzelman@disks.onmicrosoft.com::b9cd7ab4-eb7c-48b1-a8f4-9e9d2c259645" providerId="AD"/>
  <p188:author id="{D8DC3BEC-B11B-F8A2-F0DB-E558909DE81E}" name="Frederic Gingras" initials="FG" userId="S::Frederic.Gingras@disks.onmicrosoft.com::93c7243e-98c3-4bbc-8951-dead54e0b136" providerId="AD"/>
  <p188:author id="{E5EB65EE-3F51-0BF0-F5BA-F32E9070B601}" name="Adam Nelson" initials="" userId="S::Adam.Nelson@disks.onmicrosoft.com::e1f43ab9-33cd-43cc-8105-e58fd96efe30" providerId="AD"/>
  <p188:author id="{BDA1CAF4-26DF-DC83-D100-153AD71539F4}" name="Manshi Agarwal" initials="MA" userId="Manshi Agarwal" providerId="None"/>
  <p188:author id="{B2F7A2F6-E87C-290A-93CB-2130E00ABA06}" name="Christian Bingham" initials="CB" userId="S::Christian.Bingham@disks.onmicrosoft.com::3c1155d0-a56c-4225-bf2b-fe5147ef8f7f"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7D7AE8"/>
    <a:srgbClr val="FF5050"/>
    <a:srgbClr val="872174"/>
    <a:srgbClr val="60484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58CAFC-A23F-8A4F-932E-43489482D3D7}" v="233" dt="2026-03-18T21:45:36.4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45"/>
    <p:restoredTop sz="94618"/>
  </p:normalViewPr>
  <p:slideViewPr>
    <p:cSldViewPr snapToGrid="0">
      <p:cViewPr varScale="1">
        <p:scale>
          <a:sx n="79" d="100"/>
          <a:sy n="79" d="100"/>
        </p:scale>
        <p:origin x="1120" y="4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48" Type="http://schemas.microsoft.com/office/2018/10/relationships/authors" Targe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notesMaster" Target="notesMasters/notesMaster1.xml"/></Relationships>
</file>

<file path=ppt/comments/modernComment_7FFFF13E_4ED2102C.xml><?xml version="1.0" encoding="utf-8"?>
<p188:cmLst xmlns:a="http://schemas.openxmlformats.org/drawingml/2006/main" xmlns:r="http://schemas.openxmlformats.org/officeDocument/2006/relationships" xmlns:p188="http://schemas.microsoft.com/office/powerpoint/2018/8/main">
  <p188:cm id="{987E5F33-5F07-5A45-81D0-3548468C2F3D}" authorId="{52D7955B-095F-986B-9542-F36C29FEE057}" created="2025-11-17T14:58:50.352">
    <pc:sldMkLst xmlns:pc="http://schemas.microsoft.com/office/powerpoint/2013/main/command">
      <pc:docMk/>
      <pc:sldMk cId="2117159339" sldId="2147479870"/>
    </pc:sldMkLst>
    <p188:txBody>
      <a:bodyPr/>
      <a:lstStyle/>
      <a:p>
        <a:r>
          <a:rPr lang="en-CA"/>
          <a:t>[@Marc Pare] can you determine where this goes....do you work this with Pat W?</a:t>
        </a:r>
      </a:p>
    </p188:txBody>
  </p188:cm>
</p188:cmLst>
</file>

<file path=ppt/comments/modernComment_7FFFF140_D82F6D1B.xml><?xml version="1.0" encoding="utf-8"?>
<p188:cmLst xmlns:a="http://schemas.openxmlformats.org/drawingml/2006/main" xmlns:r="http://schemas.openxmlformats.org/officeDocument/2006/relationships" xmlns:p188="http://schemas.microsoft.com/office/powerpoint/2018/8/main">
  <p188:cm id="{2307F872-6622-DD47-9E68-F85D4E38BB77}" authorId="{52D7955B-095F-986B-9542-F36C29FEE057}" created="2026-01-26T01:53:08.708" startDate="2026-01-26T01:53:08.709" dueDate="2026-01-26T01:53:08.709" assignedTo="{E5EB65EE-3F51-0BF0-F5BA-F32E9070B601}" title="@Adam Nelson can you make it a little more people readable by removing the fancy tags (you can always have a version with that for you). Also can you please supply the roadmap as well">
    <pc:sldMkLst xmlns:pc="http://schemas.microsoft.com/office/powerpoint/2013/main/command">
      <pc:docMk/>
      <pc:sldMk cId="3626986779" sldId="2147479872"/>
    </pc:sldMkLst>
    <p188:replyLst>
      <p188:reply id="{C9D8F09C-A4FE-AD43-B9BE-037B825CDDAD}" authorId="{E5EB65EE-3F51-0BF0-F5BA-F32E9070B601}" created="2026-01-26T14:01:52.756">
        <p188:txBody>
          <a:bodyPr/>
          <a:lstStyle/>
          <a:p>
            <a:r>
              <a:rPr lang="en-US"/>
              <a:t>Done
</a:t>
            </a:r>
          </a:p>
        </p188:txBody>
      </p188:reply>
    </p188:replyLst>
    <p188:txBody>
      <a:bodyPr/>
      <a:lstStyle/>
      <a:p>
        <a:r>
          <a:rPr lang="en-CA"/>
          <a:t>[@Adam Nelson] can you make it a little more people readable by removing the fancy tags (you can always have a version with that for you). Also can you please supply the roadmap as well</a:t>
        </a:r>
      </a:p>
    </p188:txBody>
    <p188:extLst>
      <p:ext xmlns:p="http://schemas.openxmlformats.org/presentationml/2006/main" uri="{5BB2D875-25FF-4072-B9AC-8F64D62656EB}">
        <p228:taskDetails xmlns:p228="http://schemas.microsoft.com/office/powerpoint/2022/08/main">
          <p228:history>
            <p228:event time="2026-01-26T01:53:08.708" id="{C3C82110-BD9E-3745-91B2-021438975253}">
              <p228:atrbtn authorId="{52D7955B-095F-986B-9542-F36C29FEE057}"/>
              <p228:anchr>
                <p228:comment id="{2307F872-6622-DD47-9E68-F85D4E38BB77}"/>
              </p228:anchr>
              <p228:add/>
            </p228:event>
            <p228:event time="2026-01-26T01:53:08.708" id="{BBA7A104-727B-4847-9610-2776C03B2DF5}">
              <p228:atrbtn authorId="{52D7955B-095F-986B-9542-F36C29FEE057}"/>
              <p228:anchr>
                <p228:comment id="{2307F872-6622-DD47-9E68-F85D4E38BB77}"/>
              </p228:anchr>
              <p228:asgn authorId="{E5EB65EE-3F51-0BF0-F5BA-F32E9070B601}"/>
            </p228:event>
            <p228:event time="2026-01-26T01:53:08.708" id="{56C70BB6-22B7-3946-B4FA-5CB485656F65}">
              <p228:atrbtn authorId="{52D7955B-095F-986B-9542-F36C29FEE057}"/>
              <p228:anchr>
                <p228:comment id="{2307F872-6622-DD47-9E68-F85D4E38BB77}"/>
              </p228:anchr>
              <p228:title val="@Adam Nelson can you make it a little more people readable by removing the fancy tags (you can always have a version with that for you). Also can you please supply the roadmap as well"/>
            </p228:event>
            <p228:event time="2026-01-26T01:53:08.708" id="{6964F5A8-B502-1A44-8660-A4851CF4668E}">
              <p228:atrbtn authorId="{52D7955B-095F-986B-9542-F36C29FEE057}"/>
              <p228:anchr>
                <p228:comment id="{2307F872-6622-DD47-9E68-F85D4E38BB77}"/>
              </p228:anchr>
              <p228:date stDt="2026-01-26T01:53:08.709" endDt="2026-01-26T01:53:08.709"/>
            </p228:event>
          </p228:history>
        </p228:taskDetails>
      </p:ext>
    </p188:extLst>
  </p188:cm>
</p188:cmLst>
</file>

<file path=ppt/comments/modernComment_7FFFF147_8674D03E.xml><?xml version="1.0" encoding="utf-8"?>
<p188:cmLst xmlns:a="http://schemas.openxmlformats.org/drawingml/2006/main" xmlns:r="http://schemas.openxmlformats.org/officeDocument/2006/relationships" xmlns:p188="http://schemas.microsoft.com/office/powerpoint/2018/8/main">
  <p188:cm id="{C0D4C445-73F0-5146-9F88-C5E81E525149}" authorId="{52D7955B-095F-986B-9542-F36C29FEE057}" status="resolved" created="2025-09-29T18:28:55.765">
    <ac:txMkLst xmlns:ac="http://schemas.microsoft.com/office/drawing/2013/main/command">
      <pc:docMk xmlns:pc="http://schemas.microsoft.com/office/powerpoint/2013/main/command"/>
      <pc:sldMk xmlns:pc="http://schemas.microsoft.com/office/powerpoint/2013/main/command" cId="2255802430" sldId="2147479879"/>
      <ac:spMk id="5" creationId="{44F9BF50-97FB-CBC7-3D88-D15BBE6E4983}"/>
      <ac:txMk cp="253" len="95">
        <ac:context len="1354" hash="1585070816"/>
      </ac:txMk>
    </ac:txMkLst>
    <p188:pos x="7796880" y="2329912"/>
    <p188:replyLst>
      <p188:reply id="{A9C00ADB-F185-4578-90AD-6FE4C69E1764}" authorId="{8EA826A1-3C31-518E-A88B-2C1656B58C28}" created="2025-09-29T20:55:18.295">
        <p188:txBody>
          <a:bodyPr/>
          <a:lstStyle/>
          <a:p>
            <a:r>
              <a:rPr lang="en-US"/>
              <a:t>The demo is not the important part of this key result.  In this case we are demoing something that doesn't exist.
Note that we need to have the prerequisite of having Aptum Infrastructure offerings to the point where we want to demo them to customers before we can deliver this.  So that is the key piece of work.  The demo is basically the layer where we are saying "yes, we are happy to show this to customers" in this case.</a:t>
            </a:r>
          </a:p>
        </p188:txBody>
      </p188:reply>
      <p188:reply id="{F28404F6-CC76-434F-AB9C-6E8C3C9A7B5B}" authorId="{8EA826A1-3C31-518E-A88B-2C1656B58C28}" created="2025-09-29T20:59:32.092">
        <p188:txBody>
          <a:bodyPr/>
          <a:lstStyle/>
          <a:p>
            <a:r>
              <a:rPr lang="en-US"/>
              <a:t>Also, I can't do 1 demo a week without a prospect / customer interested in that.  If I was to set that kind of target, do I also need to go and find the audience, or would commercial / service delivery be bringing people to me to demonstrate to?</a:t>
            </a:r>
          </a:p>
        </p188:txBody>
      </p188:reply>
    </p188:replyLst>
    <p188:txBody>
      <a:bodyPr/>
      <a:lstStyle/>
      <a:p>
        <a:r>
          <a:rPr lang="en-CA"/>
          <a:t>[@Will Stevens] I think we need a more ambitious demo cadence. Like 1 demo a week.</a:t>
        </a:r>
      </a:p>
    </p188:txBody>
  </p188:cm>
  <p188:cm id="{BA7F4EA5-BD61-204E-861E-A4517DE64474}" authorId="{52D7955B-095F-986B-9542-F36C29FEE057}" created="2025-09-29T18:29:48.235">
    <ac:txMkLst xmlns:ac="http://schemas.microsoft.com/office/drawing/2013/main/command">
      <pc:docMk xmlns:pc="http://schemas.microsoft.com/office/powerpoint/2013/main/command"/>
      <pc:sldMk xmlns:pc="http://schemas.microsoft.com/office/powerpoint/2013/main/command" cId="2255802430" sldId="2147479879"/>
      <ac:spMk id="5" creationId="{44F9BF50-97FB-CBC7-3D88-D15BBE6E4983}"/>
      <ac:txMk cp="349" len="117">
        <ac:context len="1354" hash="1585070816"/>
      </ac:txMk>
    </ac:txMkLst>
    <p188:pos x="7213221" y="2592559"/>
    <p188:replyLst>
      <p188:reply id="{FA0ED4FD-65B2-4825-966A-BB73FCDD624F}" authorId="{8EA826A1-3C31-518E-A88B-2C1656B58C28}" created="2025-09-29T20:57:11.686">
        <p188:txBody>
          <a:bodyPr/>
          <a:lstStyle/>
          <a:p>
            <a:r>
              <a:rPr lang="en-US"/>
              <a:t>So you want the Revenue &gt; Cost as a baseline going forward?  Basically, we don't track the value to aptum at all, only the revenue?  That doesn't seem to be well aligned with us investing so heavily on supporting aptum in our priorities.</a:t>
            </a:r>
          </a:p>
        </p188:txBody>
      </p188:reply>
      <p188:reply id="{3DB7E6E0-083E-304F-A6C9-B31F450DCA25}" authorId="{52D7955B-095F-986B-9542-F36C29FEE057}" created="2025-09-30T16:43:28.174">
        <p188:txBody>
          <a:bodyPr/>
          <a:lstStyle/>
          <a:p>
            <a:r>
              <a:rPr lang="en-CA"/>
              <a:t>define want. I think that was the message of the board no?</a:t>
            </a:r>
          </a:p>
        </p188:txBody>
      </p188:reply>
      <p188:reply id="{F61B51BA-105D-43F3-91E4-A48E1A7BCAF9}" authorId="{8EA826A1-3C31-518E-A88B-2C1656B58C28}" created="2025-10-02T14:10:24.369">
        <p188:txBody>
          <a:bodyPr/>
          <a:lstStyle/>
          <a:p>
            <a:r>
              <a:rPr lang="en-US"/>
              <a:t>I basically did that, with the Aptum Infra offerings in play to help push that across the line.</a:t>
            </a:r>
          </a:p>
        </p188:txBody>
      </p188:reply>
    </p188:replyLst>
    <p188:txBody>
      <a:bodyPr/>
      <a:lstStyle/>
      <a:p>
        <a:r>
          <a:rPr lang="en-CA"/>
          <a:t>Software contributes net profit to the business in addition to the internal value chain. [@Will Stevens]</a:t>
        </a:r>
      </a:p>
    </p188:txBody>
    <p188:extLst>
      <p:ext xmlns:p="http://schemas.openxmlformats.org/presentationml/2006/main" uri="{57CB4572-C831-44C2-8A1C-0ADB6CCDFE69}">
        <p223:reactions xmlns:p223="http://schemas.microsoft.com/office/powerpoint/2022/03/main">
          <p223:rxn type="👍">
            <p223:instance time="2025-10-02T13:33:59.965" authorId="{8EA826A1-3C31-518E-A88B-2C1656B58C28}"/>
          </p223:rxn>
        </p223:reactions>
      </p:ext>
    </p188:extLst>
  </p188:cm>
</p188:cmLst>
</file>

<file path=ppt/comments/modernComment_7FFFF149_2264E323.xml><?xml version="1.0" encoding="utf-8"?>
<p188:cmLst xmlns:a="http://schemas.openxmlformats.org/drawingml/2006/main" xmlns:r="http://schemas.openxmlformats.org/officeDocument/2006/relationships" xmlns:p188="http://schemas.microsoft.com/office/powerpoint/2018/8/main">
  <p188:cm id="{A73D4EF5-7BCF-9946-96C3-CE68D6877F21}" authorId="{52D7955B-095F-986B-9542-F36C29FEE057}" created="2025-10-02T02:19:02.567">
    <ac:txMkLst xmlns:ac="http://schemas.microsoft.com/office/drawing/2013/main/command">
      <pc:docMk xmlns:pc="http://schemas.microsoft.com/office/powerpoint/2013/main/command"/>
      <pc:sldMk xmlns:pc="http://schemas.microsoft.com/office/powerpoint/2013/main/command" cId="577037091" sldId="2147479881"/>
      <ac:spMk id="17" creationId="{B5CD3759-9775-815A-BD84-C9ACC3A6E025}"/>
      <ac:txMk cp="176" len="31">
        <ac:context len="538" hash="1535151959"/>
      </ac:txMk>
    </ac:txMkLst>
    <p188:pos x="2557125" y="2337519"/>
    <p188:txBody>
      <a:bodyPr/>
      <a:lstStyle/>
      <a:p>
        <a:r>
          <a:rPr lang="en-CA"/>
          <a:t>lets be reasonable</a:t>
        </a:r>
      </a:p>
    </p188:txBody>
  </p188:cm>
  <p188:cm id="{B8471804-31EC-1C42-9083-840748CCF372}" authorId="{52D7955B-095F-986B-9542-F36C29FEE057}" created="2025-10-02T02:19:46.188">
    <ac:txMkLst xmlns:ac="http://schemas.microsoft.com/office/drawing/2013/main/command">
      <pc:docMk xmlns:pc="http://schemas.microsoft.com/office/powerpoint/2013/main/command"/>
      <pc:sldMk xmlns:pc="http://schemas.microsoft.com/office/powerpoint/2013/main/command" cId="577037091" sldId="2147479881"/>
      <ac:spMk id="17" creationId="{B5CD3759-9775-815A-BD84-C9ACC3A6E025}"/>
      <ac:txMk cp="482" len="52">
        <ac:context len="538" hash="1535151959"/>
      </ac:txMk>
    </ac:txMkLst>
    <p188:pos x="3795989" y="4716925"/>
    <p188:txBody>
      <a:bodyPr/>
      <a:lstStyle/>
      <a:p>
        <a:r>
          <a:rPr lang="en-CA"/>
          <a:t>which specific ones..isn't this the Aptum Hybrid cloud...</a:t>
        </a:r>
      </a:p>
    </p188:txBody>
  </p188:cm>
  <p188:cm id="{4EB293F4-87CC-AF45-B112-785F78DC4B54}" authorId="{52D7955B-095F-986B-9542-F36C29FEE057}" created="2025-10-02T02:20:19.662">
    <ac:txMkLst xmlns:ac="http://schemas.microsoft.com/office/drawing/2013/main/command">
      <pc:docMk xmlns:pc="http://schemas.microsoft.com/office/powerpoint/2013/main/command"/>
      <pc:sldMk xmlns:pc="http://schemas.microsoft.com/office/powerpoint/2013/main/command" cId="577037091" sldId="2147479881"/>
      <ac:spMk id="17" creationId="{B5CD3759-9775-815A-BD84-C9ACC3A6E025}"/>
      <ac:txMk cp="227" len="26">
        <ac:context len="538" hash="1535151959"/>
      </ac:txMk>
    </ac:txMkLst>
    <p188:pos x="2203163" y="2858629"/>
    <p188:txBody>
      <a:bodyPr/>
      <a:lstStyle/>
      <a:p>
        <a:r>
          <a:rPr lang="en-CA"/>
          <a:t>density of hosting offering would be a good measure</a:t>
        </a:r>
      </a:p>
    </p188:txBody>
  </p188:cm>
</p188:cmLst>
</file>

<file path=ppt/comments/modernComment_7FFFF153_C2724526.xml><?xml version="1.0" encoding="utf-8"?>
<p188:cmLst xmlns:a="http://schemas.openxmlformats.org/drawingml/2006/main" xmlns:r="http://schemas.openxmlformats.org/officeDocument/2006/relationships" xmlns:p188="http://schemas.microsoft.com/office/powerpoint/2018/8/main">
  <p188:cm id="{CAEA591E-D4A5-FD4E-8FDE-D3633D06458B}" authorId="{52D7955B-095F-986B-9542-F36C29FEE057}" created="2025-12-17T20:20:10.617">
    <ac:txMkLst xmlns:ac="http://schemas.microsoft.com/office/drawing/2013/main/command">
      <pc:docMk xmlns:pc="http://schemas.microsoft.com/office/powerpoint/2013/main/command"/>
      <pc:sldMk xmlns:pc="http://schemas.microsoft.com/office/powerpoint/2013/main/command" cId="3262268710" sldId="2147479891"/>
      <ac:spMk id="10" creationId="{E5FFAD84-AA2C-E4FB-84E5-9355C6CE51C8}"/>
      <ac:txMk cp="0">
        <ac:context len="88" hash="2865553534"/>
      </ac:txMk>
    </ac:txMkLst>
    <p188:pos x="2850629" y="495943"/>
    <p188:replyLst>
      <p188:reply id="{751A7A37-37C4-4FC7-AF93-5FA0D38759E0}" authorId="{D381D519-8278-3EE9-1137-12A3D778F9A8}" created="2025-12-17T22:48:47.497">
        <p188:txBody>
          <a:bodyPr/>
          <a:lstStyle/>
          <a:p>
            <a:r>
              <a:rPr lang="en-US"/>
              <a:t>Sounds good, thanks </a:t>
            </a:r>
          </a:p>
        </p188:txBody>
      </p188:reply>
    </p188:replyLst>
    <p188:txBody>
      <a:bodyPr/>
      <a:lstStyle/>
      <a:p>
        <a:r>
          <a:rPr lang="en-CA"/>
          <a:t>[@Matthew Carter] can remove this since it is a company wide milestone</a:t>
        </a:r>
      </a:p>
    </p188:txBody>
    <p188:extLst>
      <p:ext xmlns:p="http://schemas.openxmlformats.org/presentationml/2006/main" uri="{57CB4572-C831-44C2-8A1C-0ADB6CCDFE69}">
        <p223:reactions xmlns:p223="http://schemas.microsoft.com/office/powerpoint/2022/03/main">
          <p223:rxn type="👍">
            <p223:instance time="2025-12-17T22:48:50.888" authorId="{D381D519-8278-3EE9-1137-12A3D778F9A8}"/>
          </p223:rxn>
        </p223:reactions>
      </p:ext>
    </p188:extLst>
  </p188:cm>
</p188:cmLst>
</file>

<file path=ppt/comments/modernComment_148_ED315517.xml><?xml version="1.0" encoding="utf-8"?>
<p188:cmLst xmlns:a="http://schemas.openxmlformats.org/drawingml/2006/main" xmlns:r="http://schemas.openxmlformats.org/officeDocument/2006/relationships" xmlns:p188="http://schemas.microsoft.com/office/powerpoint/2018/8/main">
  <p188:cm id="{7D757071-0775-AB4E-8669-5DE061097E6A}" authorId="{D8DC3BEC-B11B-F8A2-F0DB-E558909DE81E}" created="2025-10-28T21:04:03.118">
    <ac:txMkLst xmlns:ac="http://schemas.microsoft.com/office/drawing/2013/main/command">
      <pc:docMk xmlns:pc="http://schemas.microsoft.com/office/powerpoint/2013/main/command"/>
      <pc:sldMk xmlns:pc="http://schemas.microsoft.com/office/powerpoint/2013/main/command" cId="3979433239" sldId="328"/>
      <ac:spMk id="7" creationId="{C3F9E5DA-3281-A135-42F2-DCFB364CCA90}"/>
      <ac:txMk cp="132" len="16">
        <ac:context len="408" hash="3486270754"/>
      </ac:txMk>
    </ac:txMkLst>
    <p188:pos x="1223711" y="1440119"/>
    <p188:txBody>
      <a:bodyPr/>
      <a:lstStyle/>
      <a:p>
        <a:r>
          <a:rPr lang="en-US"/>
          <a:t>we should be at a higher number for Q1</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461267C-AAFC-4A04-B453-10BFCA9E3A78}" type="doc">
      <dgm:prSet loTypeId="urn:microsoft.com/office/officeart/2005/8/layout/hProcess6" loCatId="process" qsTypeId="urn:microsoft.com/office/officeart/2005/8/quickstyle/simple1" qsCatId="simple" csTypeId="urn:microsoft.com/office/officeart/2005/8/colors/accent1_2" csCatId="accent1" phldr="1"/>
      <dgm:spPr/>
      <dgm:t>
        <a:bodyPr/>
        <a:lstStyle/>
        <a:p>
          <a:endParaRPr lang="en-GB"/>
        </a:p>
      </dgm:t>
    </dgm:pt>
    <dgm:pt modelId="{005C1547-99FD-4E37-88D7-60AB84BCEA6D}">
      <dgm:prSet phldrT="[Text]"/>
      <dgm:spPr>
        <a:solidFill>
          <a:schemeClr val="bg2">
            <a:lumMod val="50000"/>
          </a:schemeClr>
        </a:solidFill>
      </dgm:spPr>
      <dgm:t>
        <a:bodyPr/>
        <a:lstStyle/>
        <a:p>
          <a:r>
            <a:rPr lang="en-GB"/>
            <a:t>1</a:t>
          </a:r>
          <a:r>
            <a:rPr lang="en-GB" baseline="30000"/>
            <a:t>st</a:t>
          </a:r>
          <a:r>
            <a:rPr lang="en-GB"/>
            <a:t> </a:t>
          </a:r>
          <a:r>
            <a:rPr lang="en-GB" err="1"/>
            <a:t>Qtr</a:t>
          </a:r>
          <a:endParaRPr lang="en-GB"/>
        </a:p>
      </dgm:t>
    </dgm:pt>
    <dgm:pt modelId="{8577BE6F-5409-4966-9139-BBE73303EBA0}" type="parTrans" cxnId="{6D977E75-082F-4554-9020-6EA074C4CF26}">
      <dgm:prSet/>
      <dgm:spPr/>
      <dgm:t>
        <a:bodyPr/>
        <a:lstStyle/>
        <a:p>
          <a:endParaRPr lang="en-GB"/>
        </a:p>
      </dgm:t>
    </dgm:pt>
    <dgm:pt modelId="{A77B7760-54F6-479F-9408-ABD07241A059}" type="sibTrans" cxnId="{6D977E75-082F-4554-9020-6EA074C4CF26}">
      <dgm:prSet/>
      <dgm:spPr/>
      <dgm:t>
        <a:bodyPr/>
        <a:lstStyle/>
        <a:p>
          <a:endParaRPr lang="en-GB"/>
        </a:p>
      </dgm:t>
    </dgm:pt>
    <dgm:pt modelId="{0F507754-2CDB-4CDE-BBA1-7653E69014B8}">
      <dgm:prSet phldrT="[Text]"/>
      <dgm:spPr>
        <a:solidFill>
          <a:schemeClr val="bg2">
            <a:lumMod val="50000"/>
          </a:schemeClr>
        </a:solidFill>
      </dgm:spPr>
      <dgm:t>
        <a:bodyPr/>
        <a:lstStyle/>
        <a:p>
          <a:r>
            <a:rPr lang="en-GB"/>
            <a:t>2</a:t>
          </a:r>
          <a:r>
            <a:rPr lang="en-GB" baseline="30000"/>
            <a:t>nd</a:t>
          </a:r>
          <a:r>
            <a:rPr lang="en-GB"/>
            <a:t> </a:t>
          </a:r>
          <a:r>
            <a:rPr lang="en-GB" err="1"/>
            <a:t>Qtr</a:t>
          </a:r>
          <a:endParaRPr lang="en-GB"/>
        </a:p>
      </dgm:t>
    </dgm:pt>
    <dgm:pt modelId="{1C981ACF-9D2C-47CE-AC21-ABA922DCCCF2}" type="parTrans" cxnId="{B62AE417-1DEE-436B-B222-8364E785BBED}">
      <dgm:prSet/>
      <dgm:spPr/>
      <dgm:t>
        <a:bodyPr/>
        <a:lstStyle/>
        <a:p>
          <a:endParaRPr lang="en-GB"/>
        </a:p>
      </dgm:t>
    </dgm:pt>
    <dgm:pt modelId="{9F2FD445-215D-4CCB-A143-77A6D3E7B958}" type="sibTrans" cxnId="{B62AE417-1DEE-436B-B222-8364E785BBED}">
      <dgm:prSet/>
      <dgm:spPr/>
      <dgm:t>
        <a:bodyPr/>
        <a:lstStyle/>
        <a:p>
          <a:endParaRPr lang="en-GB"/>
        </a:p>
      </dgm:t>
    </dgm:pt>
    <dgm:pt modelId="{BA579838-0413-4577-A182-FF80F5549516}">
      <dgm:prSet phldrT="[Text]"/>
      <dgm:spPr>
        <a:solidFill>
          <a:schemeClr val="bg2">
            <a:lumMod val="50000"/>
          </a:schemeClr>
        </a:solidFill>
      </dgm:spPr>
      <dgm:t>
        <a:bodyPr/>
        <a:lstStyle/>
        <a:p>
          <a:r>
            <a:rPr lang="en-GB"/>
            <a:t>3</a:t>
          </a:r>
          <a:r>
            <a:rPr lang="en-GB" baseline="30000"/>
            <a:t>rd</a:t>
          </a:r>
          <a:r>
            <a:rPr lang="en-GB"/>
            <a:t> </a:t>
          </a:r>
          <a:r>
            <a:rPr lang="en-GB" err="1"/>
            <a:t>Qtr</a:t>
          </a:r>
          <a:endParaRPr lang="en-GB"/>
        </a:p>
      </dgm:t>
    </dgm:pt>
    <dgm:pt modelId="{F1BDB688-CCC1-4564-A38C-F5FDAA22CB13}" type="parTrans" cxnId="{88DBA1FB-F303-4DBC-92F1-ECC4A1A4B31E}">
      <dgm:prSet/>
      <dgm:spPr/>
      <dgm:t>
        <a:bodyPr/>
        <a:lstStyle/>
        <a:p>
          <a:endParaRPr lang="en-GB"/>
        </a:p>
      </dgm:t>
    </dgm:pt>
    <dgm:pt modelId="{2279A675-23DF-4502-B2FB-27B479AC59E8}" type="sibTrans" cxnId="{88DBA1FB-F303-4DBC-92F1-ECC4A1A4B31E}">
      <dgm:prSet/>
      <dgm:spPr/>
      <dgm:t>
        <a:bodyPr/>
        <a:lstStyle/>
        <a:p>
          <a:endParaRPr lang="en-GB"/>
        </a:p>
      </dgm:t>
    </dgm:pt>
    <dgm:pt modelId="{C0C37D8D-7A82-4A51-A12C-6255606CE6C1}">
      <dgm:prSet phldrT="[Text]"/>
      <dgm:spPr>
        <a:solidFill>
          <a:schemeClr val="bg2">
            <a:lumMod val="50000"/>
          </a:schemeClr>
        </a:solidFill>
      </dgm:spPr>
      <dgm:t>
        <a:bodyPr/>
        <a:lstStyle/>
        <a:p>
          <a:r>
            <a:rPr lang="en-GB"/>
            <a:t>4</a:t>
          </a:r>
          <a:r>
            <a:rPr lang="en-GB" baseline="30000"/>
            <a:t>th</a:t>
          </a:r>
          <a:r>
            <a:rPr lang="en-GB"/>
            <a:t> </a:t>
          </a:r>
          <a:r>
            <a:rPr lang="en-GB" err="1"/>
            <a:t>Qtr</a:t>
          </a:r>
          <a:endParaRPr lang="en-GB"/>
        </a:p>
      </dgm:t>
    </dgm:pt>
    <dgm:pt modelId="{27E89AE2-6449-4ED3-9B96-84B43DA6DD22}" type="parTrans" cxnId="{EB29CA5A-2441-43EA-8D67-F1452377E665}">
      <dgm:prSet/>
      <dgm:spPr/>
      <dgm:t>
        <a:bodyPr/>
        <a:lstStyle/>
        <a:p>
          <a:endParaRPr lang="en-GB"/>
        </a:p>
      </dgm:t>
    </dgm:pt>
    <dgm:pt modelId="{4AE1ED80-99A1-4A0E-82ED-150A20F3E704}" type="sibTrans" cxnId="{EB29CA5A-2441-43EA-8D67-F1452377E665}">
      <dgm:prSet/>
      <dgm:spPr/>
      <dgm:t>
        <a:bodyPr/>
        <a:lstStyle/>
        <a:p>
          <a:endParaRPr lang="en-GB"/>
        </a:p>
      </dgm:t>
    </dgm:pt>
    <dgm:pt modelId="{272F54DC-F84F-4C4A-8783-BE36B82FC24B}">
      <dgm:prSet phldrT="[Text]" custT="1"/>
      <dgm:spPr>
        <a:solidFill>
          <a:schemeClr val="accent6">
            <a:lumMod val="20000"/>
            <a:lumOff val="80000"/>
          </a:schemeClr>
        </a:solidFill>
        <a:ln>
          <a:noFill/>
        </a:ln>
      </dgm:spPr>
      <dgm:t>
        <a:bodyPr/>
        <a:lstStyle/>
        <a:p>
          <a:endParaRPr lang="en-GB" sz="800"/>
        </a:p>
      </dgm:t>
    </dgm:pt>
    <dgm:pt modelId="{555F9769-FBC4-433A-A5A4-68A85A30EBC9}" type="parTrans" cxnId="{22B12A05-BB93-4E70-A57A-4C9E36334E03}">
      <dgm:prSet/>
      <dgm:spPr/>
      <dgm:t>
        <a:bodyPr/>
        <a:lstStyle/>
        <a:p>
          <a:endParaRPr lang="en-GB"/>
        </a:p>
      </dgm:t>
    </dgm:pt>
    <dgm:pt modelId="{AC1A4AA7-2F7B-4899-AA96-60466ADB597F}" type="sibTrans" cxnId="{22B12A05-BB93-4E70-A57A-4C9E36334E03}">
      <dgm:prSet/>
      <dgm:spPr/>
      <dgm:t>
        <a:bodyPr/>
        <a:lstStyle/>
        <a:p>
          <a:endParaRPr lang="en-GB"/>
        </a:p>
      </dgm:t>
    </dgm:pt>
    <dgm:pt modelId="{BCE021E0-50A1-4FBA-8747-3D59FE804B9F}">
      <dgm:prSet phldrT="[Text]" custT="1"/>
      <dgm:spPr>
        <a:solidFill>
          <a:schemeClr val="accent6">
            <a:lumMod val="20000"/>
            <a:lumOff val="80000"/>
          </a:schemeClr>
        </a:solidFill>
        <a:ln>
          <a:noFill/>
        </a:ln>
      </dgm:spPr>
      <dgm:t>
        <a:bodyPr/>
        <a:lstStyle/>
        <a:p>
          <a:pPr>
            <a:buFont typeface="Arial" panose="020B0604020202020204" pitchFamily="34" charset="0"/>
            <a:buChar char="•"/>
          </a:pPr>
          <a:r>
            <a:rPr lang="en-GB" sz="800"/>
            <a:t>Finalize FY27 Budget </a:t>
          </a:r>
          <a:r>
            <a:rPr lang="en-US" sz="800"/>
            <a:t>Strategic objective 1</a:t>
          </a:r>
          <a:endParaRPr lang="en-GB" sz="800"/>
        </a:p>
      </dgm:t>
    </dgm:pt>
    <dgm:pt modelId="{67DA1074-E633-4BC4-B456-B46B3F2AAE7D}" type="parTrans" cxnId="{D5AB3D0A-5D6C-48A3-BF04-35C3097096C1}">
      <dgm:prSet/>
      <dgm:spPr/>
      <dgm:t>
        <a:bodyPr/>
        <a:lstStyle/>
        <a:p>
          <a:endParaRPr lang="en-GB"/>
        </a:p>
      </dgm:t>
    </dgm:pt>
    <dgm:pt modelId="{CA24B249-CB4E-492A-8AEF-38B140626E85}" type="sibTrans" cxnId="{D5AB3D0A-5D6C-48A3-BF04-35C3097096C1}">
      <dgm:prSet/>
      <dgm:spPr/>
      <dgm:t>
        <a:bodyPr/>
        <a:lstStyle/>
        <a:p>
          <a:endParaRPr lang="en-GB"/>
        </a:p>
      </dgm:t>
    </dgm:pt>
    <dgm:pt modelId="{EC05F70C-BD86-4BEB-AF86-377489D9198C}">
      <dgm:prSet phldrT="[Text]" custT="1"/>
      <dgm:spPr>
        <a:solidFill>
          <a:schemeClr val="accent6">
            <a:lumMod val="20000"/>
            <a:lumOff val="80000"/>
          </a:schemeClr>
        </a:solidFill>
        <a:ln>
          <a:noFill/>
        </a:ln>
      </dgm:spPr>
      <dgm:t>
        <a:bodyPr/>
        <a:lstStyle/>
        <a:p>
          <a:endParaRPr lang="en-GB" sz="800"/>
        </a:p>
      </dgm:t>
    </dgm:pt>
    <dgm:pt modelId="{EDF2F1C6-1FD5-4887-8D74-7A7CF95C4706}" type="parTrans" cxnId="{96C03D7C-DAD6-49DD-892E-941FD86ADCBA}">
      <dgm:prSet/>
      <dgm:spPr/>
      <dgm:t>
        <a:bodyPr/>
        <a:lstStyle/>
        <a:p>
          <a:endParaRPr lang="en-GB"/>
        </a:p>
      </dgm:t>
    </dgm:pt>
    <dgm:pt modelId="{C10B3B67-97E7-4F2B-8591-F02F436A31F7}" type="sibTrans" cxnId="{96C03D7C-DAD6-49DD-892E-941FD86ADCBA}">
      <dgm:prSet/>
      <dgm:spPr/>
      <dgm:t>
        <a:bodyPr/>
        <a:lstStyle/>
        <a:p>
          <a:endParaRPr lang="en-GB"/>
        </a:p>
      </dgm:t>
    </dgm:pt>
    <dgm:pt modelId="{DF0F6825-DF12-4F31-96D3-83BA74149B42}">
      <dgm:prSet phldrT="[Text]" custT="1"/>
      <dgm:spPr>
        <a:solidFill>
          <a:schemeClr val="accent6">
            <a:lumMod val="20000"/>
            <a:lumOff val="80000"/>
          </a:schemeClr>
        </a:solidFill>
        <a:ln>
          <a:noFill/>
        </a:ln>
      </dgm:spPr>
      <dgm:t>
        <a:bodyPr/>
        <a:lstStyle/>
        <a:p>
          <a:r>
            <a:rPr lang="en-GB" sz="800"/>
            <a:t>Strategic objective 1</a:t>
          </a:r>
        </a:p>
      </dgm:t>
    </dgm:pt>
    <dgm:pt modelId="{8266A661-00CD-443D-8398-00EC28E3CC3D}" type="parTrans" cxnId="{6BFACACE-A564-4258-A7FD-4CD64DB1EB9C}">
      <dgm:prSet/>
      <dgm:spPr/>
      <dgm:t>
        <a:bodyPr/>
        <a:lstStyle/>
        <a:p>
          <a:endParaRPr lang="en-US"/>
        </a:p>
      </dgm:t>
    </dgm:pt>
    <dgm:pt modelId="{27448AA4-5B90-4F3E-BCC1-1655A601717A}" type="sibTrans" cxnId="{6BFACACE-A564-4258-A7FD-4CD64DB1EB9C}">
      <dgm:prSet/>
      <dgm:spPr/>
      <dgm:t>
        <a:bodyPr/>
        <a:lstStyle/>
        <a:p>
          <a:endParaRPr lang="en-US"/>
        </a:p>
      </dgm:t>
    </dgm:pt>
    <dgm:pt modelId="{0A336B00-8082-4814-AAAE-79C4FF2452BA}">
      <dgm:prSet phldrT="[Text]" custT="1"/>
      <dgm:spPr>
        <a:solidFill>
          <a:schemeClr val="accent6">
            <a:lumMod val="20000"/>
            <a:lumOff val="80000"/>
          </a:schemeClr>
        </a:solidFill>
        <a:ln>
          <a:noFill/>
        </a:ln>
      </dgm:spPr>
      <dgm:t>
        <a:bodyPr/>
        <a:lstStyle/>
        <a:p>
          <a:endParaRPr lang="en-GB" sz="800"/>
        </a:p>
      </dgm:t>
    </dgm:pt>
    <dgm:pt modelId="{06F7F318-3631-4FE9-8BFA-1E057FC0B014}" type="parTrans" cxnId="{05071118-1FE2-463B-8EF1-7B19BBED30EA}">
      <dgm:prSet/>
      <dgm:spPr/>
      <dgm:t>
        <a:bodyPr/>
        <a:lstStyle/>
        <a:p>
          <a:endParaRPr lang="en-US"/>
        </a:p>
      </dgm:t>
    </dgm:pt>
    <dgm:pt modelId="{411DEF42-DE25-43D9-96AE-4B10252B4AA1}" type="sibTrans" cxnId="{05071118-1FE2-463B-8EF1-7B19BBED30EA}">
      <dgm:prSet/>
      <dgm:spPr/>
      <dgm:t>
        <a:bodyPr/>
        <a:lstStyle/>
        <a:p>
          <a:endParaRPr lang="en-US"/>
        </a:p>
      </dgm:t>
    </dgm:pt>
    <dgm:pt modelId="{4B8B826C-AFAA-436A-B54A-B5C6FA84EA5B}">
      <dgm:prSet custT="1"/>
      <dgm:spPr/>
      <dgm:t>
        <a:bodyPr/>
        <a:lstStyle/>
        <a:p>
          <a:endParaRPr lang="en-US" sz="800"/>
        </a:p>
      </dgm:t>
    </dgm:pt>
    <dgm:pt modelId="{85FAAC9C-B0E7-42D8-BA9C-570B9A59BE13}" type="parTrans" cxnId="{0A7245FB-AF47-4C0A-89C7-B5F1E809E3E9}">
      <dgm:prSet/>
      <dgm:spPr/>
      <dgm:t>
        <a:bodyPr/>
        <a:lstStyle/>
        <a:p>
          <a:endParaRPr lang="en-US"/>
        </a:p>
      </dgm:t>
    </dgm:pt>
    <dgm:pt modelId="{DA0A3252-B45A-4D95-9173-D34A423A5613}" type="sibTrans" cxnId="{0A7245FB-AF47-4C0A-89C7-B5F1E809E3E9}">
      <dgm:prSet/>
      <dgm:spPr/>
      <dgm:t>
        <a:bodyPr/>
        <a:lstStyle/>
        <a:p>
          <a:endParaRPr lang="en-US"/>
        </a:p>
      </dgm:t>
    </dgm:pt>
    <dgm:pt modelId="{2921B3FD-1F92-4EB6-B0D5-6887B555B02C}">
      <dgm:prSet phldrT="[Text]" custT="1"/>
      <dgm:spPr>
        <a:solidFill>
          <a:schemeClr val="accent6">
            <a:lumMod val="20000"/>
            <a:lumOff val="80000"/>
          </a:schemeClr>
        </a:solidFill>
        <a:ln>
          <a:noFill/>
        </a:ln>
      </dgm:spPr>
      <dgm:t>
        <a:bodyPr/>
        <a:lstStyle/>
        <a:p>
          <a:pPr>
            <a:buFont typeface="Arial" panose="020B0604020202020204" pitchFamily="34" charset="0"/>
            <a:buChar char="•"/>
          </a:pPr>
          <a:endParaRPr lang="en-GB" sz="800"/>
        </a:p>
      </dgm:t>
    </dgm:pt>
    <dgm:pt modelId="{A97E0A1F-74E7-43FC-BEAD-3105E1E94608}" type="parTrans" cxnId="{6809C865-DFF4-43C3-A00C-BA18E6DCA2AB}">
      <dgm:prSet/>
      <dgm:spPr/>
      <dgm:t>
        <a:bodyPr/>
        <a:lstStyle/>
        <a:p>
          <a:endParaRPr lang="en-US"/>
        </a:p>
      </dgm:t>
    </dgm:pt>
    <dgm:pt modelId="{A872CE98-CDDA-4CA0-BBA3-F10DC8C8EF89}" type="sibTrans" cxnId="{6809C865-DFF4-43C3-A00C-BA18E6DCA2AB}">
      <dgm:prSet/>
      <dgm:spPr/>
      <dgm:t>
        <a:bodyPr/>
        <a:lstStyle/>
        <a:p>
          <a:endParaRPr lang="en-US"/>
        </a:p>
      </dgm:t>
    </dgm:pt>
    <dgm:pt modelId="{1494AD4D-7CCC-4CA9-ADA8-2698C8A16112}">
      <dgm:prSet phldrT="[Text]" custT="1"/>
      <dgm:spPr>
        <a:solidFill>
          <a:schemeClr val="accent6">
            <a:lumMod val="20000"/>
            <a:lumOff val="80000"/>
          </a:schemeClr>
        </a:solidFill>
        <a:ln>
          <a:noFill/>
        </a:ln>
      </dgm:spPr>
      <dgm:t>
        <a:bodyPr/>
        <a:lstStyle/>
        <a:p>
          <a:pPr>
            <a:buFont typeface="Arial" panose="020B0604020202020204" pitchFamily="34" charset="0"/>
            <a:buChar char="•"/>
          </a:pPr>
          <a:r>
            <a:rPr lang="en-GB" sz="800"/>
            <a:t>Strategic objective 1</a:t>
          </a:r>
        </a:p>
      </dgm:t>
    </dgm:pt>
    <dgm:pt modelId="{14BB6BD3-FFBF-4B27-BD90-BE7D17FD0970}" type="sibTrans" cxnId="{6206E084-759C-48AC-97D6-94B9F8B2C734}">
      <dgm:prSet/>
      <dgm:spPr/>
      <dgm:t>
        <a:bodyPr/>
        <a:lstStyle/>
        <a:p>
          <a:endParaRPr lang="en-GB"/>
        </a:p>
      </dgm:t>
    </dgm:pt>
    <dgm:pt modelId="{6770035E-5DE2-4322-A291-F3A3C2427FA3}" type="parTrans" cxnId="{6206E084-759C-48AC-97D6-94B9F8B2C734}">
      <dgm:prSet/>
      <dgm:spPr/>
      <dgm:t>
        <a:bodyPr/>
        <a:lstStyle/>
        <a:p>
          <a:endParaRPr lang="en-GB"/>
        </a:p>
      </dgm:t>
    </dgm:pt>
    <dgm:pt modelId="{B55FD80A-C153-454F-8334-6B63D381B31D}">
      <dgm:prSet custT="1"/>
      <dgm:spPr>
        <a:solidFill>
          <a:schemeClr val="accent6">
            <a:lumMod val="20000"/>
            <a:lumOff val="80000"/>
          </a:schemeClr>
        </a:solidFill>
        <a:ln>
          <a:noFill/>
        </a:ln>
      </dgm:spPr>
      <dgm:t>
        <a:bodyPr/>
        <a:lstStyle/>
        <a:p>
          <a:r>
            <a:rPr lang="en-GB" sz="800"/>
            <a:t>Strategic objective 1</a:t>
          </a:r>
        </a:p>
      </dgm:t>
    </dgm:pt>
    <dgm:pt modelId="{ED6C3C42-E48C-8F4F-AB02-12FADB18D5DD}" type="parTrans" cxnId="{C8A690EE-EA89-FB4C-AB9D-CD1DED382BE9}">
      <dgm:prSet/>
      <dgm:spPr/>
      <dgm:t>
        <a:bodyPr/>
        <a:lstStyle/>
        <a:p>
          <a:endParaRPr lang="en-US"/>
        </a:p>
      </dgm:t>
    </dgm:pt>
    <dgm:pt modelId="{B02D5179-690C-B046-AC42-D1FD90B636F3}" type="sibTrans" cxnId="{C8A690EE-EA89-FB4C-AB9D-CD1DED382BE9}">
      <dgm:prSet/>
      <dgm:spPr/>
      <dgm:t>
        <a:bodyPr/>
        <a:lstStyle/>
        <a:p>
          <a:endParaRPr lang="en-US"/>
        </a:p>
      </dgm:t>
    </dgm:pt>
    <dgm:pt modelId="{36C6F2A7-C5E3-4561-ABF1-EAD34C41222A}">
      <dgm:prSet phldrT="[Text]" custT="1"/>
      <dgm:spPr>
        <a:solidFill>
          <a:schemeClr val="accent6">
            <a:lumMod val="20000"/>
            <a:lumOff val="80000"/>
          </a:schemeClr>
        </a:solidFill>
        <a:ln>
          <a:noFill/>
        </a:ln>
      </dgm:spPr>
      <dgm:t>
        <a:bodyPr/>
        <a:lstStyle/>
        <a:p>
          <a:pPr>
            <a:buFont typeface="Arial" panose="020B0604020202020204" pitchFamily="34" charset="0"/>
            <a:buChar char="•"/>
          </a:pPr>
          <a:r>
            <a:rPr lang="en-GB" sz="800"/>
            <a:t>Strategic objective 2</a:t>
          </a:r>
        </a:p>
      </dgm:t>
    </dgm:pt>
    <dgm:pt modelId="{2E642E7F-DB80-451A-B01E-057D9F7BC291}" type="sibTrans" cxnId="{64089195-5B67-45DB-B19D-8B3D9D54BF6B}">
      <dgm:prSet/>
      <dgm:spPr/>
      <dgm:t>
        <a:bodyPr/>
        <a:lstStyle/>
        <a:p>
          <a:endParaRPr lang="en-GB"/>
        </a:p>
      </dgm:t>
    </dgm:pt>
    <dgm:pt modelId="{3D93ECB6-DD98-4B5D-B616-530E57B25ADB}" type="parTrans" cxnId="{64089195-5B67-45DB-B19D-8B3D9D54BF6B}">
      <dgm:prSet/>
      <dgm:spPr/>
      <dgm:t>
        <a:bodyPr/>
        <a:lstStyle/>
        <a:p>
          <a:endParaRPr lang="en-GB"/>
        </a:p>
      </dgm:t>
    </dgm:pt>
    <dgm:pt modelId="{4B27A008-CB7E-4A55-B333-7F040E7561C9}">
      <dgm:prSet phldrT="[Text]" custT="1"/>
      <dgm:spPr>
        <a:solidFill>
          <a:schemeClr val="accent6">
            <a:lumMod val="20000"/>
            <a:lumOff val="80000"/>
          </a:schemeClr>
        </a:solidFill>
        <a:ln>
          <a:noFill/>
        </a:ln>
      </dgm:spPr>
      <dgm:t>
        <a:bodyPr/>
        <a:lstStyle/>
        <a:p>
          <a:pPr>
            <a:buFont typeface="Arial" panose="020B0604020202020204" pitchFamily="34" charset="0"/>
            <a:buChar char="•"/>
          </a:pPr>
          <a:r>
            <a:rPr lang="en-GB" sz="800"/>
            <a:t>Strategic objective 3</a:t>
          </a:r>
        </a:p>
      </dgm:t>
    </dgm:pt>
    <dgm:pt modelId="{4730FED8-3ADE-42FA-BBCE-5F6CC990E871}" type="sibTrans" cxnId="{3E5115FB-1634-409F-9B47-BCBD5D70A282}">
      <dgm:prSet/>
      <dgm:spPr/>
      <dgm:t>
        <a:bodyPr/>
        <a:lstStyle/>
        <a:p>
          <a:endParaRPr lang="en-US"/>
        </a:p>
      </dgm:t>
    </dgm:pt>
    <dgm:pt modelId="{180B7EB8-4100-43FE-AE9E-DCA894DB84C5}" type="parTrans" cxnId="{3E5115FB-1634-409F-9B47-BCBD5D70A282}">
      <dgm:prSet/>
      <dgm:spPr/>
      <dgm:t>
        <a:bodyPr/>
        <a:lstStyle/>
        <a:p>
          <a:endParaRPr lang="en-US"/>
        </a:p>
      </dgm:t>
    </dgm:pt>
    <dgm:pt modelId="{D6B2E01B-0CFB-5C40-9EDF-47488218F3D8}">
      <dgm:prSet phldrT="[Text]" custT="1"/>
      <dgm:spPr>
        <a:solidFill>
          <a:schemeClr val="accent6">
            <a:lumMod val="20000"/>
            <a:lumOff val="80000"/>
          </a:schemeClr>
        </a:solidFill>
        <a:ln>
          <a:noFill/>
        </a:ln>
      </dgm:spPr>
      <dgm:t>
        <a:bodyPr/>
        <a:lstStyle/>
        <a:p>
          <a:r>
            <a:rPr lang="en-US" sz="800"/>
            <a:t>Strategic objective 2</a:t>
          </a:r>
          <a:endParaRPr lang="en-GB" sz="800"/>
        </a:p>
      </dgm:t>
    </dgm:pt>
    <dgm:pt modelId="{B12F30A1-40C2-CF4E-94ED-5FF21F7CEE06}" type="parTrans" cxnId="{1B28EAE3-560C-B64C-ACBF-B7CE8FBA4B1E}">
      <dgm:prSet/>
      <dgm:spPr/>
      <dgm:t>
        <a:bodyPr/>
        <a:lstStyle/>
        <a:p>
          <a:endParaRPr lang="en-US"/>
        </a:p>
      </dgm:t>
    </dgm:pt>
    <dgm:pt modelId="{903BDA5F-B613-2B43-A495-501C860D9EC2}" type="sibTrans" cxnId="{1B28EAE3-560C-B64C-ACBF-B7CE8FBA4B1E}">
      <dgm:prSet/>
      <dgm:spPr/>
      <dgm:t>
        <a:bodyPr/>
        <a:lstStyle/>
        <a:p>
          <a:endParaRPr lang="en-US"/>
        </a:p>
      </dgm:t>
    </dgm:pt>
    <dgm:pt modelId="{6F371B0F-E39B-BB4A-A9F0-8431B444D1E0}">
      <dgm:prSet custT="1"/>
      <dgm:spPr>
        <a:solidFill>
          <a:schemeClr val="accent6">
            <a:lumMod val="20000"/>
            <a:lumOff val="80000"/>
          </a:schemeClr>
        </a:solidFill>
        <a:ln>
          <a:noFill/>
        </a:ln>
      </dgm:spPr>
      <dgm:t>
        <a:bodyPr/>
        <a:lstStyle/>
        <a:p>
          <a:endParaRPr lang="en-GB" sz="800"/>
        </a:p>
      </dgm:t>
    </dgm:pt>
    <dgm:pt modelId="{EEBCB173-EAA7-C241-AA88-E8F63D803841}" type="parTrans" cxnId="{246F8A91-6534-0940-A617-B752A271F2E2}">
      <dgm:prSet/>
      <dgm:spPr/>
      <dgm:t>
        <a:bodyPr/>
        <a:lstStyle/>
        <a:p>
          <a:endParaRPr lang="en-US"/>
        </a:p>
      </dgm:t>
    </dgm:pt>
    <dgm:pt modelId="{EE1E0C2D-01DD-A547-BA5B-6FFD569B10DD}" type="sibTrans" cxnId="{246F8A91-6534-0940-A617-B752A271F2E2}">
      <dgm:prSet/>
      <dgm:spPr/>
      <dgm:t>
        <a:bodyPr/>
        <a:lstStyle/>
        <a:p>
          <a:endParaRPr lang="en-US"/>
        </a:p>
      </dgm:t>
    </dgm:pt>
    <dgm:pt modelId="{54C1D77B-4B54-5E49-8694-32DF7C071155}">
      <dgm:prSet custT="1"/>
      <dgm:spPr>
        <a:solidFill>
          <a:schemeClr val="accent6">
            <a:lumMod val="20000"/>
            <a:lumOff val="80000"/>
          </a:schemeClr>
        </a:solidFill>
        <a:ln>
          <a:noFill/>
        </a:ln>
      </dgm:spPr>
      <dgm:t>
        <a:bodyPr/>
        <a:lstStyle/>
        <a:p>
          <a:pPr>
            <a:buFont typeface="Arial" panose="020B0604020202020204" pitchFamily="34" charset="0"/>
            <a:buChar char="•"/>
          </a:pPr>
          <a:r>
            <a:rPr lang="en-GB" sz="800"/>
            <a:t>Strategic objective 2</a:t>
          </a:r>
        </a:p>
      </dgm:t>
    </dgm:pt>
    <dgm:pt modelId="{8639B1D1-59A9-0345-8B95-90F29652CF63}" type="parTrans" cxnId="{584C8944-FC6B-B940-A254-6BF47E83EDDC}">
      <dgm:prSet/>
      <dgm:spPr/>
      <dgm:t>
        <a:bodyPr/>
        <a:lstStyle/>
        <a:p>
          <a:endParaRPr lang="en-US"/>
        </a:p>
      </dgm:t>
    </dgm:pt>
    <dgm:pt modelId="{7C657310-D2F0-1945-97FC-65DF48CE889F}" type="sibTrans" cxnId="{584C8944-FC6B-B940-A254-6BF47E83EDDC}">
      <dgm:prSet/>
      <dgm:spPr/>
      <dgm:t>
        <a:bodyPr/>
        <a:lstStyle/>
        <a:p>
          <a:endParaRPr lang="en-US"/>
        </a:p>
      </dgm:t>
    </dgm:pt>
    <dgm:pt modelId="{D926B3B8-84A5-8F48-9596-710408A9E888}">
      <dgm:prSet custT="1"/>
      <dgm:spPr>
        <a:solidFill>
          <a:schemeClr val="accent6">
            <a:lumMod val="20000"/>
            <a:lumOff val="80000"/>
          </a:schemeClr>
        </a:solidFill>
        <a:ln>
          <a:noFill/>
        </a:ln>
      </dgm:spPr>
      <dgm:t>
        <a:bodyPr/>
        <a:lstStyle/>
        <a:p>
          <a:pPr>
            <a:buFont typeface="Arial" panose="020B0604020202020204" pitchFamily="34" charset="0"/>
            <a:buChar char="•"/>
          </a:pPr>
          <a:endParaRPr lang="en-GB" sz="800"/>
        </a:p>
      </dgm:t>
    </dgm:pt>
    <dgm:pt modelId="{CE88CCBE-A55A-534D-B417-4B6C154C06B8}" type="parTrans" cxnId="{91751220-4677-204C-82A5-018BB65D65BE}">
      <dgm:prSet/>
      <dgm:spPr/>
      <dgm:t>
        <a:bodyPr/>
        <a:lstStyle/>
        <a:p>
          <a:endParaRPr lang="en-US"/>
        </a:p>
      </dgm:t>
    </dgm:pt>
    <dgm:pt modelId="{9730A59E-B54E-D04F-9239-66EBE0992216}" type="sibTrans" cxnId="{91751220-4677-204C-82A5-018BB65D65BE}">
      <dgm:prSet/>
      <dgm:spPr/>
      <dgm:t>
        <a:bodyPr/>
        <a:lstStyle/>
        <a:p>
          <a:endParaRPr lang="en-US"/>
        </a:p>
      </dgm:t>
    </dgm:pt>
    <dgm:pt modelId="{B9293085-B6D2-8545-80B8-A21753B68E0A}">
      <dgm:prSet custT="1"/>
      <dgm:spPr>
        <a:solidFill>
          <a:schemeClr val="accent6">
            <a:lumMod val="20000"/>
            <a:lumOff val="80000"/>
          </a:schemeClr>
        </a:solidFill>
        <a:ln>
          <a:noFill/>
        </a:ln>
      </dgm:spPr>
      <dgm:t>
        <a:bodyPr/>
        <a:lstStyle/>
        <a:p>
          <a:pPr>
            <a:buFont typeface="Arial" panose="020B0604020202020204" pitchFamily="34" charset="0"/>
            <a:buChar char="•"/>
          </a:pPr>
          <a:r>
            <a:rPr lang="en-GB" sz="800"/>
            <a:t>Strategic objective 3</a:t>
          </a:r>
        </a:p>
      </dgm:t>
    </dgm:pt>
    <dgm:pt modelId="{3829E838-B0B0-1C4C-88B3-61355133C43E}" type="parTrans" cxnId="{A2AF0C93-9460-9E4B-8671-22EF731DC6A8}">
      <dgm:prSet/>
      <dgm:spPr/>
      <dgm:t>
        <a:bodyPr/>
        <a:lstStyle/>
        <a:p>
          <a:endParaRPr lang="en-US"/>
        </a:p>
      </dgm:t>
    </dgm:pt>
    <dgm:pt modelId="{DFB5EE88-1125-9343-9C52-164ECCAE5205}" type="sibTrans" cxnId="{A2AF0C93-9460-9E4B-8671-22EF731DC6A8}">
      <dgm:prSet/>
      <dgm:spPr/>
      <dgm:t>
        <a:bodyPr/>
        <a:lstStyle/>
        <a:p>
          <a:endParaRPr lang="en-US"/>
        </a:p>
      </dgm:t>
    </dgm:pt>
    <dgm:pt modelId="{3130E3F4-83FB-FE48-9AA5-D91C7D2FAE55}">
      <dgm:prSet phldrT="[Text]" custT="1"/>
      <dgm:spPr>
        <a:solidFill>
          <a:schemeClr val="accent6">
            <a:lumMod val="20000"/>
            <a:lumOff val="80000"/>
          </a:schemeClr>
        </a:solidFill>
        <a:ln>
          <a:noFill/>
        </a:ln>
      </dgm:spPr>
      <dgm:t>
        <a:bodyPr/>
        <a:lstStyle/>
        <a:p>
          <a:endParaRPr lang="en-GB" sz="800"/>
        </a:p>
      </dgm:t>
    </dgm:pt>
    <dgm:pt modelId="{1E9E38A5-1630-5145-A511-3A8F36A88CB8}" type="parTrans" cxnId="{55CDCF8F-7C07-2C4B-9551-B42BBB437F30}">
      <dgm:prSet/>
      <dgm:spPr/>
      <dgm:t>
        <a:bodyPr/>
        <a:lstStyle/>
        <a:p>
          <a:endParaRPr lang="en-US"/>
        </a:p>
      </dgm:t>
    </dgm:pt>
    <dgm:pt modelId="{5C1F125E-50D0-6241-8B9E-660FA6A6B0A7}" type="sibTrans" cxnId="{55CDCF8F-7C07-2C4B-9551-B42BBB437F30}">
      <dgm:prSet/>
      <dgm:spPr/>
      <dgm:t>
        <a:bodyPr/>
        <a:lstStyle/>
        <a:p>
          <a:endParaRPr lang="en-US"/>
        </a:p>
      </dgm:t>
    </dgm:pt>
    <dgm:pt modelId="{4EB52C01-023A-D34F-990F-FC10E61C7C4F}">
      <dgm:prSet custT="1"/>
      <dgm:spPr/>
      <dgm:t>
        <a:bodyPr/>
        <a:lstStyle/>
        <a:p>
          <a:pPr>
            <a:buFont typeface="Arial" panose="020B0604020202020204" pitchFamily="34" charset="0"/>
            <a:buChar char="•"/>
          </a:pPr>
          <a:r>
            <a:rPr lang="en-US" sz="800"/>
            <a:t>Strategic objective 2</a:t>
          </a:r>
        </a:p>
      </dgm:t>
    </dgm:pt>
    <dgm:pt modelId="{87EAF7E4-B9EC-AC48-9DE2-862FFEF96EC7}" type="parTrans" cxnId="{7739E38A-06C8-1B44-B1A8-D15DAD789C41}">
      <dgm:prSet/>
      <dgm:spPr/>
      <dgm:t>
        <a:bodyPr/>
        <a:lstStyle/>
        <a:p>
          <a:endParaRPr lang="en-US"/>
        </a:p>
      </dgm:t>
    </dgm:pt>
    <dgm:pt modelId="{48EA8363-CC15-FE4F-A497-F2E072210276}" type="sibTrans" cxnId="{7739E38A-06C8-1B44-B1A8-D15DAD789C41}">
      <dgm:prSet/>
      <dgm:spPr/>
      <dgm:t>
        <a:bodyPr/>
        <a:lstStyle/>
        <a:p>
          <a:endParaRPr lang="en-US"/>
        </a:p>
      </dgm:t>
    </dgm:pt>
    <dgm:pt modelId="{E1711EED-53EA-D741-B15C-21A17109518B}">
      <dgm:prSet custT="1"/>
      <dgm:spPr/>
      <dgm:t>
        <a:bodyPr/>
        <a:lstStyle/>
        <a:p>
          <a:pPr>
            <a:buFont typeface="Arial" panose="020B0604020202020204" pitchFamily="34" charset="0"/>
            <a:buChar char="•"/>
          </a:pPr>
          <a:r>
            <a:rPr lang="en-US" sz="800"/>
            <a:t>Strategic objective 3</a:t>
          </a:r>
        </a:p>
      </dgm:t>
    </dgm:pt>
    <dgm:pt modelId="{73DB400C-6757-2741-BCDA-D1B70C56DAE0}" type="parTrans" cxnId="{42DBB203-CDAF-F34D-A29F-BC2D764DD447}">
      <dgm:prSet/>
      <dgm:spPr/>
      <dgm:t>
        <a:bodyPr/>
        <a:lstStyle/>
        <a:p>
          <a:endParaRPr lang="en-US"/>
        </a:p>
      </dgm:t>
    </dgm:pt>
    <dgm:pt modelId="{A40F6816-D48C-EC43-A2B8-727E7F811C3D}" type="sibTrans" cxnId="{42DBB203-CDAF-F34D-A29F-BC2D764DD447}">
      <dgm:prSet/>
      <dgm:spPr/>
      <dgm:t>
        <a:bodyPr/>
        <a:lstStyle/>
        <a:p>
          <a:endParaRPr lang="en-US"/>
        </a:p>
      </dgm:t>
    </dgm:pt>
    <dgm:pt modelId="{2EE7C3D3-EF60-0E46-A331-B00FC2B5753B}">
      <dgm:prSet custT="1"/>
      <dgm:spPr/>
      <dgm:t>
        <a:bodyPr/>
        <a:lstStyle/>
        <a:p>
          <a:pPr>
            <a:buFont typeface="Arial" panose="020B0604020202020204" pitchFamily="34" charset="0"/>
            <a:buChar char="•"/>
          </a:pPr>
          <a:endParaRPr lang="en-US" sz="800"/>
        </a:p>
      </dgm:t>
    </dgm:pt>
    <dgm:pt modelId="{BB29D2B4-D9EF-FE47-98A9-088F884112E7}" type="parTrans" cxnId="{09AED23F-2F20-B045-A0EC-4888148D49C9}">
      <dgm:prSet/>
      <dgm:spPr/>
      <dgm:t>
        <a:bodyPr/>
        <a:lstStyle/>
        <a:p>
          <a:endParaRPr lang="en-US"/>
        </a:p>
      </dgm:t>
    </dgm:pt>
    <dgm:pt modelId="{CB45F6D3-0393-CB4B-9210-6CC9122E84DD}" type="sibTrans" cxnId="{09AED23F-2F20-B045-A0EC-4888148D49C9}">
      <dgm:prSet/>
      <dgm:spPr/>
      <dgm:t>
        <a:bodyPr/>
        <a:lstStyle/>
        <a:p>
          <a:endParaRPr lang="en-US"/>
        </a:p>
      </dgm:t>
    </dgm:pt>
    <dgm:pt modelId="{54CF06AE-75E2-D346-AA62-2B040521EBA1}">
      <dgm:prSet custT="1"/>
      <dgm:spPr/>
      <dgm:t>
        <a:bodyPr/>
        <a:lstStyle/>
        <a:p>
          <a:r>
            <a:rPr lang="en-US" sz="800"/>
            <a:t>Strategic objective 3</a:t>
          </a:r>
        </a:p>
      </dgm:t>
    </dgm:pt>
    <dgm:pt modelId="{2729BFE9-A6CE-2645-85E9-7156E957CF28}" type="parTrans" cxnId="{78A937DA-5CC2-074F-A616-EFC28CED9B62}">
      <dgm:prSet/>
      <dgm:spPr/>
      <dgm:t>
        <a:bodyPr/>
        <a:lstStyle/>
        <a:p>
          <a:endParaRPr lang="en-US"/>
        </a:p>
      </dgm:t>
    </dgm:pt>
    <dgm:pt modelId="{2C7DBE57-1235-8E4E-9082-16A9C17708B0}" type="sibTrans" cxnId="{78A937DA-5CC2-074F-A616-EFC28CED9B62}">
      <dgm:prSet/>
      <dgm:spPr/>
      <dgm:t>
        <a:bodyPr/>
        <a:lstStyle/>
        <a:p>
          <a:endParaRPr lang="en-US"/>
        </a:p>
      </dgm:t>
    </dgm:pt>
    <dgm:pt modelId="{25A913F6-1796-44E2-86F5-34ED72C8724E}" type="pres">
      <dgm:prSet presAssocID="{D461267C-AAFC-4A04-B453-10BFCA9E3A78}" presName="theList" presStyleCnt="0">
        <dgm:presLayoutVars>
          <dgm:dir/>
          <dgm:animLvl val="lvl"/>
          <dgm:resizeHandles val="exact"/>
        </dgm:presLayoutVars>
      </dgm:prSet>
      <dgm:spPr/>
    </dgm:pt>
    <dgm:pt modelId="{5DFF7897-A45B-4A05-A53C-480927982C02}" type="pres">
      <dgm:prSet presAssocID="{005C1547-99FD-4E37-88D7-60AB84BCEA6D}" presName="compNode" presStyleCnt="0"/>
      <dgm:spPr/>
    </dgm:pt>
    <dgm:pt modelId="{F71992BA-4E83-4A4A-B9D8-DF5E267C38B0}" type="pres">
      <dgm:prSet presAssocID="{005C1547-99FD-4E37-88D7-60AB84BCEA6D}" presName="noGeometry" presStyleCnt="0"/>
      <dgm:spPr/>
    </dgm:pt>
    <dgm:pt modelId="{B4484374-F97E-4A0D-B524-7BF82DA70716}" type="pres">
      <dgm:prSet presAssocID="{005C1547-99FD-4E37-88D7-60AB84BCEA6D}" presName="childTextVisible" presStyleLbl="bgAccFollowNode1" presStyleIdx="0" presStyleCnt="4">
        <dgm:presLayoutVars>
          <dgm:bulletEnabled val="1"/>
        </dgm:presLayoutVars>
      </dgm:prSet>
      <dgm:spPr/>
    </dgm:pt>
    <dgm:pt modelId="{DAB6A6D2-D462-4E24-8933-19BD0A3B8D8B}" type="pres">
      <dgm:prSet presAssocID="{005C1547-99FD-4E37-88D7-60AB84BCEA6D}" presName="childTextHidden" presStyleLbl="bgAccFollowNode1" presStyleIdx="0" presStyleCnt="4"/>
      <dgm:spPr/>
    </dgm:pt>
    <dgm:pt modelId="{F8992835-E712-4E11-B253-812CDA2F4A9F}" type="pres">
      <dgm:prSet presAssocID="{005C1547-99FD-4E37-88D7-60AB84BCEA6D}" presName="parentText" presStyleLbl="node1" presStyleIdx="0" presStyleCnt="4">
        <dgm:presLayoutVars>
          <dgm:chMax val="1"/>
          <dgm:bulletEnabled val="1"/>
        </dgm:presLayoutVars>
      </dgm:prSet>
      <dgm:spPr/>
    </dgm:pt>
    <dgm:pt modelId="{997B86B2-1CD7-41B6-A03A-04C51334E035}" type="pres">
      <dgm:prSet presAssocID="{005C1547-99FD-4E37-88D7-60AB84BCEA6D}" presName="aSpace" presStyleCnt="0"/>
      <dgm:spPr/>
    </dgm:pt>
    <dgm:pt modelId="{098967BF-8C35-4AD7-9E58-1420868166BE}" type="pres">
      <dgm:prSet presAssocID="{0F507754-2CDB-4CDE-BBA1-7653E69014B8}" presName="compNode" presStyleCnt="0"/>
      <dgm:spPr/>
    </dgm:pt>
    <dgm:pt modelId="{335371D7-0293-4547-9202-4418F89086F6}" type="pres">
      <dgm:prSet presAssocID="{0F507754-2CDB-4CDE-BBA1-7653E69014B8}" presName="noGeometry" presStyleCnt="0"/>
      <dgm:spPr/>
    </dgm:pt>
    <dgm:pt modelId="{0B4B5FA3-4F31-4EF6-8F5D-F62F50985C31}" type="pres">
      <dgm:prSet presAssocID="{0F507754-2CDB-4CDE-BBA1-7653E69014B8}" presName="childTextVisible" presStyleLbl="bgAccFollowNode1" presStyleIdx="1" presStyleCnt="4" custLinFactNeighborX="-279" custLinFactNeighborY="4029">
        <dgm:presLayoutVars>
          <dgm:bulletEnabled val="1"/>
        </dgm:presLayoutVars>
      </dgm:prSet>
      <dgm:spPr/>
    </dgm:pt>
    <dgm:pt modelId="{C3556303-A264-428D-A6C5-86980E0893FA}" type="pres">
      <dgm:prSet presAssocID="{0F507754-2CDB-4CDE-BBA1-7653E69014B8}" presName="childTextHidden" presStyleLbl="bgAccFollowNode1" presStyleIdx="1" presStyleCnt="4"/>
      <dgm:spPr/>
    </dgm:pt>
    <dgm:pt modelId="{87A2D63B-EA13-41CD-A82C-BDD669DBC70C}" type="pres">
      <dgm:prSet presAssocID="{0F507754-2CDB-4CDE-BBA1-7653E69014B8}" presName="parentText" presStyleLbl="node1" presStyleIdx="1" presStyleCnt="4" custLinFactNeighborX="56" custLinFactNeighborY="10185">
        <dgm:presLayoutVars>
          <dgm:chMax val="1"/>
          <dgm:bulletEnabled val="1"/>
        </dgm:presLayoutVars>
      </dgm:prSet>
      <dgm:spPr/>
    </dgm:pt>
    <dgm:pt modelId="{EDA26482-546D-4479-9AEC-EF0EA02C2180}" type="pres">
      <dgm:prSet presAssocID="{0F507754-2CDB-4CDE-BBA1-7653E69014B8}" presName="aSpace" presStyleCnt="0"/>
      <dgm:spPr/>
    </dgm:pt>
    <dgm:pt modelId="{6A90C15B-3C9B-45EF-8C0F-AC5BA2DD0A91}" type="pres">
      <dgm:prSet presAssocID="{BA579838-0413-4577-A182-FF80F5549516}" presName="compNode" presStyleCnt="0"/>
      <dgm:spPr/>
    </dgm:pt>
    <dgm:pt modelId="{66FCE5C4-75CE-4371-AB3F-5FE8C8237DFA}" type="pres">
      <dgm:prSet presAssocID="{BA579838-0413-4577-A182-FF80F5549516}" presName="noGeometry" presStyleCnt="0"/>
      <dgm:spPr/>
    </dgm:pt>
    <dgm:pt modelId="{873A3858-4FA5-47AC-BB0F-F1B6227873BA}" type="pres">
      <dgm:prSet presAssocID="{BA579838-0413-4577-A182-FF80F5549516}" presName="childTextVisible" presStyleLbl="bgAccFollowNode1" presStyleIdx="2" presStyleCnt="4">
        <dgm:presLayoutVars>
          <dgm:bulletEnabled val="1"/>
        </dgm:presLayoutVars>
      </dgm:prSet>
      <dgm:spPr/>
    </dgm:pt>
    <dgm:pt modelId="{DA9BA91C-2ED7-4DEA-A5ED-3FCF26888626}" type="pres">
      <dgm:prSet presAssocID="{BA579838-0413-4577-A182-FF80F5549516}" presName="childTextHidden" presStyleLbl="bgAccFollowNode1" presStyleIdx="2" presStyleCnt="4"/>
      <dgm:spPr/>
    </dgm:pt>
    <dgm:pt modelId="{3EF928B0-AE40-4CCC-9AC8-7F4622232DB9}" type="pres">
      <dgm:prSet presAssocID="{BA579838-0413-4577-A182-FF80F5549516}" presName="parentText" presStyleLbl="node1" presStyleIdx="2" presStyleCnt="4">
        <dgm:presLayoutVars>
          <dgm:chMax val="1"/>
          <dgm:bulletEnabled val="1"/>
        </dgm:presLayoutVars>
      </dgm:prSet>
      <dgm:spPr/>
    </dgm:pt>
    <dgm:pt modelId="{CF32752F-8D14-4662-AF10-704ED0D9AC3C}" type="pres">
      <dgm:prSet presAssocID="{BA579838-0413-4577-A182-FF80F5549516}" presName="aSpace" presStyleCnt="0"/>
      <dgm:spPr/>
    </dgm:pt>
    <dgm:pt modelId="{BF1976E3-97FE-4777-9836-E1C3E8400EF1}" type="pres">
      <dgm:prSet presAssocID="{C0C37D8D-7A82-4A51-A12C-6255606CE6C1}" presName="compNode" presStyleCnt="0"/>
      <dgm:spPr/>
    </dgm:pt>
    <dgm:pt modelId="{FAFA3233-7BB8-49AE-899E-5CA9CCE68CA8}" type="pres">
      <dgm:prSet presAssocID="{C0C37D8D-7A82-4A51-A12C-6255606CE6C1}" presName="noGeometry" presStyleCnt="0"/>
      <dgm:spPr/>
    </dgm:pt>
    <dgm:pt modelId="{29B467BE-B8B3-4454-8337-651F6FA8D458}" type="pres">
      <dgm:prSet presAssocID="{C0C37D8D-7A82-4A51-A12C-6255606CE6C1}" presName="childTextVisible" presStyleLbl="bgAccFollowNode1" presStyleIdx="3" presStyleCnt="4">
        <dgm:presLayoutVars>
          <dgm:bulletEnabled val="1"/>
        </dgm:presLayoutVars>
      </dgm:prSet>
      <dgm:spPr/>
    </dgm:pt>
    <dgm:pt modelId="{0435D653-E243-4536-B374-BD2656895D1D}" type="pres">
      <dgm:prSet presAssocID="{C0C37D8D-7A82-4A51-A12C-6255606CE6C1}" presName="childTextHidden" presStyleLbl="bgAccFollowNode1" presStyleIdx="3" presStyleCnt="4"/>
      <dgm:spPr/>
    </dgm:pt>
    <dgm:pt modelId="{008EABF7-B564-4A13-BF4D-CB0AEEC77A91}" type="pres">
      <dgm:prSet presAssocID="{C0C37D8D-7A82-4A51-A12C-6255606CE6C1}" presName="parentText" presStyleLbl="node1" presStyleIdx="3" presStyleCnt="4">
        <dgm:presLayoutVars>
          <dgm:chMax val="1"/>
          <dgm:bulletEnabled val="1"/>
        </dgm:presLayoutVars>
      </dgm:prSet>
      <dgm:spPr/>
    </dgm:pt>
  </dgm:ptLst>
  <dgm:cxnLst>
    <dgm:cxn modelId="{42DBB203-CDAF-F34D-A29F-BC2D764DD447}" srcId="{C0C37D8D-7A82-4A51-A12C-6255606CE6C1}" destId="{E1711EED-53EA-D741-B15C-21A17109518B}" srcOrd="3" destOrd="0" parTransId="{73DB400C-6757-2741-BCDA-D1B70C56DAE0}" sibTransId="{A40F6816-D48C-EC43-A2B8-727E7F811C3D}"/>
    <dgm:cxn modelId="{22B12A05-BB93-4E70-A57A-4C9E36334E03}" srcId="{C0C37D8D-7A82-4A51-A12C-6255606CE6C1}" destId="{272F54DC-F84F-4C4A-8783-BE36B82FC24B}" srcOrd="0" destOrd="0" parTransId="{555F9769-FBC4-433A-A5A4-68A85A30EBC9}" sibTransId="{AC1A4AA7-2F7B-4899-AA96-60466ADB597F}"/>
    <dgm:cxn modelId="{D5AB3D0A-5D6C-48A3-BF04-35C3097096C1}" srcId="{C0C37D8D-7A82-4A51-A12C-6255606CE6C1}" destId="{BCE021E0-50A1-4FBA-8747-3D59FE804B9F}" srcOrd="1" destOrd="0" parTransId="{67DA1074-E633-4BC4-B456-B46B3F2AAE7D}" sibTransId="{CA24B249-CB4E-492A-8AEF-38B140626E85}"/>
    <dgm:cxn modelId="{4DC3510A-5985-8F4E-9C5E-999E761E5E9F}" type="presOf" srcId="{E1711EED-53EA-D741-B15C-21A17109518B}" destId="{29B467BE-B8B3-4454-8337-651F6FA8D458}" srcOrd="0" destOrd="3" presId="urn:microsoft.com/office/officeart/2005/8/layout/hProcess6"/>
    <dgm:cxn modelId="{FC145A0E-94E6-4CF1-8D7E-EC75EC3778AA}" type="presOf" srcId="{272F54DC-F84F-4C4A-8783-BE36B82FC24B}" destId="{29B467BE-B8B3-4454-8337-651F6FA8D458}" srcOrd="0" destOrd="0" presId="urn:microsoft.com/office/officeart/2005/8/layout/hProcess6"/>
    <dgm:cxn modelId="{75E08E12-FA55-1B4E-B260-7E771D13EBA2}" type="presOf" srcId="{D926B3B8-84A5-8F48-9596-710408A9E888}" destId="{0B4B5FA3-4F31-4EF6-8F5D-F62F50985C31}" srcOrd="0" destOrd="4" presId="urn:microsoft.com/office/officeart/2005/8/layout/hProcess6"/>
    <dgm:cxn modelId="{AC786013-98D3-4A8A-B5FD-EDC9C08447EC}" type="presOf" srcId="{DF0F6825-DF12-4F31-96D3-83BA74149B42}" destId="{873A3858-4FA5-47AC-BB0F-F1B6227873BA}" srcOrd="0" destOrd="0" presId="urn:microsoft.com/office/officeart/2005/8/layout/hProcess6"/>
    <dgm:cxn modelId="{B62AE417-1DEE-436B-B222-8364E785BBED}" srcId="{D461267C-AAFC-4A04-B453-10BFCA9E3A78}" destId="{0F507754-2CDB-4CDE-BBA1-7653E69014B8}" srcOrd="1" destOrd="0" parTransId="{1C981ACF-9D2C-47CE-AC21-ABA922DCCCF2}" sibTransId="{9F2FD445-215D-4CCB-A143-77A6D3E7B958}"/>
    <dgm:cxn modelId="{05071118-1FE2-463B-8EF1-7B19BBED30EA}" srcId="{0F507754-2CDB-4CDE-BBA1-7653E69014B8}" destId="{0A336B00-8082-4814-AAAE-79C4FF2452BA}" srcOrd="0" destOrd="0" parTransId="{06F7F318-3631-4FE9-8BFA-1E057FC0B014}" sibTransId="{411DEF42-DE25-43D9-96AE-4B10252B4AA1}"/>
    <dgm:cxn modelId="{AE38EB18-23F7-AA4E-8F54-79FD9BAB77A1}" type="presOf" srcId="{4EB52C01-023A-D34F-990F-FC10E61C7C4F}" destId="{29B467BE-B8B3-4454-8337-651F6FA8D458}" srcOrd="0" destOrd="2" presId="urn:microsoft.com/office/officeart/2005/8/layout/hProcess6"/>
    <dgm:cxn modelId="{270D3E1D-A4BB-4798-A7F1-1EF6BB1676B9}" type="presOf" srcId="{0A336B00-8082-4814-AAAE-79C4FF2452BA}" destId="{0B4B5FA3-4F31-4EF6-8F5D-F62F50985C31}" srcOrd="0" destOrd="0" presId="urn:microsoft.com/office/officeart/2005/8/layout/hProcess6"/>
    <dgm:cxn modelId="{91751220-4677-204C-82A5-018BB65D65BE}" srcId="{0F507754-2CDB-4CDE-BBA1-7653E69014B8}" destId="{D926B3B8-84A5-8F48-9596-710408A9E888}" srcOrd="4" destOrd="0" parTransId="{CE88CCBE-A55A-534D-B417-4B6C154C06B8}" sibTransId="{9730A59E-B54E-D04F-9239-66EBE0992216}"/>
    <dgm:cxn modelId="{5B19EB20-FF20-4EB5-B211-F3AC9F8C4185}" type="presOf" srcId="{1494AD4D-7CCC-4CA9-ADA8-2698C8A16112}" destId="{DAB6A6D2-D462-4E24-8933-19BD0A3B8D8B}" srcOrd="1" destOrd="0" presId="urn:microsoft.com/office/officeart/2005/8/layout/hProcess6"/>
    <dgm:cxn modelId="{8928FE22-DB6A-4DEA-A4B5-8F4FBB321206}" type="presOf" srcId="{DF0F6825-DF12-4F31-96D3-83BA74149B42}" destId="{DA9BA91C-2ED7-4DEA-A5ED-3FCF26888626}" srcOrd="1" destOrd="0" presId="urn:microsoft.com/office/officeart/2005/8/layout/hProcess6"/>
    <dgm:cxn modelId="{20BAE228-094A-4379-A8CA-27981EE056B3}" type="presOf" srcId="{1494AD4D-7CCC-4CA9-ADA8-2698C8A16112}" destId="{B4484374-F97E-4A0D-B524-7BF82DA70716}" srcOrd="0" destOrd="0" presId="urn:microsoft.com/office/officeart/2005/8/layout/hProcess6"/>
    <dgm:cxn modelId="{05783C2C-D2E2-D041-85AF-91A426CC270C}" type="presOf" srcId="{54CF06AE-75E2-D346-AA62-2B040521EBA1}" destId="{873A3858-4FA5-47AC-BB0F-F1B6227873BA}" srcOrd="0" destOrd="2" presId="urn:microsoft.com/office/officeart/2005/8/layout/hProcess6"/>
    <dgm:cxn modelId="{5A013A37-C052-44B5-90C1-88B5A8566263}" type="presOf" srcId="{0A336B00-8082-4814-AAAE-79C4FF2452BA}" destId="{C3556303-A264-428D-A6C5-86980E0893FA}" srcOrd="1" destOrd="0" presId="urn:microsoft.com/office/officeart/2005/8/layout/hProcess6"/>
    <dgm:cxn modelId="{56528538-B0AB-A049-8BF2-CDEF426A098A}" type="presOf" srcId="{B9293085-B6D2-8545-80B8-A21753B68E0A}" destId="{0B4B5FA3-4F31-4EF6-8F5D-F62F50985C31}" srcOrd="0" destOrd="3" presId="urn:microsoft.com/office/officeart/2005/8/layout/hProcess6"/>
    <dgm:cxn modelId="{AFB9E13D-4472-E043-A7C5-0682038A7C58}" type="presOf" srcId="{3130E3F4-83FB-FE48-9AA5-D91C7D2FAE55}" destId="{DA9BA91C-2ED7-4DEA-A5ED-3FCF26888626}" srcOrd="1" destOrd="3" presId="urn:microsoft.com/office/officeart/2005/8/layout/hProcess6"/>
    <dgm:cxn modelId="{F2B80F3E-90B7-6647-9304-A98DE2D2193C}" type="presOf" srcId="{54C1D77B-4B54-5E49-8694-32DF7C071155}" destId="{C3556303-A264-428D-A6C5-86980E0893FA}" srcOrd="1" destOrd="2" presId="urn:microsoft.com/office/officeart/2005/8/layout/hProcess6"/>
    <dgm:cxn modelId="{0AE7ED3E-70E2-4C26-BB9A-C4777BF3B421}" type="presOf" srcId="{C0C37D8D-7A82-4A51-A12C-6255606CE6C1}" destId="{008EABF7-B564-4A13-BF4D-CB0AEEC77A91}" srcOrd="0" destOrd="0" presId="urn:microsoft.com/office/officeart/2005/8/layout/hProcess6"/>
    <dgm:cxn modelId="{09AED23F-2F20-B045-A0EC-4888148D49C9}" srcId="{C0C37D8D-7A82-4A51-A12C-6255606CE6C1}" destId="{2EE7C3D3-EF60-0E46-A331-B00FC2B5753B}" srcOrd="4" destOrd="0" parTransId="{BB29D2B4-D9EF-FE47-98A9-088F884112E7}" sibTransId="{CB45F6D3-0393-CB4B-9210-6CC9122E84DD}"/>
    <dgm:cxn modelId="{6514CD40-164B-46E9-8191-D6B797F76991}" type="presOf" srcId="{4B8B826C-AFAA-436A-B54A-B5C6FA84EA5B}" destId="{0B4B5FA3-4F31-4EF6-8F5D-F62F50985C31}" srcOrd="0" destOrd="6" presId="urn:microsoft.com/office/officeart/2005/8/layout/hProcess6"/>
    <dgm:cxn modelId="{584C8944-FC6B-B940-A254-6BF47E83EDDC}" srcId="{0F507754-2CDB-4CDE-BBA1-7653E69014B8}" destId="{54C1D77B-4B54-5E49-8694-32DF7C071155}" srcOrd="2" destOrd="0" parTransId="{8639B1D1-59A9-0345-8B95-90F29652CF63}" sibTransId="{7C657310-D2F0-1945-97FC-65DF48CE889F}"/>
    <dgm:cxn modelId="{A20F6445-3E27-4926-8367-09D2ADB6A371}" type="presOf" srcId="{BCE021E0-50A1-4FBA-8747-3D59FE804B9F}" destId="{29B467BE-B8B3-4454-8337-651F6FA8D458}" srcOrd="0" destOrd="1" presId="urn:microsoft.com/office/officeart/2005/8/layout/hProcess6"/>
    <dgm:cxn modelId="{4783F049-8F9D-234E-898D-824B5F079DE8}" type="presOf" srcId="{D6B2E01B-0CFB-5C40-9EDF-47488218F3D8}" destId="{873A3858-4FA5-47AC-BB0F-F1B6227873BA}" srcOrd="0" destOrd="1" presId="urn:microsoft.com/office/officeart/2005/8/layout/hProcess6"/>
    <dgm:cxn modelId="{214F9155-A51C-6D41-8C0C-2D6BAF8D2283}" type="presOf" srcId="{B55FD80A-C153-454F-8334-6B63D381B31D}" destId="{C3556303-A264-428D-A6C5-86980E0893FA}" srcOrd="1" destOrd="1" presId="urn:microsoft.com/office/officeart/2005/8/layout/hProcess6"/>
    <dgm:cxn modelId="{1A094A56-0E8D-6042-A9B2-7DA64B9B7C5E}" type="presOf" srcId="{D926B3B8-84A5-8F48-9596-710408A9E888}" destId="{C3556303-A264-428D-A6C5-86980E0893FA}" srcOrd="1" destOrd="4" presId="urn:microsoft.com/office/officeart/2005/8/layout/hProcess6"/>
    <dgm:cxn modelId="{EB29CA5A-2441-43EA-8D67-F1452377E665}" srcId="{D461267C-AAFC-4A04-B453-10BFCA9E3A78}" destId="{C0C37D8D-7A82-4A51-A12C-6255606CE6C1}" srcOrd="3" destOrd="0" parTransId="{27E89AE2-6449-4ED3-9B96-84B43DA6DD22}" sibTransId="{4AE1ED80-99A1-4A0E-82ED-150A20F3E704}"/>
    <dgm:cxn modelId="{AE128A5D-6DAD-4942-A432-AE2176DE3299}" type="presOf" srcId="{BA579838-0413-4577-A182-FF80F5549516}" destId="{3EF928B0-AE40-4CCC-9AC8-7F4622232DB9}" srcOrd="0" destOrd="0" presId="urn:microsoft.com/office/officeart/2005/8/layout/hProcess6"/>
    <dgm:cxn modelId="{6809C865-DFF4-43C3-A00C-BA18E6DCA2AB}" srcId="{C0C37D8D-7A82-4A51-A12C-6255606CE6C1}" destId="{2921B3FD-1F92-4EB6-B0D5-6887B555B02C}" srcOrd="5" destOrd="0" parTransId="{A97E0A1F-74E7-43FC-BEAD-3105E1E94608}" sibTransId="{A872CE98-CDDA-4CA0-BBA3-F10DC8C8EF89}"/>
    <dgm:cxn modelId="{F6B0C467-A459-4D51-AACF-4F91CF6BAB98}" type="presOf" srcId="{EC05F70C-BD86-4BEB-AF86-377489D9198C}" destId="{873A3858-4FA5-47AC-BB0F-F1B6227873BA}" srcOrd="0" destOrd="4" presId="urn:microsoft.com/office/officeart/2005/8/layout/hProcess6"/>
    <dgm:cxn modelId="{E4F7A069-08C8-3A44-9CBA-0F2222995D82}" type="presOf" srcId="{4EB52C01-023A-D34F-990F-FC10E61C7C4F}" destId="{0435D653-E243-4536-B374-BD2656895D1D}" srcOrd="1" destOrd="2" presId="urn:microsoft.com/office/officeart/2005/8/layout/hProcess6"/>
    <dgm:cxn modelId="{D520996E-EF13-4B0F-90A5-D997BD495F5F}" type="presOf" srcId="{D461267C-AAFC-4A04-B453-10BFCA9E3A78}" destId="{25A913F6-1796-44E2-86F5-34ED72C8724E}" srcOrd="0" destOrd="0" presId="urn:microsoft.com/office/officeart/2005/8/layout/hProcess6"/>
    <dgm:cxn modelId="{C82EC270-94C9-422B-97CD-A94FF2ADAE66}" type="presOf" srcId="{36C6F2A7-C5E3-4561-ABF1-EAD34C41222A}" destId="{DAB6A6D2-D462-4E24-8933-19BD0A3B8D8B}" srcOrd="1" destOrd="1" presId="urn:microsoft.com/office/officeart/2005/8/layout/hProcess6"/>
    <dgm:cxn modelId="{6D977E75-082F-4554-9020-6EA074C4CF26}" srcId="{D461267C-AAFC-4A04-B453-10BFCA9E3A78}" destId="{005C1547-99FD-4E37-88D7-60AB84BCEA6D}" srcOrd="0" destOrd="0" parTransId="{8577BE6F-5409-4966-9139-BBE73303EBA0}" sibTransId="{A77B7760-54F6-479F-9408-ABD07241A059}"/>
    <dgm:cxn modelId="{CE8E1178-579B-F743-B693-F27D8D1A8D80}" type="presOf" srcId="{54CF06AE-75E2-D346-AA62-2B040521EBA1}" destId="{DA9BA91C-2ED7-4DEA-A5ED-3FCF26888626}" srcOrd="1" destOrd="2" presId="urn:microsoft.com/office/officeart/2005/8/layout/hProcess6"/>
    <dgm:cxn modelId="{67526378-1EF9-47B3-8A8C-25B9AAA8767E}" type="presOf" srcId="{005C1547-99FD-4E37-88D7-60AB84BCEA6D}" destId="{F8992835-E712-4E11-B253-812CDA2F4A9F}" srcOrd="0" destOrd="0" presId="urn:microsoft.com/office/officeart/2005/8/layout/hProcess6"/>
    <dgm:cxn modelId="{96C03D7C-DAD6-49DD-892E-941FD86ADCBA}" srcId="{BA579838-0413-4577-A182-FF80F5549516}" destId="{EC05F70C-BD86-4BEB-AF86-377489D9198C}" srcOrd="4" destOrd="0" parTransId="{EDF2F1C6-1FD5-4887-8D74-7A7CF95C4706}" sibTransId="{C10B3B67-97E7-4F2B-8591-F02F436A31F7}"/>
    <dgm:cxn modelId="{2E51E57E-73DA-4F19-A220-E740779447D8}" type="presOf" srcId="{36C6F2A7-C5E3-4561-ABF1-EAD34C41222A}" destId="{B4484374-F97E-4A0D-B524-7BF82DA70716}" srcOrd="0" destOrd="1" presId="urn:microsoft.com/office/officeart/2005/8/layout/hProcess6"/>
    <dgm:cxn modelId="{FCF7F47E-CAAB-D04F-B321-09A834CE3EB7}" type="presOf" srcId="{2EE7C3D3-EF60-0E46-A331-B00FC2B5753B}" destId="{29B467BE-B8B3-4454-8337-651F6FA8D458}" srcOrd="0" destOrd="4" presId="urn:microsoft.com/office/officeart/2005/8/layout/hProcess6"/>
    <dgm:cxn modelId="{17E49281-37CD-4195-8B67-5FFEE9F42DA2}" type="presOf" srcId="{272F54DC-F84F-4C4A-8783-BE36B82FC24B}" destId="{0435D653-E243-4536-B374-BD2656895D1D}" srcOrd="1" destOrd="0" presId="urn:microsoft.com/office/officeart/2005/8/layout/hProcess6"/>
    <dgm:cxn modelId="{6206E084-759C-48AC-97D6-94B9F8B2C734}" srcId="{005C1547-99FD-4E37-88D7-60AB84BCEA6D}" destId="{1494AD4D-7CCC-4CA9-ADA8-2698C8A16112}" srcOrd="0" destOrd="0" parTransId="{6770035E-5DE2-4322-A291-F3A3C2427FA3}" sibTransId="{14BB6BD3-FFBF-4B27-BD90-BE7D17FD0970}"/>
    <dgm:cxn modelId="{FE5FEB84-54D7-4DF4-A333-2DF43E5F53D0}" type="presOf" srcId="{4B27A008-CB7E-4A55-B333-7F040E7561C9}" destId="{DAB6A6D2-D462-4E24-8933-19BD0A3B8D8B}" srcOrd="1" destOrd="2" presId="urn:microsoft.com/office/officeart/2005/8/layout/hProcess6"/>
    <dgm:cxn modelId="{C4E64D88-378D-0A49-8E61-927F85867EAF}" type="presOf" srcId="{B9293085-B6D2-8545-80B8-A21753B68E0A}" destId="{C3556303-A264-428D-A6C5-86980E0893FA}" srcOrd="1" destOrd="3" presId="urn:microsoft.com/office/officeart/2005/8/layout/hProcess6"/>
    <dgm:cxn modelId="{25B18D88-3E74-304C-8BA1-F483DD1B88ED}" type="presOf" srcId="{2EE7C3D3-EF60-0E46-A331-B00FC2B5753B}" destId="{0435D653-E243-4536-B374-BD2656895D1D}" srcOrd="1" destOrd="4" presId="urn:microsoft.com/office/officeart/2005/8/layout/hProcess6"/>
    <dgm:cxn modelId="{7739E38A-06C8-1B44-B1A8-D15DAD789C41}" srcId="{C0C37D8D-7A82-4A51-A12C-6255606CE6C1}" destId="{4EB52C01-023A-D34F-990F-FC10E61C7C4F}" srcOrd="2" destOrd="0" parTransId="{87EAF7E4-B9EC-AC48-9DE2-862FFEF96EC7}" sibTransId="{48EA8363-CC15-FE4F-A497-F2E072210276}"/>
    <dgm:cxn modelId="{C2BC9A8B-0B64-4430-A2B7-6061401FFD70}" type="presOf" srcId="{BCE021E0-50A1-4FBA-8747-3D59FE804B9F}" destId="{0435D653-E243-4536-B374-BD2656895D1D}" srcOrd="1" destOrd="1" presId="urn:microsoft.com/office/officeart/2005/8/layout/hProcess6"/>
    <dgm:cxn modelId="{55CDCF8F-7C07-2C4B-9551-B42BBB437F30}" srcId="{BA579838-0413-4577-A182-FF80F5549516}" destId="{3130E3F4-83FB-FE48-9AA5-D91C7D2FAE55}" srcOrd="3" destOrd="0" parTransId="{1E9E38A5-1630-5145-A511-3A8F36A88CB8}" sibTransId="{5C1F125E-50D0-6241-8B9E-660FA6A6B0A7}"/>
    <dgm:cxn modelId="{70F38291-C5AE-A940-B5FE-11C5194EBC49}" type="presOf" srcId="{6F371B0F-E39B-BB4A-A9F0-8431B444D1E0}" destId="{0B4B5FA3-4F31-4EF6-8F5D-F62F50985C31}" srcOrd="0" destOrd="5" presId="urn:microsoft.com/office/officeart/2005/8/layout/hProcess6"/>
    <dgm:cxn modelId="{246F8A91-6534-0940-A617-B752A271F2E2}" srcId="{0F507754-2CDB-4CDE-BBA1-7653E69014B8}" destId="{6F371B0F-E39B-BB4A-A9F0-8431B444D1E0}" srcOrd="5" destOrd="0" parTransId="{EEBCB173-EAA7-C241-AA88-E8F63D803841}" sibTransId="{EE1E0C2D-01DD-A547-BA5B-6FFD569B10DD}"/>
    <dgm:cxn modelId="{A2AF0C93-9460-9E4B-8671-22EF731DC6A8}" srcId="{0F507754-2CDB-4CDE-BBA1-7653E69014B8}" destId="{B9293085-B6D2-8545-80B8-A21753B68E0A}" srcOrd="3" destOrd="0" parTransId="{3829E838-B0B0-1C4C-88B3-61355133C43E}" sibTransId="{DFB5EE88-1125-9343-9C52-164ECCAE5205}"/>
    <dgm:cxn modelId="{64089195-5B67-45DB-B19D-8B3D9D54BF6B}" srcId="{005C1547-99FD-4E37-88D7-60AB84BCEA6D}" destId="{36C6F2A7-C5E3-4561-ABF1-EAD34C41222A}" srcOrd="1" destOrd="0" parTransId="{3D93ECB6-DD98-4B5D-B616-530E57B25ADB}" sibTransId="{2E642E7F-DB80-451A-B01E-057D9F7BC291}"/>
    <dgm:cxn modelId="{6C7B8EA7-9812-43B7-966F-72FDB3DBF86A}" type="presOf" srcId="{4B8B826C-AFAA-436A-B54A-B5C6FA84EA5B}" destId="{C3556303-A264-428D-A6C5-86980E0893FA}" srcOrd="1" destOrd="6" presId="urn:microsoft.com/office/officeart/2005/8/layout/hProcess6"/>
    <dgm:cxn modelId="{2ED731B3-5D0E-DA48-AB67-B5CA62F6526D}" type="presOf" srcId="{D6B2E01B-0CFB-5C40-9EDF-47488218F3D8}" destId="{DA9BA91C-2ED7-4DEA-A5ED-3FCF26888626}" srcOrd="1" destOrd="1" presId="urn:microsoft.com/office/officeart/2005/8/layout/hProcess6"/>
    <dgm:cxn modelId="{02C1D8B3-7A0E-3646-9186-3B74F9F185A0}" type="presOf" srcId="{54C1D77B-4B54-5E49-8694-32DF7C071155}" destId="{0B4B5FA3-4F31-4EF6-8F5D-F62F50985C31}" srcOrd="0" destOrd="2" presId="urn:microsoft.com/office/officeart/2005/8/layout/hProcess6"/>
    <dgm:cxn modelId="{19A65AB6-EAB1-468A-BE03-AB8733FD21C3}" type="presOf" srcId="{4B27A008-CB7E-4A55-B333-7F040E7561C9}" destId="{B4484374-F97E-4A0D-B524-7BF82DA70716}" srcOrd="0" destOrd="2" presId="urn:microsoft.com/office/officeart/2005/8/layout/hProcess6"/>
    <dgm:cxn modelId="{C3A5B3BE-BA75-41F3-A005-82FED1D023C7}" type="presOf" srcId="{2921B3FD-1F92-4EB6-B0D5-6887B555B02C}" destId="{0435D653-E243-4536-B374-BD2656895D1D}" srcOrd="1" destOrd="5" presId="urn:microsoft.com/office/officeart/2005/8/layout/hProcess6"/>
    <dgm:cxn modelId="{069426C0-CCE6-B844-B130-A759445D28BC}" type="presOf" srcId="{6F371B0F-E39B-BB4A-A9F0-8431B444D1E0}" destId="{C3556303-A264-428D-A6C5-86980E0893FA}" srcOrd="1" destOrd="5" presId="urn:microsoft.com/office/officeart/2005/8/layout/hProcess6"/>
    <dgm:cxn modelId="{D96C19CA-F964-41E7-80E7-EE40AC4C6169}" type="presOf" srcId="{0F507754-2CDB-4CDE-BBA1-7653E69014B8}" destId="{87A2D63B-EA13-41CD-A82C-BDD669DBC70C}" srcOrd="0" destOrd="0" presId="urn:microsoft.com/office/officeart/2005/8/layout/hProcess6"/>
    <dgm:cxn modelId="{C4E17CCB-D2D8-4411-B974-A8FE8CF6821F}" type="presOf" srcId="{2921B3FD-1F92-4EB6-B0D5-6887B555B02C}" destId="{29B467BE-B8B3-4454-8337-651F6FA8D458}" srcOrd="0" destOrd="5" presId="urn:microsoft.com/office/officeart/2005/8/layout/hProcess6"/>
    <dgm:cxn modelId="{6BFACACE-A564-4258-A7FD-4CD64DB1EB9C}" srcId="{BA579838-0413-4577-A182-FF80F5549516}" destId="{DF0F6825-DF12-4F31-96D3-83BA74149B42}" srcOrd="0" destOrd="0" parTransId="{8266A661-00CD-443D-8398-00EC28E3CC3D}" sibTransId="{27448AA4-5B90-4F3E-BCC1-1655A601717A}"/>
    <dgm:cxn modelId="{78A937DA-5CC2-074F-A616-EFC28CED9B62}" srcId="{BA579838-0413-4577-A182-FF80F5549516}" destId="{54CF06AE-75E2-D346-AA62-2B040521EBA1}" srcOrd="2" destOrd="0" parTransId="{2729BFE9-A6CE-2645-85E9-7156E957CF28}" sibTransId="{2C7DBE57-1235-8E4E-9082-16A9C17708B0}"/>
    <dgm:cxn modelId="{D45C3EDD-1650-41E7-9B41-82853B8B79F2}" type="presOf" srcId="{EC05F70C-BD86-4BEB-AF86-377489D9198C}" destId="{DA9BA91C-2ED7-4DEA-A5ED-3FCF26888626}" srcOrd="1" destOrd="4" presId="urn:microsoft.com/office/officeart/2005/8/layout/hProcess6"/>
    <dgm:cxn modelId="{1B28EAE3-560C-B64C-ACBF-B7CE8FBA4B1E}" srcId="{BA579838-0413-4577-A182-FF80F5549516}" destId="{D6B2E01B-0CFB-5C40-9EDF-47488218F3D8}" srcOrd="1" destOrd="0" parTransId="{B12F30A1-40C2-CF4E-94ED-5FF21F7CEE06}" sibTransId="{903BDA5F-B613-2B43-A495-501C860D9EC2}"/>
    <dgm:cxn modelId="{C8A690EE-EA89-FB4C-AB9D-CD1DED382BE9}" srcId="{0F507754-2CDB-4CDE-BBA1-7653E69014B8}" destId="{B55FD80A-C153-454F-8334-6B63D381B31D}" srcOrd="1" destOrd="0" parTransId="{ED6C3C42-E48C-8F4F-AB02-12FADB18D5DD}" sibTransId="{B02D5179-690C-B046-AC42-D1FD90B636F3}"/>
    <dgm:cxn modelId="{1F56F6F3-946A-BE44-90F0-3DDA3E1CF2E3}" type="presOf" srcId="{B55FD80A-C153-454F-8334-6B63D381B31D}" destId="{0B4B5FA3-4F31-4EF6-8F5D-F62F50985C31}" srcOrd="0" destOrd="1" presId="urn:microsoft.com/office/officeart/2005/8/layout/hProcess6"/>
    <dgm:cxn modelId="{39DF36FA-2C99-544A-9093-40FB0DE55D1B}" type="presOf" srcId="{3130E3F4-83FB-FE48-9AA5-D91C7D2FAE55}" destId="{873A3858-4FA5-47AC-BB0F-F1B6227873BA}" srcOrd="0" destOrd="3" presId="urn:microsoft.com/office/officeart/2005/8/layout/hProcess6"/>
    <dgm:cxn modelId="{AF8DF3FA-DE92-CA4A-BAFC-80A691C057AD}" type="presOf" srcId="{E1711EED-53EA-D741-B15C-21A17109518B}" destId="{0435D653-E243-4536-B374-BD2656895D1D}" srcOrd="1" destOrd="3" presId="urn:microsoft.com/office/officeart/2005/8/layout/hProcess6"/>
    <dgm:cxn modelId="{3E5115FB-1634-409F-9B47-BCBD5D70A282}" srcId="{005C1547-99FD-4E37-88D7-60AB84BCEA6D}" destId="{4B27A008-CB7E-4A55-B333-7F040E7561C9}" srcOrd="2" destOrd="0" parTransId="{180B7EB8-4100-43FE-AE9E-DCA894DB84C5}" sibTransId="{4730FED8-3ADE-42FA-BBCE-5F6CC990E871}"/>
    <dgm:cxn modelId="{0A7245FB-AF47-4C0A-89C7-B5F1E809E3E9}" srcId="{0F507754-2CDB-4CDE-BBA1-7653E69014B8}" destId="{4B8B826C-AFAA-436A-B54A-B5C6FA84EA5B}" srcOrd="6" destOrd="0" parTransId="{85FAAC9C-B0E7-42D8-BA9C-570B9A59BE13}" sibTransId="{DA0A3252-B45A-4D95-9173-D34A423A5613}"/>
    <dgm:cxn modelId="{88DBA1FB-F303-4DBC-92F1-ECC4A1A4B31E}" srcId="{D461267C-AAFC-4A04-B453-10BFCA9E3A78}" destId="{BA579838-0413-4577-A182-FF80F5549516}" srcOrd="2" destOrd="0" parTransId="{F1BDB688-CCC1-4564-A38C-F5FDAA22CB13}" sibTransId="{2279A675-23DF-4502-B2FB-27B479AC59E8}"/>
    <dgm:cxn modelId="{5946533C-3B68-474C-AC17-1A72E402AD30}" type="presParOf" srcId="{25A913F6-1796-44E2-86F5-34ED72C8724E}" destId="{5DFF7897-A45B-4A05-A53C-480927982C02}" srcOrd="0" destOrd="0" presId="urn:microsoft.com/office/officeart/2005/8/layout/hProcess6"/>
    <dgm:cxn modelId="{CE28000F-C72D-4AB5-93DC-5D957253C9E4}" type="presParOf" srcId="{5DFF7897-A45B-4A05-A53C-480927982C02}" destId="{F71992BA-4E83-4A4A-B9D8-DF5E267C38B0}" srcOrd="0" destOrd="0" presId="urn:microsoft.com/office/officeart/2005/8/layout/hProcess6"/>
    <dgm:cxn modelId="{52293604-9E44-4F37-A11D-2E9DB9C600EE}" type="presParOf" srcId="{5DFF7897-A45B-4A05-A53C-480927982C02}" destId="{B4484374-F97E-4A0D-B524-7BF82DA70716}" srcOrd="1" destOrd="0" presId="urn:microsoft.com/office/officeart/2005/8/layout/hProcess6"/>
    <dgm:cxn modelId="{31BF1EDB-5E77-423E-BB0C-E550B76C792D}" type="presParOf" srcId="{5DFF7897-A45B-4A05-A53C-480927982C02}" destId="{DAB6A6D2-D462-4E24-8933-19BD0A3B8D8B}" srcOrd="2" destOrd="0" presId="urn:microsoft.com/office/officeart/2005/8/layout/hProcess6"/>
    <dgm:cxn modelId="{A9799F92-2FE9-4523-AA80-641E60421B3E}" type="presParOf" srcId="{5DFF7897-A45B-4A05-A53C-480927982C02}" destId="{F8992835-E712-4E11-B253-812CDA2F4A9F}" srcOrd="3" destOrd="0" presId="urn:microsoft.com/office/officeart/2005/8/layout/hProcess6"/>
    <dgm:cxn modelId="{2B2C9DBB-0966-4428-9AF7-531A4FEBC69A}" type="presParOf" srcId="{25A913F6-1796-44E2-86F5-34ED72C8724E}" destId="{997B86B2-1CD7-41B6-A03A-04C51334E035}" srcOrd="1" destOrd="0" presId="urn:microsoft.com/office/officeart/2005/8/layout/hProcess6"/>
    <dgm:cxn modelId="{9B33E69F-0F55-4847-8A9B-6EDA5A881FA1}" type="presParOf" srcId="{25A913F6-1796-44E2-86F5-34ED72C8724E}" destId="{098967BF-8C35-4AD7-9E58-1420868166BE}" srcOrd="2" destOrd="0" presId="urn:microsoft.com/office/officeart/2005/8/layout/hProcess6"/>
    <dgm:cxn modelId="{4F086EF7-7DEC-4D7F-B556-02CAECAAA6B4}" type="presParOf" srcId="{098967BF-8C35-4AD7-9E58-1420868166BE}" destId="{335371D7-0293-4547-9202-4418F89086F6}" srcOrd="0" destOrd="0" presId="urn:microsoft.com/office/officeart/2005/8/layout/hProcess6"/>
    <dgm:cxn modelId="{6CEBF3E3-E7BB-4445-883A-67196EEF7FB1}" type="presParOf" srcId="{098967BF-8C35-4AD7-9E58-1420868166BE}" destId="{0B4B5FA3-4F31-4EF6-8F5D-F62F50985C31}" srcOrd="1" destOrd="0" presId="urn:microsoft.com/office/officeart/2005/8/layout/hProcess6"/>
    <dgm:cxn modelId="{0FA89AD9-3B3E-4DAB-9AC7-90B1C86E95C3}" type="presParOf" srcId="{098967BF-8C35-4AD7-9E58-1420868166BE}" destId="{C3556303-A264-428D-A6C5-86980E0893FA}" srcOrd="2" destOrd="0" presId="urn:microsoft.com/office/officeart/2005/8/layout/hProcess6"/>
    <dgm:cxn modelId="{7AF2A5B6-D508-427F-B2BB-4F56E5E26C29}" type="presParOf" srcId="{098967BF-8C35-4AD7-9E58-1420868166BE}" destId="{87A2D63B-EA13-41CD-A82C-BDD669DBC70C}" srcOrd="3" destOrd="0" presId="urn:microsoft.com/office/officeart/2005/8/layout/hProcess6"/>
    <dgm:cxn modelId="{2A75041B-CEAD-4CBA-8C0D-46285C3F9D99}" type="presParOf" srcId="{25A913F6-1796-44E2-86F5-34ED72C8724E}" destId="{EDA26482-546D-4479-9AEC-EF0EA02C2180}" srcOrd="3" destOrd="0" presId="urn:microsoft.com/office/officeart/2005/8/layout/hProcess6"/>
    <dgm:cxn modelId="{F24C6CFA-56DE-44D1-9F98-CE4757579460}" type="presParOf" srcId="{25A913F6-1796-44E2-86F5-34ED72C8724E}" destId="{6A90C15B-3C9B-45EF-8C0F-AC5BA2DD0A91}" srcOrd="4" destOrd="0" presId="urn:microsoft.com/office/officeart/2005/8/layout/hProcess6"/>
    <dgm:cxn modelId="{9C8B670B-4280-4198-B9F3-6A9572BF6E2C}" type="presParOf" srcId="{6A90C15B-3C9B-45EF-8C0F-AC5BA2DD0A91}" destId="{66FCE5C4-75CE-4371-AB3F-5FE8C8237DFA}" srcOrd="0" destOrd="0" presId="urn:microsoft.com/office/officeart/2005/8/layout/hProcess6"/>
    <dgm:cxn modelId="{412D9038-43CD-4BBF-9702-91465CE7C96B}" type="presParOf" srcId="{6A90C15B-3C9B-45EF-8C0F-AC5BA2DD0A91}" destId="{873A3858-4FA5-47AC-BB0F-F1B6227873BA}" srcOrd="1" destOrd="0" presId="urn:microsoft.com/office/officeart/2005/8/layout/hProcess6"/>
    <dgm:cxn modelId="{B357AFB0-E6BF-485B-85E3-C8F869C55380}" type="presParOf" srcId="{6A90C15B-3C9B-45EF-8C0F-AC5BA2DD0A91}" destId="{DA9BA91C-2ED7-4DEA-A5ED-3FCF26888626}" srcOrd="2" destOrd="0" presId="urn:microsoft.com/office/officeart/2005/8/layout/hProcess6"/>
    <dgm:cxn modelId="{C2F71E56-73FC-4AB4-A91B-13498978A339}" type="presParOf" srcId="{6A90C15B-3C9B-45EF-8C0F-AC5BA2DD0A91}" destId="{3EF928B0-AE40-4CCC-9AC8-7F4622232DB9}" srcOrd="3" destOrd="0" presId="urn:microsoft.com/office/officeart/2005/8/layout/hProcess6"/>
    <dgm:cxn modelId="{BAFD7876-673D-4446-BA62-3A14F3E7E62D}" type="presParOf" srcId="{25A913F6-1796-44E2-86F5-34ED72C8724E}" destId="{CF32752F-8D14-4662-AF10-704ED0D9AC3C}" srcOrd="5" destOrd="0" presId="urn:microsoft.com/office/officeart/2005/8/layout/hProcess6"/>
    <dgm:cxn modelId="{CBD8F9EC-4046-47CE-9622-8481C9335E7E}" type="presParOf" srcId="{25A913F6-1796-44E2-86F5-34ED72C8724E}" destId="{BF1976E3-97FE-4777-9836-E1C3E8400EF1}" srcOrd="6" destOrd="0" presId="urn:microsoft.com/office/officeart/2005/8/layout/hProcess6"/>
    <dgm:cxn modelId="{6EAFC9F1-0121-48B3-8D12-B7DF025F1EE0}" type="presParOf" srcId="{BF1976E3-97FE-4777-9836-E1C3E8400EF1}" destId="{FAFA3233-7BB8-49AE-899E-5CA9CCE68CA8}" srcOrd="0" destOrd="0" presId="urn:microsoft.com/office/officeart/2005/8/layout/hProcess6"/>
    <dgm:cxn modelId="{E795F981-D370-4363-834E-7D9A38490D8E}" type="presParOf" srcId="{BF1976E3-97FE-4777-9836-E1C3E8400EF1}" destId="{29B467BE-B8B3-4454-8337-651F6FA8D458}" srcOrd="1" destOrd="0" presId="urn:microsoft.com/office/officeart/2005/8/layout/hProcess6"/>
    <dgm:cxn modelId="{6CDDBB5A-12A5-4206-90F0-8F0401DAE719}" type="presParOf" srcId="{BF1976E3-97FE-4777-9836-E1C3E8400EF1}" destId="{0435D653-E243-4536-B374-BD2656895D1D}" srcOrd="2" destOrd="0" presId="urn:microsoft.com/office/officeart/2005/8/layout/hProcess6"/>
    <dgm:cxn modelId="{6366A2F8-E430-42A7-9AA9-4C04737F3F7F}" type="presParOf" srcId="{BF1976E3-97FE-4777-9836-E1C3E8400EF1}" destId="{008EABF7-B564-4A13-BF4D-CB0AEEC77A91}" srcOrd="3" destOrd="0" presId="urn:microsoft.com/office/officeart/2005/8/layout/hProcess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461267C-AAFC-4A04-B453-10BFCA9E3A78}" type="doc">
      <dgm:prSet loTypeId="urn:microsoft.com/office/officeart/2005/8/layout/hProcess6" loCatId="process" qsTypeId="urn:microsoft.com/office/officeart/2005/8/quickstyle/simple1" qsCatId="simple" csTypeId="urn:microsoft.com/office/officeart/2005/8/colors/accent1_2" csCatId="accent1" phldr="1"/>
      <dgm:spPr/>
      <dgm:t>
        <a:bodyPr/>
        <a:lstStyle/>
        <a:p>
          <a:endParaRPr lang="en-GB"/>
        </a:p>
      </dgm:t>
    </dgm:pt>
    <dgm:pt modelId="{005C1547-99FD-4E37-88D7-60AB84BCEA6D}">
      <dgm:prSet phldrT="[Text]"/>
      <dgm:spPr>
        <a:solidFill>
          <a:schemeClr val="bg2">
            <a:lumMod val="50000"/>
          </a:schemeClr>
        </a:solidFill>
      </dgm:spPr>
      <dgm:t>
        <a:bodyPr/>
        <a:lstStyle/>
        <a:p>
          <a:r>
            <a:rPr lang="en-GB"/>
            <a:t>1</a:t>
          </a:r>
          <a:r>
            <a:rPr lang="en-GB" baseline="30000"/>
            <a:t>st</a:t>
          </a:r>
          <a:r>
            <a:rPr lang="en-GB"/>
            <a:t> </a:t>
          </a:r>
          <a:r>
            <a:rPr lang="en-GB" err="1"/>
            <a:t>Qtr</a:t>
          </a:r>
          <a:endParaRPr lang="en-GB"/>
        </a:p>
      </dgm:t>
    </dgm:pt>
    <dgm:pt modelId="{8577BE6F-5409-4966-9139-BBE73303EBA0}" type="parTrans" cxnId="{6D977E75-082F-4554-9020-6EA074C4CF26}">
      <dgm:prSet/>
      <dgm:spPr/>
      <dgm:t>
        <a:bodyPr/>
        <a:lstStyle/>
        <a:p>
          <a:endParaRPr lang="en-GB"/>
        </a:p>
      </dgm:t>
    </dgm:pt>
    <dgm:pt modelId="{A77B7760-54F6-479F-9408-ABD07241A059}" type="sibTrans" cxnId="{6D977E75-082F-4554-9020-6EA074C4CF26}">
      <dgm:prSet/>
      <dgm:spPr/>
      <dgm:t>
        <a:bodyPr/>
        <a:lstStyle/>
        <a:p>
          <a:endParaRPr lang="en-GB"/>
        </a:p>
      </dgm:t>
    </dgm:pt>
    <dgm:pt modelId="{0F507754-2CDB-4CDE-BBA1-7653E69014B8}">
      <dgm:prSet phldrT="[Text]"/>
      <dgm:spPr>
        <a:solidFill>
          <a:schemeClr val="bg2">
            <a:lumMod val="50000"/>
          </a:schemeClr>
        </a:solidFill>
      </dgm:spPr>
      <dgm:t>
        <a:bodyPr/>
        <a:lstStyle/>
        <a:p>
          <a:r>
            <a:rPr lang="en-GB"/>
            <a:t>2</a:t>
          </a:r>
          <a:r>
            <a:rPr lang="en-GB" baseline="30000"/>
            <a:t>nd</a:t>
          </a:r>
          <a:r>
            <a:rPr lang="en-GB"/>
            <a:t> </a:t>
          </a:r>
          <a:r>
            <a:rPr lang="en-GB" err="1"/>
            <a:t>Qtr</a:t>
          </a:r>
          <a:endParaRPr lang="en-GB"/>
        </a:p>
      </dgm:t>
    </dgm:pt>
    <dgm:pt modelId="{1C981ACF-9D2C-47CE-AC21-ABA922DCCCF2}" type="parTrans" cxnId="{B62AE417-1DEE-436B-B222-8364E785BBED}">
      <dgm:prSet/>
      <dgm:spPr/>
      <dgm:t>
        <a:bodyPr/>
        <a:lstStyle/>
        <a:p>
          <a:endParaRPr lang="en-GB"/>
        </a:p>
      </dgm:t>
    </dgm:pt>
    <dgm:pt modelId="{9F2FD445-215D-4CCB-A143-77A6D3E7B958}" type="sibTrans" cxnId="{B62AE417-1DEE-436B-B222-8364E785BBED}">
      <dgm:prSet/>
      <dgm:spPr/>
      <dgm:t>
        <a:bodyPr/>
        <a:lstStyle/>
        <a:p>
          <a:endParaRPr lang="en-GB"/>
        </a:p>
      </dgm:t>
    </dgm:pt>
    <dgm:pt modelId="{BA579838-0413-4577-A182-FF80F5549516}">
      <dgm:prSet phldrT="[Text]"/>
      <dgm:spPr>
        <a:solidFill>
          <a:schemeClr val="bg2">
            <a:lumMod val="50000"/>
          </a:schemeClr>
        </a:solidFill>
      </dgm:spPr>
      <dgm:t>
        <a:bodyPr/>
        <a:lstStyle/>
        <a:p>
          <a:r>
            <a:rPr lang="en-GB"/>
            <a:t>3</a:t>
          </a:r>
          <a:r>
            <a:rPr lang="en-GB" baseline="30000"/>
            <a:t>rd</a:t>
          </a:r>
          <a:r>
            <a:rPr lang="en-GB"/>
            <a:t> </a:t>
          </a:r>
          <a:r>
            <a:rPr lang="en-GB" err="1"/>
            <a:t>Qtr</a:t>
          </a:r>
          <a:endParaRPr lang="en-GB"/>
        </a:p>
      </dgm:t>
    </dgm:pt>
    <dgm:pt modelId="{F1BDB688-CCC1-4564-A38C-F5FDAA22CB13}" type="parTrans" cxnId="{88DBA1FB-F303-4DBC-92F1-ECC4A1A4B31E}">
      <dgm:prSet/>
      <dgm:spPr/>
      <dgm:t>
        <a:bodyPr/>
        <a:lstStyle/>
        <a:p>
          <a:endParaRPr lang="en-GB"/>
        </a:p>
      </dgm:t>
    </dgm:pt>
    <dgm:pt modelId="{2279A675-23DF-4502-B2FB-27B479AC59E8}" type="sibTrans" cxnId="{88DBA1FB-F303-4DBC-92F1-ECC4A1A4B31E}">
      <dgm:prSet/>
      <dgm:spPr/>
      <dgm:t>
        <a:bodyPr/>
        <a:lstStyle/>
        <a:p>
          <a:endParaRPr lang="en-GB"/>
        </a:p>
      </dgm:t>
    </dgm:pt>
    <dgm:pt modelId="{C0C37D8D-7A82-4A51-A12C-6255606CE6C1}">
      <dgm:prSet phldrT="[Text]"/>
      <dgm:spPr>
        <a:solidFill>
          <a:schemeClr val="bg2">
            <a:lumMod val="50000"/>
          </a:schemeClr>
        </a:solidFill>
      </dgm:spPr>
      <dgm:t>
        <a:bodyPr/>
        <a:lstStyle/>
        <a:p>
          <a:r>
            <a:rPr lang="en-GB"/>
            <a:t>4</a:t>
          </a:r>
          <a:r>
            <a:rPr lang="en-GB" baseline="30000"/>
            <a:t>th</a:t>
          </a:r>
          <a:r>
            <a:rPr lang="en-GB"/>
            <a:t> </a:t>
          </a:r>
          <a:r>
            <a:rPr lang="en-GB" err="1"/>
            <a:t>Qtr</a:t>
          </a:r>
          <a:endParaRPr lang="en-GB"/>
        </a:p>
      </dgm:t>
    </dgm:pt>
    <dgm:pt modelId="{27E89AE2-6449-4ED3-9B96-84B43DA6DD22}" type="parTrans" cxnId="{EB29CA5A-2441-43EA-8D67-F1452377E665}">
      <dgm:prSet/>
      <dgm:spPr/>
      <dgm:t>
        <a:bodyPr/>
        <a:lstStyle/>
        <a:p>
          <a:endParaRPr lang="en-GB"/>
        </a:p>
      </dgm:t>
    </dgm:pt>
    <dgm:pt modelId="{4AE1ED80-99A1-4A0E-82ED-150A20F3E704}" type="sibTrans" cxnId="{EB29CA5A-2441-43EA-8D67-F1452377E665}">
      <dgm:prSet/>
      <dgm:spPr/>
      <dgm:t>
        <a:bodyPr/>
        <a:lstStyle/>
        <a:p>
          <a:endParaRPr lang="en-GB"/>
        </a:p>
      </dgm:t>
    </dgm:pt>
    <dgm:pt modelId="{BCE021E0-50A1-4FBA-8747-3D59FE804B9F}">
      <dgm:prSet phldrT="[Text]" custT="1"/>
      <dgm:spPr>
        <a:solidFill>
          <a:schemeClr val="accent6">
            <a:lumMod val="20000"/>
            <a:lumOff val="80000"/>
          </a:schemeClr>
        </a:solidFill>
        <a:ln>
          <a:noFill/>
        </a:ln>
      </dgm:spPr>
      <dgm:t>
        <a:bodyPr/>
        <a:lstStyle/>
        <a:p>
          <a:pPr rtl="0">
            <a:buFont typeface="Arial" panose="020B0604020202020204" pitchFamily="34" charset="0"/>
            <a:buChar char="•"/>
          </a:pPr>
          <a:r>
            <a:rPr lang="en-US" sz="800"/>
            <a:t>Deepen customer engagement</a:t>
          </a:r>
          <a:endParaRPr lang="en-GB" sz="800"/>
        </a:p>
      </dgm:t>
    </dgm:pt>
    <dgm:pt modelId="{67DA1074-E633-4BC4-B456-B46B3F2AAE7D}" type="parTrans" cxnId="{D5AB3D0A-5D6C-48A3-BF04-35C3097096C1}">
      <dgm:prSet/>
      <dgm:spPr/>
      <dgm:t>
        <a:bodyPr/>
        <a:lstStyle/>
        <a:p>
          <a:endParaRPr lang="en-GB"/>
        </a:p>
      </dgm:t>
    </dgm:pt>
    <dgm:pt modelId="{CA24B249-CB4E-492A-8AEF-38B140626E85}" type="sibTrans" cxnId="{D5AB3D0A-5D6C-48A3-BF04-35C3097096C1}">
      <dgm:prSet/>
      <dgm:spPr/>
      <dgm:t>
        <a:bodyPr/>
        <a:lstStyle/>
        <a:p>
          <a:endParaRPr lang="en-GB"/>
        </a:p>
      </dgm:t>
    </dgm:pt>
    <dgm:pt modelId="{DF0F6825-DF12-4F31-96D3-83BA74149B42}">
      <dgm:prSet phldrT="[Text]" custT="1"/>
      <dgm:spPr>
        <a:solidFill>
          <a:schemeClr val="accent6">
            <a:lumMod val="20000"/>
            <a:lumOff val="80000"/>
          </a:schemeClr>
        </a:solidFill>
        <a:ln>
          <a:noFill/>
        </a:ln>
      </dgm:spPr>
      <dgm:t>
        <a:bodyPr/>
        <a:lstStyle/>
        <a:p>
          <a:pPr rtl="0"/>
          <a:r>
            <a:rPr lang="en-US" sz="800"/>
            <a:t>Deepen customer engagement</a:t>
          </a:r>
          <a:endParaRPr lang="en-GB" sz="800"/>
        </a:p>
      </dgm:t>
    </dgm:pt>
    <dgm:pt modelId="{8266A661-00CD-443D-8398-00EC28E3CC3D}" type="parTrans" cxnId="{6BFACACE-A564-4258-A7FD-4CD64DB1EB9C}">
      <dgm:prSet/>
      <dgm:spPr/>
      <dgm:t>
        <a:bodyPr/>
        <a:lstStyle/>
        <a:p>
          <a:endParaRPr lang="en-US"/>
        </a:p>
      </dgm:t>
    </dgm:pt>
    <dgm:pt modelId="{27448AA4-5B90-4F3E-BCC1-1655A601717A}" type="sibTrans" cxnId="{6BFACACE-A564-4258-A7FD-4CD64DB1EB9C}">
      <dgm:prSet/>
      <dgm:spPr/>
      <dgm:t>
        <a:bodyPr/>
        <a:lstStyle/>
        <a:p>
          <a:endParaRPr lang="en-US"/>
        </a:p>
      </dgm:t>
    </dgm:pt>
    <dgm:pt modelId="{0A336B00-8082-4814-AAAE-79C4FF2452BA}">
      <dgm:prSet phldrT="[Text]" phldr="0" custT="1"/>
      <dgm:spPr>
        <a:solidFill>
          <a:schemeClr val="accent6">
            <a:lumMod val="20000"/>
            <a:lumOff val="80000"/>
          </a:schemeClr>
        </a:solidFill>
        <a:ln>
          <a:noFill/>
        </a:ln>
      </dgm:spPr>
      <dgm:t>
        <a:bodyPr/>
        <a:lstStyle/>
        <a:p>
          <a:pPr rtl="0"/>
          <a:r>
            <a:rPr lang="en-US" sz="800">
              <a:latin typeface="Arial"/>
              <a:cs typeface="Calibri"/>
            </a:rPr>
            <a:t>Deepen customer engagement</a:t>
          </a:r>
          <a:endParaRPr lang="en-GB" sz="800">
            <a:latin typeface="Arial"/>
          </a:endParaRPr>
        </a:p>
      </dgm:t>
    </dgm:pt>
    <dgm:pt modelId="{06F7F318-3631-4FE9-8BFA-1E057FC0B014}" type="parTrans" cxnId="{05071118-1FE2-463B-8EF1-7B19BBED30EA}">
      <dgm:prSet/>
      <dgm:spPr/>
      <dgm:t>
        <a:bodyPr/>
        <a:lstStyle/>
        <a:p>
          <a:endParaRPr lang="en-US"/>
        </a:p>
      </dgm:t>
    </dgm:pt>
    <dgm:pt modelId="{411DEF42-DE25-43D9-96AE-4B10252B4AA1}" type="sibTrans" cxnId="{05071118-1FE2-463B-8EF1-7B19BBED30EA}">
      <dgm:prSet/>
      <dgm:spPr/>
      <dgm:t>
        <a:bodyPr/>
        <a:lstStyle/>
        <a:p>
          <a:endParaRPr lang="en-US"/>
        </a:p>
      </dgm:t>
    </dgm:pt>
    <dgm:pt modelId="{1494AD4D-7CCC-4CA9-ADA8-2698C8A16112}">
      <dgm:prSet phldrT="[Text]" custT="1"/>
      <dgm:spPr>
        <a:solidFill>
          <a:schemeClr val="accent6">
            <a:lumMod val="20000"/>
            <a:lumOff val="80000"/>
          </a:schemeClr>
        </a:solidFill>
        <a:ln>
          <a:noFill/>
        </a:ln>
      </dgm:spPr>
      <dgm:t>
        <a:bodyPr/>
        <a:lstStyle/>
        <a:p>
          <a:pPr rtl="0">
            <a:buFont typeface="Arial" panose="020B0604020202020204" pitchFamily="34" charset="0"/>
            <a:buChar char="•"/>
          </a:pPr>
          <a:r>
            <a:rPr lang="en-GB" sz="800"/>
            <a:t>Deepen customer engagement</a:t>
          </a:r>
        </a:p>
      </dgm:t>
    </dgm:pt>
    <dgm:pt modelId="{14BB6BD3-FFBF-4B27-BD90-BE7D17FD0970}" type="sibTrans" cxnId="{6206E084-759C-48AC-97D6-94B9F8B2C734}">
      <dgm:prSet/>
      <dgm:spPr/>
      <dgm:t>
        <a:bodyPr/>
        <a:lstStyle/>
        <a:p>
          <a:endParaRPr lang="en-GB"/>
        </a:p>
      </dgm:t>
    </dgm:pt>
    <dgm:pt modelId="{6770035E-5DE2-4322-A291-F3A3C2427FA3}" type="parTrans" cxnId="{6206E084-759C-48AC-97D6-94B9F8B2C734}">
      <dgm:prSet/>
      <dgm:spPr/>
      <dgm:t>
        <a:bodyPr/>
        <a:lstStyle/>
        <a:p>
          <a:endParaRPr lang="en-GB"/>
        </a:p>
      </dgm:t>
    </dgm:pt>
    <dgm:pt modelId="{4B27A008-CB7E-4A55-B333-7F040E7561C9}">
      <dgm:prSet phldrT="[Text]" phldr="0" custT="1"/>
      <dgm:spPr>
        <a:solidFill>
          <a:schemeClr val="accent6">
            <a:lumMod val="20000"/>
            <a:lumOff val="80000"/>
          </a:schemeClr>
        </a:solidFill>
        <a:ln>
          <a:noFill/>
        </a:ln>
      </dgm:spPr>
      <dgm:t>
        <a:bodyPr/>
        <a:lstStyle/>
        <a:p>
          <a:pPr rtl="0">
            <a:buFont typeface="Arial" panose="020B0604020202020204" pitchFamily="34" charset="0"/>
            <a:buChar char="•"/>
          </a:pPr>
          <a:r>
            <a:rPr lang="en-GB" sz="800"/>
            <a:t>Strengthen account intelligence</a:t>
          </a:r>
        </a:p>
      </dgm:t>
    </dgm:pt>
    <dgm:pt modelId="{4730FED8-3ADE-42FA-BBCE-5F6CC990E871}" type="sibTrans" cxnId="{3E5115FB-1634-409F-9B47-BCBD5D70A282}">
      <dgm:prSet/>
      <dgm:spPr/>
      <dgm:t>
        <a:bodyPr/>
        <a:lstStyle/>
        <a:p>
          <a:endParaRPr lang="en-US"/>
        </a:p>
      </dgm:t>
    </dgm:pt>
    <dgm:pt modelId="{180B7EB8-4100-43FE-AE9E-DCA894DB84C5}" type="parTrans" cxnId="{3E5115FB-1634-409F-9B47-BCBD5D70A282}">
      <dgm:prSet/>
      <dgm:spPr/>
      <dgm:t>
        <a:bodyPr/>
        <a:lstStyle/>
        <a:p>
          <a:endParaRPr lang="en-US"/>
        </a:p>
      </dgm:t>
    </dgm:pt>
    <dgm:pt modelId="{88BE4B98-A9F4-654E-8D7E-F8A3CC874229}">
      <dgm:prSet phldrT="[Text]" phldr="0" custT="1"/>
      <dgm:spPr>
        <a:solidFill>
          <a:schemeClr val="accent6">
            <a:lumMod val="20000"/>
            <a:lumOff val="80000"/>
          </a:schemeClr>
        </a:solidFill>
        <a:ln>
          <a:noFill/>
        </a:ln>
      </dgm:spPr>
      <dgm:t>
        <a:bodyPr/>
        <a:lstStyle/>
        <a:p>
          <a:pPr rtl="0">
            <a:buFont typeface="Arial" panose="020B0604020202020204" pitchFamily="34" charset="0"/>
            <a:buChar char="•"/>
          </a:pPr>
          <a:r>
            <a:rPr lang="en-GB" sz="800"/>
            <a:t>Increase capacity</a:t>
          </a:r>
        </a:p>
      </dgm:t>
    </dgm:pt>
    <dgm:pt modelId="{2DB55546-4008-2546-A4AF-FA1DB08AB82F}" type="parTrans" cxnId="{65123EC8-6481-7B4F-908B-263F71817202}">
      <dgm:prSet/>
      <dgm:spPr/>
      <dgm:t>
        <a:bodyPr/>
        <a:lstStyle/>
        <a:p>
          <a:endParaRPr lang="en-US"/>
        </a:p>
      </dgm:t>
    </dgm:pt>
    <dgm:pt modelId="{0173C24B-F8BF-A145-9C00-BC8275A84165}" type="sibTrans" cxnId="{65123EC8-6481-7B4F-908B-263F71817202}">
      <dgm:prSet/>
      <dgm:spPr/>
      <dgm:t>
        <a:bodyPr/>
        <a:lstStyle/>
        <a:p>
          <a:endParaRPr lang="en-US"/>
        </a:p>
      </dgm:t>
    </dgm:pt>
    <dgm:pt modelId="{32A46769-E1BA-AC41-B6EE-FD52A763C4CA}">
      <dgm:prSet custT="1"/>
      <dgm:spPr/>
      <dgm:t>
        <a:bodyPr/>
        <a:lstStyle/>
        <a:p>
          <a:pPr rtl="0"/>
          <a:r>
            <a:rPr lang="en-US" sz="800">
              <a:latin typeface="Arial"/>
              <a:cs typeface="Calibri"/>
            </a:rPr>
            <a:t>Increase capacity</a:t>
          </a:r>
        </a:p>
      </dgm:t>
    </dgm:pt>
    <dgm:pt modelId="{3373CCC2-E042-B943-85DF-6DFF33C07091}" type="parTrans" cxnId="{7D42DAED-D622-AC43-9BBB-B5250BD28D16}">
      <dgm:prSet/>
      <dgm:spPr/>
      <dgm:t>
        <a:bodyPr/>
        <a:lstStyle/>
        <a:p>
          <a:endParaRPr lang="en-US"/>
        </a:p>
      </dgm:t>
    </dgm:pt>
    <dgm:pt modelId="{71B8D4B6-5C77-7B4B-92DB-B2D5F12BEC55}" type="sibTrans" cxnId="{7D42DAED-D622-AC43-9BBB-B5250BD28D16}">
      <dgm:prSet/>
      <dgm:spPr/>
      <dgm:t>
        <a:bodyPr/>
        <a:lstStyle/>
        <a:p>
          <a:endParaRPr lang="en-US"/>
        </a:p>
      </dgm:t>
    </dgm:pt>
    <dgm:pt modelId="{5E8ADE4A-31B5-9C4B-8419-17820A19AF27}">
      <dgm:prSet custT="1"/>
      <dgm:spPr/>
      <dgm:t>
        <a:bodyPr/>
        <a:lstStyle/>
        <a:p>
          <a:pPr rtl="0"/>
          <a:r>
            <a:rPr lang="en-US" sz="800">
              <a:latin typeface="Arial"/>
              <a:cs typeface="Calibri"/>
            </a:rPr>
            <a:t>Strengthen account intelligence</a:t>
          </a:r>
        </a:p>
      </dgm:t>
    </dgm:pt>
    <dgm:pt modelId="{48E61A4F-9803-7F43-998E-60895A9DA317}" type="parTrans" cxnId="{9B925AB0-8D75-B245-AEFB-0E81A86678D5}">
      <dgm:prSet/>
      <dgm:spPr/>
      <dgm:t>
        <a:bodyPr/>
        <a:lstStyle/>
        <a:p>
          <a:endParaRPr lang="en-US"/>
        </a:p>
      </dgm:t>
    </dgm:pt>
    <dgm:pt modelId="{E92A8F90-EB1D-1443-A9E7-729855AA64B2}" type="sibTrans" cxnId="{9B925AB0-8D75-B245-AEFB-0E81A86678D5}">
      <dgm:prSet/>
      <dgm:spPr/>
      <dgm:t>
        <a:bodyPr/>
        <a:lstStyle/>
        <a:p>
          <a:endParaRPr lang="en-US"/>
        </a:p>
      </dgm:t>
    </dgm:pt>
    <dgm:pt modelId="{BBBD7E02-E4A4-7242-85DB-5083E904A8D4}">
      <dgm:prSet custT="1"/>
      <dgm:spPr/>
      <dgm:t>
        <a:bodyPr/>
        <a:lstStyle/>
        <a:p>
          <a:pPr rtl="0"/>
          <a:r>
            <a:rPr lang="en-US" sz="800"/>
            <a:t>Increase capacity</a:t>
          </a:r>
        </a:p>
      </dgm:t>
    </dgm:pt>
    <dgm:pt modelId="{FC6309BB-A4B8-0A4C-939D-6F2877A4626B}" type="parTrans" cxnId="{0257FCFA-82CB-8744-BED9-20825787F3CB}">
      <dgm:prSet/>
      <dgm:spPr/>
      <dgm:t>
        <a:bodyPr/>
        <a:lstStyle/>
        <a:p>
          <a:endParaRPr lang="en-US"/>
        </a:p>
      </dgm:t>
    </dgm:pt>
    <dgm:pt modelId="{1E64F728-F9CA-D743-813C-F3E7FF0C0A67}" type="sibTrans" cxnId="{0257FCFA-82CB-8744-BED9-20825787F3CB}">
      <dgm:prSet/>
      <dgm:spPr/>
      <dgm:t>
        <a:bodyPr/>
        <a:lstStyle/>
        <a:p>
          <a:endParaRPr lang="en-US"/>
        </a:p>
      </dgm:t>
    </dgm:pt>
    <dgm:pt modelId="{4ADB10C6-0A59-A846-A838-181C810CD6CC}">
      <dgm:prSet custT="1"/>
      <dgm:spPr/>
      <dgm:t>
        <a:bodyPr/>
        <a:lstStyle/>
        <a:p>
          <a:pPr rtl="0"/>
          <a:r>
            <a:rPr lang="en-US" sz="800"/>
            <a:t>Strengthen account intelligence</a:t>
          </a:r>
        </a:p>
      </dgm:t>
    </dgm:pt>
    <dgm:pt modelId="{4C1E3FCD-FC84-E644-AC47-67D5BD775DFC}" type="parTrans" cxnId="{6FA6E584-DBF3-3341-9409-36C49F38A7E7}">
      <dgm:prSet/>
      <dgm:spPr/>
      <dgm:t>
        <a:bodyPr/>
        <a:lstStyle/>
        <a:p>
          <a:endParaRPr lang="en-US"/>
        </a:p>
      </dgm:t>
    </dgm:pt>
    <dgm:pt modelId="{E54E6B6C-6074-E042-BF19-C41B402648CF}" type="sibTrans" cxnId="{6FA6E584-DBF3-3341-9409-36C49F38A7E7}">
      <dgm:prSet/>
      <dgm:spPr/>
      <dgm:t>
        <a:bodyPr/>
        <a:lstStyle/>
        <a:p>
          <a:endParaRPr lang="en-US"/>
        </a:p>
      </dgm:t>
    </dgm:pt>
    <dgm:pt modelId="{D83BFA98-FC97-3A4A-8BCC-9D9C07221E00}">
      <dgm:prSet custT="1"/>
      <dgm:spPr/>
      <dgm:t>
        <a:bodyPr/>
        <a:lstStyle/>
        <a:p>
          <a:pPr rtl="0">
            <a:buFont typeface="Arial" panose="020B0604020202020204" pitchFamily="34" charset="0"/>
            <a:buChar char="•"/>
          </a:pPr>
          <a:r>
            <a:rPr lang="en-US" sz="800"/>
            <a:t>Increase capacity</a:t>
          </a:r>
        </a:p>
      </dgm:t>
    </dgm:pt>
    <dgm:pt modelId="{6229EF7B-FC6F-0543-BEB1-EE6136820421}" type="parTrans" cxnId="{7189A621-BA67-F642-9A22-90776AF6833E}">
      <dgm:prSet/>
      <dgm:spPr/>
      <dgm:t>
        <a:bodyPr/>
        <a:lstStyle/>
        <a:p>
          <a:endParaRPr lang="en-US"/>
        </a:p>
      </dgm:t>
    </dgm:pt>
    <dgm:pt modelId="{C4134ADE-53C6-A24E-B797-864441FF5EF2}" type="sibTrans" cxnId="{7189A621-BA67-F642-9A22-90776AF6833E}">
      <dgm:prSet/>
      <dgm:spPr/>
      <dgm:t>
        <a:bodyPr/>
        <a:lstStyle/>
        <a:p>
          <a:endParaRPr lang="en-US"/>
        </a:p>
      </dgm:t>
    </dgm:pt>
    <dgm:pt modelId="{3D4D04C9-81DC-8F47-9E04-3714D5B22E13}">
      <dgm:prSet custT="1"/>
      <dgm:spPr/>
      <dgm:t>
        <a:bodyPr/>
        <a:lstStyle/>
        <a:p>
          <a:pPr rtl="0">
            <a:buFont typeface="Arial" panose="020B0604020202020204" pitchFamily="34" charset="0"/>
            <a:buChar char="•"/>
          </a:pPr>
          <a:r>
            <a:rPr lang="en-US" sz="800"/>
            <a:t>Strengthen account intelligence</a:t>
          </a:r>
        </a:p>
      </dgm:t>
    </dgm:pt>
    <dgm:pt modelId="{CDA227AE-5826-0642-A29A-23D5E27816F3}" type="parTrans" cxnId="{0E62362D-5B4A-CC4E-98AF-48F1E557A7A0}">
      <dgm:prSet/>
      <dgm:spPr/>
      <dgm:t>
        <a:bodyPr/>
        <a:lstStyle/>
        <a:p>
          <a:endParaRPr lang="en-US"/>
        </a:p>
      </dgm:t>
    </dgm:pt>
    <dgm:pt modelId="{531CE997-F3DD-5345-8249-3CE8502C1E5E}" type="sibTrans" cxnId="{0E62362D-5B4A-CC4E-98AF-48F1E557A7A0}">
      <dgm:prSet/>
      <dgm:spPr/>
      <dgm:t>
        <a:bodyPr/>
        <a:lstStyle/>
        <a:p>
          <a:endParaRPr lang="en-US"/>
        </a:p>
      </dgm:t>
    </dgm:pt>
    <dgm:pt modelId="{25A913F6-1796-44E2-86F5-34ED72C8724E}" type="pres">
      <dgm:prSet presAssocID="{D461267C-AAFC-4A04-B453-10BFCA9E3A78}" presName="theList" presStyleCnt="0">
        <dgm:presLayoutVars>
          <dgm:dir/>
          <dgm:animLvl val="lvl"/>
          <dgm:resizeHandles val="exact"/>
        </dgm:presLayoutVars>
      </dgm:prSet>
      <dgm:spPr/>
    </dgm:pt>
    <dgm:pt modelId="{5DFF7897-A45B-4A05-A53C-480927982C02}" type="pres">
      <dgm:prSet presAssocID="{005C1547-99FD-4E37-88D7-60AB84BCEA6D}" presName="compNode" presStyleCnt="0"/>
      <dgm:spPr/>
    </dgm:pt>
    <dgm:pt modelId="{F71992BA-4E83-4A4A-B9D8-DF5E267C38B0}" type="pres">
      <dgm:prSet presAssocID="{005C1547-99FD-4E37-88D7-60AB84BCEA6D}" presName="noGeometry" presStyleCnt="0"/>
      <dgm:spPr/>
    </dgm:pt>
    <dgm:pt modelId="{B4484374-F97E-4A0D-B524-7BF82DA70716}" type="pres">
      <dgm:prSet presAssocID="{005C1547-99FD-4E37-88D7-60AB84BCEA6D}" presName="childTextVisible" presStyleLbl="bgAccFollowNode1" presStyleIdx="0" presStyleCnt="4">
        <dgm:presLayoutVars>
          <dgm:bulletEnabled val="1"/>
        </dgm:presLayoutVars>
      </dgm:prSet>
      <dgm:spPr/>
    </dgm:pt>
    <dgm:pt modelId="{DAB6A6D2-D462-4E24-8933-19BD0A3B8D8B}" type="pres">
      <dgm:prSet presAssocID="{005C1547-99FD-4E37-88D7-60AB84BCEA6D}" presName="childTextHidden" presStyleLbl="bgAccFollowNode1" presStyleIdx="0" presStyleCnt="4"/>
      <dgm:spPr/>
    </dgm:pt>
    <dgm:pt modelId="{F8992835-E712-4E11-B253-812CDA2F4A9F}" type="pres">
      <dgm:prSet presAssocID="{005C1547-99FD-4E37-88D7-60AB84BCEA6D}" presName="parentText" presStyleLbl="node1" presStyleIdx="0" presStyleCnt="4">
        <dgm:presLayoutVars>
          <dgm:chMax val="1"/>
          <dgm:bulletEnabled val="1"/>
        </dgm:presLayoutVars>
      </dgm:prSet>
      <dgm:spPr/>
    </dgm:pt>
    <dgm:pt modelId="{997B86B2-1CD7-41B6-A03A-04C51334E035}" type="pres">
      <dgm:prSet presAssocID="{005C1547-99FD-4E37-88D7-60AB84BCEA6D}" presName="aSpace" presStyleCnt="0"/>
      <dgm:spPr/>
    </dgm:pt>
    <dgm:pt modelId="{098967BF-8C35-4AD7-9E58-1420868166BE}" type="pres">
      <dgm:prSet presAssocID="{0F507754-2CDB-4CDE-BBA1-7653E69014B8}" presName="compNode" presStyleCnt="0"/>
      <dgm:spPr/>
    </dgm:pt>
    <dgm:pt modelId="{335371D7-0293-4547-9202-4418F89086F6}" type="pres">
      <dgm:prSet presAssocID="{0F507754-2CDB-4CDE-BBA1-7653E69014B8}" presName="noGeometry" presStyleCnt="0"/>
      <dgm:spPr/>
    </dgm:pt>
    <dgm:pt modelId="{0B4B5FA3-4F31-4EF6-8F5D-F62F50985C31}" type="pres">
      <dgm:prSet presAssocID="{0F507754-2CDB-4CDE-BBA1-7653E69014B8}" presName="childTextVisible" presStyleLbl="bgAccFollowNode1" presStyleIdx="1" presStyleCnt="4" custLinFactNeighborX="-279" custLinFactNeighborY="4029">
        <dgm:presLayoutVars>
          <dgm:bulletEnabled val="1"/>
        </dgm:presLayoutVars>
      </dgm:prSet>
      <dgm:spPr/>
    </dgm:pt>
    <dgm:pt modelId="{C3556303-A264-428D-A6C5-86980E0893FA}" type="pres">
      <dgm:prSet presAssocID="{0F507754-2CDB-4CDE-BBA1-7653E69014B8}" presName="childTextHidden" presStyleLbl="bgAccFollowNode1" presStyleIdx="1" presStyleCnt="4"/>
      <dgm:spPr/>
    </dgm:pt>
    <dgm:pt modelId="{87A2D63B-EA13-41CD-A82C-BDD669DBC70C}" type="pres">
      <dgm:prSet presAssocID="{0F507754-2CDB-4CDE-BBA1-7653E69014B8}" presName="parentText" presStyleLbl="node1" presStyleIdx="1" presStyleCnt="4" custLinFactNeighborX="56" custLinFactNeighborY="10185">
        <dgm:presLayoutVars>
          <dgm:chMax val="1"/>
          <dgm:bulletEnabled val="1"/>
        </dgm:presLayoutVars>
      </dgm:prSet>
      <dgm:spPr/>
    </dgm:pt>
    <dgm:pt modelId="{EDA26482-546D-4479-9AEC-EF0EA02C2180}" type="pres">
      <dgm:prSet presAssocID="{0F507754-2CDB-4CDE-BBA1-7653E69014B8}" presName="aSpace" presStyleCnt="0"/>
      <dgm:spPr/>
    </dgm:pt>
    <dgm:pt modelId="{6A90C15B-3C9B-45EF-8C0F-AC5BA2DD0A91}" type="pres">
      <dgm:prSet presAssocID="{BA579838-0413-4577-A182-FF80F5549516}" presName="compNode" presStyleCnt="0"/>
      <dgm:spPr/>
    </dgm:pt>
    <dgm:pt modelId="{66FCE5C4-75CE-4371-AB3F-5FE8C8237DFA}" type="pres">
      <dgm:prSet presAssocID="{BA579838-0413-4577-A182-FF80F5549516}" presName="noGeometry" presStyleCnt="0"/>
      <dgm:spPr/>
    </dgm:pt>
    <dgm:pt modelId="{873A3858-4FA5-47AC-BB0F-F1B6227873BA}" type="pres">
      <dgm:prSet presAssocID="{BA579838-0413-4577-A182-FF80F5549516}" presName="childTextVisible" presStyleLbl="bgAccFollowNode1" presStyleIdx="2" presStyleCnt="4">
        <dgm:presLayoutVars>
          <dgm:bulletEnabled val="1"/>
        </dgm:presLayoutVars>
      </dgm:prSet>
      <dgm:spPr/>
    </dgm:pt>
    <dgm:pt modelId="{DA9BA91C-2ED7-4DEA-A5ED-3FCF26888626}" type="pres">
      <dgm:prSet presAssocID="{BA579838-0413-4577-A182-FF80F5549516}" presName="childTextHidden" presStyleLbl="bgAccFollowNode1" presStyleIdx="2" presStyleCnt="4"/>
      <dgm:spPr/>
    </dgm:pt>
    <dgm:pt modelId="{3EF928B0-AE40-4CCC-9AC8-7F4622232DB9}" type="pres">
      <dgm:prSet presAssocID="{BA579838-0413-4577-A182-FF80F5549516}" presName="parentText" presStyleLbl="node1" presStyleIdx="2" presStyleCnt="4">
        <dgm:presLayoutVars>
          <dgm:chMax val="1"/>
          <dgm:bulletEnabled val="1"/>
        </dgm:presLayoutVars>
      </dgm:prSet>
      <dgm:spPr/>
    </dgm:pt>
    <dgm:pt modelId="{CF32752F-8D14-4662-AF10-704ED0D9AC3C}" type="pres">
      <dgm:prSet presAssocID="{BA579838-0413-4577-A182-FF80F5549516}" presName="aSpace" presStyleCnt="0"/>
      <dgm:spPr/>
    </dgm:pt>
    <dgm:pt modelId="{BF1976E3-97FE-4777-9836-E1C3E8400EF1}" type="pres">
      <dgm:prSet presAssocID="{C0C37D8D-7A82-4A51-A12C-6255606CE6C1}" presName="compNode" presStyleCnt="0"/>
      <dgm:spPr/>
    </dgm:pt>
    <dgm:pt modelId="{FAFA3233-7BB8-49AE-899E-5CA9CCE68CA8}" type="pres">
      <dgm:prSet presAssocID="{C0C37D8D-7A82-4A51-A12C-6255606CE6C1}" presName="noGeometry" presStyleCnt="0"/>
      <dgm:spPr/>
    </dgm:pt>
    <dgm:pt modelId="{29B467BE-B8B3-4454-8337-651F6FA8D458}" type="pres">
      <dgm:prSet presAssocID="{C0C37D8D-7A82-4A51-A12C-6255606CE6C1}" presName="childTextVisible" presStyleLbl="bgAccFollowNode1" presStyleIdx="3" presStyleCnt="4">
        <dgm:presLayoutVars>
          <dgm:bulletEnabled val="1"/>
        </dgm:presLayoutVars>
      </dgm:prSet>
      <dgm:spPr/>
    </dgm:pt>
    <dgm:pt modelId="{0435D653-E243-4536-B374-BD2656895D1D}" type="pres">
      <dgm:prSet presAssocID="{C0C37D8D-7A82-4A51-A12C-6255606CE6C1}" presName="childTextHidden" presStyleLbl="bgAccFollowNode1" presStyleIdx="3" presStyleCnt="4"/>
      <dgm:spPr/>
    </dgm:pt>
    <dgm:pt modelId="{008EABF7-B564-4A13-BF4D-CB0AEEC77A91}" type="pres">
      <dgm:prSet presAssocID="{C0C37D8D-7A82-4A51-A12C-6255606CE6C1}" presName="parentText" presStyleLbl="node1" presStyleIdx="3" presStyleCnt="4">
        <dgm:presLayoutVars>
          <dgm:chMax val="1"/>
          <dgm:bulletEnabled val="1"/>
        </dgm:presLayoutVars>
      </dgm:prSet>
      <dgm:spPr/>
    </dgm:pt>
  </dgm:ptLst>
  <dgm:cxnLst>
    <dgm:cxn modelId="{D5AB3D0A-5D6C-48A3-BF04-35C3097096C1}" srcId="{C0C37D8D-7A82-4A51-A12C-6255606CE6C1}" destId="{BCE021E0-50A1-4FBA-8747-3D59FE804B9F}" srcOrd="0" destOrd="0" parTransId="{67DA1074-E633-4BC4-B456-B46B3F2AAE7D}" sibTransId="{CA24B249-CB4E-492A-8AEF-38B140626E85}"/>
    <dgm:cxn modelId="{3D236512-2D9A-41B5-B362-4905374EAC3A}" type="presOf" srcId="{1494AD4D-7CCC-4CA9-ADA8-2698C8A16112}" destId="{DAB6A6D2-D462-4E24-8933-19BD0A3B8D8B}" srcOrd="1" destOrd="0" presId="urn:microsoft.com/office/officeart/2005/8/layout/hProcess6"/>
    <dgm:cxn modelId="{862E5713-3A2C-FF4A-A4E1-7630FD4ADEA4}" type="presOf" srcId="{88BE4B98-A9F4-654E-8D7E-F8A3CC874229}" destId="{DAB6A6D2-D462-4E24-8933-19BD0A3B8D8B}" srcOrd="1" destOrd="1" presId="urn:microsoft.com/office/officeart/2005/8/layout/hProcess6"/>
    <dgm:cxn modelId="{8521C617-24BB-8047-AD7E-0065EB96AB14}" type="presOf" srcId="{BBBD7E02-E4A4-7242-85DB-5083E904A8D4}" destId="{873A3858-4FA5-47AC-BB0F-F1B6227873BA}" srcOrd="0" destOrd="1" presId="urn:microsoft.com/office/officeart/2005/8/layout/hProcess6"/>
    <dgm:cxn modelId="{B62AE417-1DEE-436B-B222-8364E785BBED}" srcId="{D461267C-AAFC-4A04-B453-10BFCA9E3A78}" destId="{0F507754-2CDB-4CDE-BBA1-7653E69014B8}" srcOrd="1" destOrd="0" parTransId="{1C981ACF-9D2C-47CE-AC21-ABA922DCCCF2}" sibTransId="{9F2FD445-215D-4CCB-A143-77A6D3E7B958}"/>
    <dgm:cxn modelId="{05071118-1FE2-463B-8EF1-7B19BBED30EA}" srcId="{0F507754-2CDB-4CDE-BBA1-7653E69014B8}" destId="{0A336B00-8082-4814-AAAE-79C4FF2452BA}" srcOrd="0" destOrd="0" parTransId="{06F7F318-3631-4FE9-8BFA-1E057FC0B014}" sibTransId="{411DEF42-DE25-43D9-96AE-4B10252B4AA1}"/>
    <dgm:cxn modelId="{6B20291A-8623-7E42-8A96-65261A5F4830}" type="presOf" srcId="{D83BFA98-FC97-3A4A-8BCC-9D9C07221E00}" destId="{0435D653-E243-4536-B374-BD2656895D1D}" srcOrd="1" destOrd="1" presId="urn:microsoft.com/office/officeart/2005/8/layout/hProcess6"/>
    <dgm:cxn modelId="{AE15401B-48CE-4DDB-B126-4D3621935EDF}" type="presOf" srcId="{DF0F6825-DF12-4F31-96D3-83BA74149B42}" destId="{873A3858-4FA5-47AC-BB0F-F1B6227873BA}" srcOrd="0" destOrd="0" presId="urn:microsoft.com/office/officeart/2005/8/layout/hProcess6"/>
    <dgm:cxn modelId="{7189A621-BA67-F642-9A22-90776AF6833E}" srcId="{C0C37D8D-7A82-4A51-A12C-6255606CE6C1}" destId="{D83BFA98-FC97-3A4A-8BCC-9D9C07221E00}" srcOrd="1" destOrd="0" parTransId="{6229EF7B-FC6F-0543-BEB1-EE6136820421}" sibTransId="{C4134ADE-53C6-A24E-B797-864441FF5EF2}"/>
    <dgm:cxn modelId="{311D5D2B-6EF3-4BAE-B86D-E86E5B8F9693}" type="presOf" srcId="{0A336B00-8082-4814-AAAE-79C4FF2452BA}" destId="{0B4B5FA3-4F31-4EF6-8F5D-F62F50985C31}" srcOrd="0" destOrd="0" presId="urn:microsoft.com/office/officeart/2005/8/layout/hProcess6"/>
    <dgm:cxn modelId="{0E62362D-5B4A-CC4E-98AF-48F1E557A7A0}" srcId="{C0C37D8D-7A82-4A51-A12C-6255606CE6C1}" destId="{3D4D04C9-81DC-8F47-9E04-3714D5B22E13}" srcOrd="2" destOrd="0" parTransId="{CDA227AE-5826-0642-A29A-23D5E27816F3}" sibTransId="{531CE997-F3DD-5345-8249-3CE8502C1E5E}"/>
    <dgm:cxn modelId="{4221FE37-9795-4041-B462-5ECCDD99061D}" type="presOf" srcId="{0F507754-2CDB-4CDE-BBA1-7653E69014B8}" destId="{87A2D63B-EA13-41CD-A82C-BDD669DBC70C}" srcOrd="0" destOrd="0" presId="urn:microsoft.com/office/officeart/2005/8/layout/hProcess6"/>
    <dgm:cxn modelId="{7007DD3C-E463-BD41-B393-675478C1932E}" type="presOf" srcId="{32A46769-E1BA-AC41-B6EE-FD52A763C4CA}" destId="{C3556303-A264-428D-A6C5-86980E0893FA}" srcOrd="1" destOrd="1" presId="urn:microsoft.com/office/officeart/2005/8/layout/hProcess6"/>
    <dgm:cxn modelId="{3346C93D-6D7B-5445-9399-E8B3E488DC4D}" type="presOf" srcId="{BBBD7E02-E4A4-7242-85DB-5083E904A8D4}" destId="{DA9BA91C-2ED7-4DEA-A5ED-3FCF26888626}" srcOrd="1" destOrd="1" presId="urn:microsoft.com/office/officeart/2005/8/layout/hProcess6"/>
    <dgm:cxn modelId="{421C4844-5625-4852-A74C-AF6DE590D8E4}" type="presOf" srcId="{C0C37D8D-7A82-4A51-A12C-6255606CE6C1}" destId="{008EABF7-B564-4A13-BF4D-CB0AEEC77A91}" srcOrd="0" destOrd="0" presId="urn:microsoft.com/office/officeart/2005/8/layout/hProcess6"/>
    <dgm:cxn modelId="{7926365A-CFF8-48AE-97BE-2876FC721D83}" type="presOf" srcId="{DF0F6825-DF12-4F31-96D3-83BA74149B42}" destId="{DA9BA91C-2ED7-4DEA-A5ED-3FCF26888626}" srcOrd="1" destOrd="0" presId="urn:microsoft.com/office/officeart/2005/8/layout/hProcess6"/>
    <dgm:cxn modelId="{EB29CA5A-2441-43EA-8D67-F1452377E665}" srcId="{D461267C-AAFC-4A04-B453-10BFCA9E3A78}" destId="{C0C37D8D-7A82-4A51-A12C-6255606CE6C1}" srcOrd="3" destOrd="0" parTransId="{27E89AE2-6449-4ED3-9B96-84B43DA6DD22}" sibTransId="{4AE1ED80-99A1-4A0E-82ED-150A20F3E704}"/>
    <dgm:cxn modelId="{46270E61-E608-456D-A2C1-6C45C607F914}" type="presOf" srcId="{005C1547-99FD-4E37-88D7-60AB84BCEA6D}" destId="{F8992835-E712-4E11-B253-812CDA2F4A9F}" srcOrd="0" destOrd="0" presId="urn:microsoft.com/office/officeart/2005/8/layout/hProcess6"/>
    <dgm:cxn modelId="{A10A6761-6271-4493-AAC7-DFD1EBB27034}" type="presOf" srcId="{1494AD4D-7CCC-4CA9-ADA8-2698C8A16112}" destId="{B4484374-F97E-4A0D-B524-7BF82DA70716}" srcOrd="0" destOrd="0" presId="urn:microsoft.com/office/officeart/2005/8/layout/hProcess6"/>
    <dgm:cxn modelId="{D520996E-EF13-4B0F-90A5-D997BD495F5F}" type="presOf" srcId="{D461267C-AAFC-4A04-B453-10BFCA9E3A78}" destId="{25A913F6-1796-44E2-86F5-34ED72C8724E}" srcOrd="0" destOrd="0" presId="urn:microsoft.com/office/officeart/2005/8/layout/hProcess6"/>
    <dgm:cxn modelId="{6D977E75-082F-4554-9020-6EA074C4CF26}" srcId="{D461267C-AAFC-4A04-B453-10BFCA9E3A78}" destId="{005C1547-99FD-4E37-88D7-60AB84BCEA6D}" srcOrd="0" destOrd="0" parTransId="{8577BE6F-5409-4966-9139-BBE73303EBA0}" sibTransId="{A77B7760-54F6-479F-9408-ABD07241A059}"/>
    <dgm:cxn modelId="{93866A80-2DA7-4A42-BE8A-30A520DC4E1D}" type="presOf" srcId="{3D4D04C9-81DC-8F47-9E04-3714D5B22E13}" destId="{0435D653-E243-4536-B374-BD2656895D1D}" srcOrd="1" destOrd="2" presId="urn:microsoft.com/office/officeart/2005/8/layout/hProcess6"/>
    <dgm:cxn modelId="{6206E084-759C-48AC-97D6-94B9F8B2C734}" srcId="{005C1547-99FD-4E37-88D7-60AB84BCEA6D}" destId="{1494AD4D-7CCC-4CA9-ADA8-2698C8A16112}" srcOrd="0" destOrd="0" parTransId="{6770035E-5DE2-4322-A291-F3A3C2427FA3}" sibTransId="{14BB6BD3-FFBF-4B27-BD90-BE7D17FD0970}"/>
    <dgm:cxn modelId="{6FA6E584-DBF3-3341-9409-36C49F38A7E7}" srcId="{BA579838-0413-4577-A182-FF80F5549516}" destId="{4ADB10C6-0A59-A846-A838-181C810CD6CC}" srcOrd="2" destOrd="0" parTransId="{4C1E3FCD-FC84-E644-AC47-67D5BD775DFC}" sibTransId="{E54E6B6C-6074-E042-BF19-C41B402648CF}"/>
    <dgm:cxn modelId="{F4E1408B-C94D-1A4D-9673-1B9FB244C7A5}" type="presOf" srcId="{D83BFA98-FC97-3A4A-8BCC-9D9C07221E00}" destId="{29B467BE-B8B3-4454-8337-651F6FA8D458}" srcOrd="0" destOrd="1" presId="urn:microsoft.com/office/officeart/2005/8/layout/hProcess6"/>
    <dgm:cxn modelId="{8141E295-7604-45F9-8221-7194AA057D29}" type="presOf" srcId="{4B27A008-CB7E-4A55-B333-7F040E7561C9}" destId="{B4484374-F97E-4A0D-B524-7BF82DA70716}" srcOrd="0" destOrd="2" presId="urn:microsoft.com/office/officeart/2005/8/layout/hProcess6"/>
    <dgm:cxn modelId="{4D07DF99-B323-974C-84EF-17A74B642F03}" type="presOf" srcId="{32A46769-E1BA-AC41-B6EE-FD52A763C4CA}" destId="{0B4B5FA3-4F31-4EF6-8F5D-F62F50985C31}" srcOrd="0" destOrd="1" presId="urn:microsoft.com/office/officeart/2005/8/layout/hProcess6"/>
    <dgm:cxn modelId="{9B925AB0-8D75-B245-AEFB-0E81A86678D5}" srcId="{0F507754-2CDB-4CDE-BBA1-7653E69014B8}" destId="{5E8ADE4A-31B5-9C4B-8419-17820A19AF27}" srcOrd="2" destOrd="0" parTransId="{48E61A4F-9803-7F43-998E-60895A9DA317}" sibTransId="{E92A8F90-EB1D-1443-A9E7-729855AA64B2}"/>
    <dgm:cxn modelId="{685487B4-0CD6-47AF-A97C-B94460EBFE1B}" type="presOf" srcId="{BCE021E0-50A1-4FBA-8747-3D59FE804B9F}" destId="{0435D653-E243-4536-B374-BD2656895D1D}" srcOrd="1" destOrd="0" presId="urn:microsoft.com/office/officeart/2005/8/layout/hProcess6"/>
    <dgm:cxn modelId="{78804ABD-04EB-C24A-B848-006438010751}" type="presOf" srcId="{4ADB10C6-0A59-A846-A838-181C810CD6CC}" destId="{DA9BA91C-2ED7-4DEA-A5ED-3FCF26888626}" srcOrd="1" destOrd="2" presId="urn:microsoft.com/office/officeart/2005/8/layout/hProcess6"/>
    <dgm:cxn modelId="{B08823C0-664C-4779-BEE6-9A739B5B4220}" type="presOf" srcId="{BA579838-0413-4577-A182-FF80F5549516}" destId="{3EF928B0-AE40-4CCC-9AC8-7F4622232DB9}" srcOrd="0" destOrd="0" presId="urn:microsoft.com/office/officeart/2005/8/layout/hProcess6"/>
    <dgm:cxn modelId="{70FA4DC3-11B0-2B43-87F2-2852C90E7B41}" type="presOf" srcId="{5E8ADE4A-31B5-9C4B-8419-17820A19AF27}" destId="{0B4B5FA3-4F31-4EF6-8F5D-F62F50985C31}" srcOrd="0" destOrd="2" presId="urn:microsoft.com/office/officeart/2005/8/layout/hProcess6"/>
    <dgm:cxn modelId="{65123EC8-6481-7B4F-908B-263F71817202}" srcId="{005C1547-99FD-4E37-88D7-60AB84BCEA6D}" destId="{88BE4B98-A9F4-654E-8D7E-F8A3CC874229}" srcOrd="1" destOrd="0" parTransId="{2DB55546-4008-2546-A4AF-FA1DB08AB82F}" sibTransId="{0173C24B-F8BF-A145-9C00-BC8275A84165}"/>
    <dgm:cxn modelId="{7B46B4CD-A794-4EF2-B7B8-55C058BA92EF}" type="presOf" srcId="{0A336B00-8082-4814-AAAE-79C4FF2452BA}" destId="{C3556303-A264-428D-A6C5-86980E0893FA}" srcOrd="1" destOrd="0" presId="urn:microsoft.com/office/officeart/2005/8/layout/hProcess6"/>
    <dgm:cxn modelId="{6BFACACE-A564-4258-A7FD-4CD64DB1EB9C}" srcId="{BA579838-0413-4577-A182-FF80F5549516}" destId="{DF0F6825-DF12-4F31-96D3-83BA74149B42}" srcOrd="0" destOrd="0" parTransId="{8266A661-00CD-443D-8398-00EC28E3CC3D}" sibTransId="{27448AA4-5B90-4F3E-BCC1-1655A601717A}"/>
    <dgm:cxn modelId="{2EE6D4D7-3DA8-2241-97FD-79FBC34A6F3F}" type="presOf" srcId="{3D4D04C9-81DC-8F47-9E04-3714D5B22E13}" destId="{29B467BE-B8B3-4454-8337-651F6FA8D458}" srcOrd="0" destOrd="2" presId="urn:microsoft.com/office/officeart/2005/8/layout/hProcess6"/>
    <dgm:cxn modelId="{F2D7CBDF-220B-6E49-A19F-55CDCE18E981}" type="presOf" srcId="{5E8ADE4A-31B5-9C4B-8419-17820A19AF27}" destId="{C3556303-A264-428D-A6C5-86980E0893FA}" srcOrd="1" destOrd="2" presId="urn:microsoft.com/office/officeart/2005/8/layout/hProcess6"/>
    <dgm:cxn modelId="{8617CCDF-0CA3-7047-993E-75B4C0C89BE6}" type="presOf" srcId="{88BE4B98-A9F4-654E-8D7E-F8A3CC874229}" destId="{B4484374-F97E-4A0D-B524-7BF82DA70716}" srcOrd="0" destOrd="1" presId="urn:microsoft.com/office/officeart/2005/8/layout/hProcess6"/>
    <dgm:cxn modelId="{7D42DAED-D622-AC43-9BBB-B5250BD28D16}" srcId="{0F507754-2CDB-4CDE-BBA1-7653E69014B8}" destId="{32A46769-E1BA-AC41-B6EE-FD52A763C4CA}" srcOrd="1" destOrd="0" parTransId="{3373CCC2-E042-B943-85DF-6DFF33C07091}" sibTransId="{71B8D4B6-5C77-7B4B-92DB-B2D5F12BEC55}"/>
    <dgm:cxn modelId="{066035F4-E624-4F42-BEA6-D831A6FDAA38}" type="presOf" srcId="{4ADB10C6-0A59-A846-A838-181C810CD6CC}" destId="{873A3858-4FA5-47AC-BB0F-F1B6227873BA}" srcOrd="0" destOrd="2" presId="urn:microsoft.com/office/officeart/2005/8/layout/hProcess6"/>
    <dgm:cxn modelId="{E57698F9-E3E7-4BE2-AA89-84BF8EC0428C}" type="presOf" srcId="{BCE021E0-50A1-4FBA-8747-3D59FE804B9F}" destId="{29B467BE-B8B3-4454-8337-651F6FA8D458}" srcOrd="0" destOrd="0" presId="urn:microsoft.com/office/officeart/2005/8/layout/hProcess6"/>
    <dgm:cxn modelId="{0257FCFA-82CB-8744-BED9-20825787F3CB}" srcId="{BA579838-0413-4577-A182-FF80F5549516}" destId="{BBBD7E02-E4A4-7242-85DB-5083E904A8D4}" srcOrd="1" destOrd="0" parTransId="{FC6309BB-A4B8-0A4C-939D-6F2877A4626B}" sibTransId="{1E64F728-F9CA-D743-813C-F3E7FF0C0A67}"/>
    <dgm:cxn modelId="{3E5115FB-1634-409F-9B47-BCBD5D70A282}" srcId="{005C1547-99FD-4E37-88D7-60AB84BCEA6D}" destId="{4B27A008-CB7E-4A55-B333-7F040E7561C9}" srcOrd="2" destOrd="0" parTransId="{180B7EB8-4100-43FE-AE9E-DCA894DB84C5}" sibTransId="{4730FED8-3ADE-42FA-BBCE-5F6CC990E871}"/>
    <dgm:cxn modelId="{88DBA1FB-F303-4DBC-92F1-ECC4A1A4B31E}" srcId="{D461267C-AAFC-4A04-B453-10BFCA9E3A78}" destId="{BA579838-0413-4577-A182-FF80F5549516}" srcOrd="2" destOrd="0" parTransId="{F1BDB688-CCC1-4564-A38C-F5FDAA22CB13}" sibTransId="{2279A675-23DF-4502-B2FB-27B479AC59E8}"/>
    <dgm:cxn modelId="{C48EE5FC-F681-4080-AB05-72B3D024FAC1}" type="presOf" srcId="{4B27A008-CB7E-4A55-B333-7F040E7561C9}" destId="{DAB6A6D2-D462-4E24-8933-19BD0A3B8D8B}" srcOrd="1" destOrd="2" presId="urn:microsoft.com/office/officeart/2005/8/layout/hProcess6"/>
    <dgm:cxn modelId="{A860F521-E3FA-4E21-8DDF-A84DFB9FD01A}" type="presParOf" srcId="{25A913F6-1796-44E2-86F5-34ED72C8724E}" destId="{5DFF7897-A45B-4A05-A53C-480927982C02}" srcOrd="0" destOrd="0" presId="urn:microsoft.com/office/officeart/2005/8/layout/hProcess6"/>
    <dgm:cxn modelId="{95FD2E18-40C5-4B61-9FDE-EB3AE59C58CE}" type="presParOf" srcId="{5DFF7897-A45B-4A05-A53C-480927982C02}" destId="{F71992BA-4E83-4A4A-B9D8-DF5E267C38B0}" srcOrd="0" destOrd="0" presId="urn:microsoft.com/office/officeart/2005/8/layout/hProcess6"/>
    <dgm:cxn modelId="{B1E81D65-5C26-4E33-AA3B-F22A930A0A34}" type="presParOf" srcId="{5DFF7897-A45B-4A05-A53C-480927982C02}" destId="{B4484374-F97E-4A0D-B524-7BF82DA70716}" srcOrd="1" destOrd="0" presId="urn:microsoft.com/office/officeart/2005/8/layout/hProcess6"/>
    <dgm:cxn modelId="{D5C41D02-F6AF-44E5-83E4-6942BFE8007A}" type="presParOf" srcId="{5DFF7897-A45B-4A05-A53C-480927982C02}" destId="{DAB6A6D2-D462-4E24-8933-19BD0A3B8D8B}" srcOrd="2" destOrd="0" presId="urn:microsoft.com/office/officeart/2005/8/layout/hProcess6"/>
    <dgm:cxn modelId="{D369AA99-22A6-49A1-9BA0-4540AF0E17FB}" type="presParOf" srcId="{5DFF7897-A45B-4A05-A53C-480927982C02}" destId="{F8992835-E712-4E11-B253-812CDA2F4A9F}" srcOrd="3" destOrd="0" presId="urn:microsoft.com/office/officeart/2005/8/layout/hProcess6"/>
    <dgm:cxn modelId="{2F21F4A6-2D16-435E-B435-69F237784A39}" type="presParOf" srcId="{25A913F6-1796-44E2-86F5-34ED72C8724E}" destId="{997B86B2-1CD7-41B6-A03A-04C51334E035}" srcOrd="1" destOrd="0" presId="urn:microsoft.com/office/officeart/2005/8/layout/hProcess6"/>
    <dgm:cxn modelId="{9931748E-6FC1-4DC0-BB73-B9B99176EF98}" type="presParOf" srcId="{25A913F6-1796-44E2-86F5-34ED72C8724E}" destId="{098967BF-8C35-4AD7-9E58-1420868166BE}" srcOrd="2" destOrd="0" presId="urn:microsoft.com/office/officeart/2005/8/layout/hProcess6"/>
    <dgm:cxn modelId="{E9E58CA6-A716-44F8-96D6-213AF34B7C60}" type="presParOf" srcId="{098967BF-8C35-4AD7-9E58-1420868166BE}" destId="{335371D7-0293-4547-9202-4418F89086F6}" srcOrd="0" destOrd="0" presId="urn:microsoft.com/office/officeart/2005/8/layout/hProcess6"/>
    <dgm:cxn modelId="{9AB7DD3C-8FD9-4599-9989-5E62FF849F93}" type="presParOf" srcId="{098967BF-8C35-4AD7-9E58-1420868166BE}" destId="{0B4B5FA3-4F31-4EF6-8F5D-F62F50985C31}" srcOrd="1" destOrd="0" presId="urn:microsoft.com/office/officeart/2005/8/layout/hProcess6"/>
    <dgm:cxn modelId="{C830A9C0-81D5-4B69-9259-301D357F6F97}" type="presParOf" srcId="{098967BF-8C35-4AD7-9E58-1420868166BE}" destId="{C3556303-A264-428D-A6C5-86980E0893FA}" srcOrd="2" destOrd="0" presId="urn:microsoft.com/office/officeart/2005/8/layout/hProcess6"/>
    <dgm:cxn modelId="{AB996EA5-DCD7-438D-AE64-201436D8C6C3}" type="presParOf" srcId="{098967BF-8C35-4AD7-9E58-1420868166BE}" destId="{87A2D63B-EA13-41CD-A82C-BDD669DBC70C}" srcOrd="3" destOrd="0" presId="urn:microsoft.com/office/officeart/2005/8/layout/hProcess6"/>
    <dgm:cxn modelId="{EB781633-2867-4E25-9935-B02BE7507EAD}" type="presParOf" srcId="{25A913F6-1796-44E2-86F5-34ED72C8724E}" destId="{EDA26482-546D-4479-9AEC-EF0EA02C2180}" srcOrd="3" destOrd="0" presId="urn:microsoft.com/office/officeart/2005/8/layout/hProcess6"/>
    <dgm:cxn modelId="{BDC18A20-AA08-4790-8011-9549671D4FA0}" type="presParOf" srcId="{25A913F6-1796-44E2-86F5-34ED72C8724E}" destId="{6A90C15B-3C9B-45EF-8C0F-AC5BA2DD0A91}" srcOrd="4" destOrd="0" presId="urn:microsoft.com/office/officeart/2005/8/layout/hProcess6"/>
    <dgm:cxn modelId="{53962BC5-3B23-4DFD-BBBD-368A9F23EEA1}" type="presParOf" srcId="{6A90C15B-3C9B-45EF-8C0F-AC5BA2DD0A91}" destId="{66FCE5C4-75CE-4371-AB3F-5FE8C8237DFA}" srcOrd="0" destOrd="0" presId="urn:microsoft.com/office/officeart/2005/8/layout/hProcess6"/>
    <dgm:cxn modelId="{77754CE0-026C-498F-997B-486E57A6D598}" type="presParOf" srcId="{6A90C15B-3C9B-45EF-8C0F-AC5BA2DD0A91}" destId="{873A3858-4FA5-47AC-BB0F-F1B6227873BA}" srcOrd="1" destOrd="0" presId="urn:microsoft.com/office/officeart/2005/8/layout/hProcess6"/>
    <dgm:cxn modelId="{1907AF2A-7F7C-46F2-962B-A07DA4D68FAF}" type="presParOf" srcId="{6A90C15B-3C9B-45EF-8C0F-AC5BA2DD0A91}" destId="{DA9BA91C-2ED7-4DEA-A5ED-3FCF26888626}" srcOrd="2" destOrd="0" presId="urn:microsoft.com/office/officeart/2005/8/layout/hProcess6"/>
    <dgm:cxn modelId="{23283686-8A54-4234-AA65-6CF0C007BE93}" type="presParOf" srcId="{6A90C15B-3C9B-45EF-8C0F-AC5BA2DD0A91}" destId="{3EF928B0-AE40-4CCC-9AC8-7F4622232DB9}" srcOrd="3" destOrd="0" presId="urn:microsoft.com/office/officeart/2005/8/layout/hProcess6"/>
    <dgm:cxn modelId="{798BD6F9-5CAA-4608-85F8-A9338543E26A}" type="presParOf" srcId="{25A913F6-1796-44E2-86F5-34ED72C8724E}" destId="{CF32752F-8D14-4662-AF10-704ED0D9AC3C}" srcOrd="5" destOrd="0" presId="urn:microsoft.com/office/officeart/2005/8/layout/hProcess6"/>
    <dgm:cxn modelId="{9A1BE66F-FC6C-4F75-8D06-CF53B0DDB25C}" type="presParOf" srcId="{25A913F6-1796-44E2-86F5-34ED72C8724E}" destId="{BF1976E3-97FE-4777-9836-E1C3E8400EF1}" srcOrd="6" destOrd="0" presId="urn:microsoft.com/office/officeart/2005/8/layout/hProcess6"/>
    <dgm:cxn modelId="{7C294F55-7C29-4B2D-A66C-C2AAD33FDDA6}" type="presParOf" srcId="{BF1976E3-97FE-4777-9836-E1C3E8400EF1}" destId="{FAFA3233-7BB8-49AE-899E-5CA9CCE68CA8}" srcOrd="0" destOrd="0" presId="urn:microsoft.com/office/officeart/2005/8/layout/hProcess6"/>
    <dgm:cxn modelId="{55D6C469-AA8C-434C-8B4E-04CFDD601763}" type="presParOf" srcId="{BF1976E3-97FE-4777-9836-E1C3E8400EF1}" destId="{29B467BE-B8B3-4454-8337-651F6FA8D458}" srcOrd="1" destOrd="0" presId="urn:microsoft.com/office/officeart/2005/8/layout/hProcess6"/>
    <dgm:cxn modelId="{51FF6E3D-89DC-4791-901E-A972165B45C0}" type="presParOf" srcId="{BF1976E3-97FE-4777-9836-E1C3E8400EF1}" destId="{0435D653-E243-4536-B374-BD2656895D1D}" srcOrd="2" destOrd="0" presId="urn:microsoft.com/office/officeart/2005/8/layout/hProcess6"/>
    <dgm:cxn modelId="{57FD2650-5E7B-4EAC-9AE8-69874AD6E65F}" type="presParOf" srcId="{BF1976E3-97FE-4777-9836-E1C3E8400EF1}" destId="{008EABF7-B564-4A13-BF4D-CB0AEEC77A91}" srcOrd="3" destOrd="0" presId="urn:microsoft.com/office/officeart/2005/8/layout/hProcess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461267C-AAFC-4A04-B453-10BFCA9E3A78}" type="doc">
      <dgm:prSet loTypeId="urn:microsoft.com/office/officeart/2005/8/layout/hProcess6" loCatId="process" qsTypeId="urn:microsoft.com/office/officeart/2005/8/quickstyle/simple1" qsCatId="simple" csTypeId="urn:microsoft.com/office/officeart/2005/8/colors/accent1_2" csCatId="accent1" phldr="1"/>
      <dgm:spPr/>
      <dgm:t>
        <a:bodyPr/>
        <a:lstStyle/>
        <a:p>
          <a:endParaRPr lang="en-GB"/>
        </a:p>
      </dgm:t>
    </dgm:pt>
    <dgm:pt modelId="{005C1547-99FD-4E37-88D7-60AB84BCEA6D}">
      <dgm:prSet phldrT="[Text]"/>
      <dgm:spPr>
        <a:solidFill>
          <a:schemeClr val="bg2">
            <a:lumMod val="50000"/>
          </a:schemeClr>
        </a:solidFill>
      </dgm:spPr>
      <dgm:t>
        <a:bodyPr/>
        <a:lstStyle/>
        <a:p>
          <a:r>
            <a:rPr lang="en-GB"/>
            <a:t>1</a:t>
          </a:r>
          <a:r>
            <a:rPr lang="en-GB" baseline="30000"/>
            <a:t>st</a:t>
          </a:r>
          <a:r>
            <a:rPr lang="en-GB"/>
            <a:t> </a:t>
          </a:r>
          <a:r>
            <a:rPr lang="en-GB" err="1"/>
            <a:t>Qtr</a:t>
          </a:r>
          <a:endParaRPr lang="en-GB"/>
        </a:p>
      </dgm:t>
    </dgm:pt>
    <dgm:pt modelId="{8577BE6F-5409-4966-9139-BBE73303EBA0}" type="parTrans" cxnId="{6D977E75-082F-4554-9020-6EA074C4CF26}">
      <dgm:prSet/>
      <dgm:spPr/>
      <dgm:t>
        <a:bodyPr/>
        <a:lstStyle/>
        <a:p>
          <a:endParaRPr lang="en-GB"/>
        </a:p>
      </dgm:t>
    </dgm:pt>
    <dgm:pt modelId="{A77B7760-54F6-479F-9408-ABD07241A059}" type="sibTrans" cxnId="{6D977E75-082F-4554-9020-6EA074C4CF26}">
      <dgm:prSet/>
      <dgm:spPr/>
      <dgm:t>
        <a:bodyPr/>
        <a:lstStyle/>
        <a:p>
          <a:endParaRPr lang="en-GB"/>
        </a:p>
      </dgm:t>
    </dgm:pt>
    <dgm:pt modelId="{0F507754-2CDB-4CDE-BBA1-7653E69014B8}">
      <dgm:prSet phldrT="[Text]"/>
      <dgm:spPr>
        <a:solidFill>
          <a:schemeClr val="bg2">
            <a:lumMod val="50000"/>
          </a:schemeClr>
        </a:solidFill>
      </dgm:spPr>
      <dgm:t>
        <a:bodyPr/>
        <a:lstStyle/>
        <a:p>
          <a:r>
            <a:rPr lang="en-GB"/>
            <a:t>2</a:t>
          </a:r>
          <a:r>
            <a:rPr lang="en-GB" baseline="30000"/>
            <a:t>nd</a:t>
          </a:r>
          <a:r>
            <a:rPr lang="en-GB"/>
            <a:t> </a:t>
          </a:r>
          <a:r>
            <a:rPr lang="en-GB" err="1"/>
            <a:t>Qtr</a:t>
          </a:r>
          <a:endParaRPr lang="en-GB"/>
        </a:p>
      </dgm:t>
    </dgm:pt>
    <dgm:pt modelId="{1C981ACF-9D2C-47CE-AC21-ABA922DCCCF2}" type="parTrans" cxnId="{B62AE417-1DEE-436B-B222-8364E785BBED}">
      <dgm:prSet/>
      <dgm:spPr/>
      <dgm:t>
        <a:bodyPr/>
        <a:lstStyle/>
        <a:p>
          <a:endParaRPr lang="en-GB"/>
        </a:p>
      </dgm:t>
    </dgm:pt>
    <dgm:pt modelId="{9F2FD445-215D-4CCB-A143-77A6D3E7B958}" type="sibTrans" cxnId="{B62AE417-1DEE-436B-B222-8364E785BBED}">
      <dgm:prSet/>
      <dgm:spPr/>
      <dgm:t>
        <a:bodyPr/>
        <a:lstStyle/>
        <a:p>
          <a:endParaRPr lang="en-GB"/>
        </a:p>
      </dgm:t>
    </dgm:pt>
    <dgm:pt modelId="{BA579838-0413-4577-A182-FF80F5549516}">
      <dgm:prSet phldrT="[Text]"/>
      <dgm:spPr>
        <a:solidFill>
          <a:schemeClr val="bg2">
            <a:lumMod val="50000"/>
          </a:schemeClr>
        </a:solidFill>
      </dgm:spPr>
      <dgm:t>
        <a:bodyPr/>
        <a:lstStyle/>
        <a:p>
          <a:r>
            <a:rPr lang="en-GB"/>
            <a:t>3</a:t>
          </a:r>
          <a:r>
            <a:rPr lang="en-GB" baseline="30000"/>
            <a:t>rd</a:t>
          </a:r>
          <a:r>
            <a:rPr lang="en-GB"/>
            <a:t> </a:t>
          </a:r>
          <a:r>
            <a:rPr lang="en-GB" err="1"/>
            <a:t>Qtr</a:t>
          </a:r>
          <a:endParaRPr lang="en-GB"/>
        </a:p>
      </dgm:t>
    </dgm:pt>
    <dgm:pt modelId="{F1BDB688-CCC1-4564-A38C-F5FDAA22CB13}" type="parTrans" cxnId="{88DBA1FB-F303-4DBC-92F1-ECC4A1A4B31E}">
      <dgm:prSet/>
      <dgm:spPr/>
      <dgm:t>
        <a:bodyPr/>
        <a:lstStyle/>
        <a:p>
          <a:endParaRPr lang="en-GB"/>
        </a:p>
      </dgm:t>
    </dgm:pt>
    <dgm:pt modelId="{2279A675-23DF-4502-B2FB-27B479AC59E8}" type="sibTrans" cxnId="{88DBA1FB-F303-4DBC-92F1-ECC4A1A4B31E}">
      <dgm:prSet/>
      <dgm:spPr/>
      <dgm:t>
        <a:bodyPr/>
        <a:lstStyle/>
        <a:p>
          <a:endParaRPr lang="en-GB"/>
        </a:p>
      </dgm:t>
    </dgm:pt>
    <dgm:pt modelId="{C0C37D8D-7A82-4A51-A12C-6255606CE6C1}">
      <dgm:prSet phldrT="[Text]"/>
      <dgm:spPr>
        <a:solidFill>
          <a:schemeClr val="bg2">
            <a:lumMod val="50000"/>
          </a:schemeClr>
        </a:solidFill>
      </dgm:spPr>
      <dgm:t>
        <a:bodyPr/>
        <a:lstStyle/>
        <a:p>
          <a:r>
            <a:rPr lang="en-GB"/>
            <a:t>4</a:t>
          </a:r>
          <a:r>
            <a:rPr lang="en-GB" baseline="30000"/>
            <a:t>th</a:t>
          </a:r>
          <a:r>
            <a:rPr lang="en-GB"/>
            <a:t> </a:t>
          </a:r>
          <a:r>
            <a:rPr lang="en-GB" err="1"/>
            <a:t>Qtr</a:t>
          </a:r>
          <a:endParaRPr lang="en-GB"/>
        </a:p>
      </dgm:t>
    </dgm:pt>
    <dgm:pt modelId="{27E89AE2-6449-4ED3-9B96-84B43DA6DD22}" type="parTrans" cxnId="{EB29CA5A-2441-43EA-8D67-F1452377E665}">
      <dgm:prSet/>
      <dgm:spPr/>
      <dgm:t>
        <a:bodyPr/>
        <a:lstStyle/>
        <a:p>
          <a:endParaRPr lang="en-GB"/>
        </a:p>
      </dgm:t>
    </dgm:pt>
    <dgm:pt modelId="{4AE1ED80-99A1-4A0E-82ED-150A20F3E704}" type="sibTrans" cxnId="{EB29CA5A-2441-43EA-8D67-F1452377E665}">
      <dgm:prSet/>
      <dgm:spPr/>
      <dgm:t>
        <a:bodyPr/>
        <a:lstStyle/>
        <a:p>
          <a:endParaRPr lang="en-GB"/>
        </a:p>
      </dgm:t>
    </dgm:pt>
    <dgm:pt modelId="{272F54DC-F84F-4C4A-8783-BE36B82FC24B}">
      <dgm:prSet phldrT="[Text]" custT="1"/>
      <dgm:spPr>
        <a:solidFill>
          <a:schemeClr val="accent6">
            <a:lumMod val="20000"/>
            <a:lumOff val="80000"/>
          </a:schemeClr>
        </a:solidFill>
        <a:ln>
          <a:noFill/>
        </a:ln>
      </dgm:spPr>
      <dgm:t>
        <a:bodyPr/>
        <a:lstStyle/>
        <a:p>
          <a:endParaRPr lang="en-GB" sz="1000"/>
        </a:p>
      </dgm:t>
    </dgm:pt>
    <dgm:pt modelId="{555F9769-FBC4-433A-A5A4-68A85A30EBC9}" type="parTrans" cxnId="{22B12A05-BB93-4E70-A57A-4C9E36334E03}">
      <dgm:prSet/>
      <dgm:spPr/>
      <dgm:t>
        <a:bodyPr/>
        <a:lstStyle/>
        <a:p>
          <a:endParaRPr lang="en-GB"/>
        </a:p>
      </dgm:t>
    </dgm:pt>
    <dgm:pt modelId="{AC1A4AA7-2F7B-4899-AA96-60466ADB597F}" type="sibTrans" cxnId="{22B12A05-BB93-4E70-A57A-4C9E36334E03}">
      <dgm:prSet/>
      <dgm:spPr/>
      <dgm:t>
        <a:bodyPr/>
        <a:lstStyle/>
        <a:p>
          <a:endParaRPr lang="en-GB"/>
        </a:p>
      </dgm:t>
    </dgm:pt>
    <dgm:pt modelId="{BCE021E0-50A1-4FBA-8747-3D59FE804B9F}">
      <dgm:prSet phldrT="[Text]" custT="1"/>
      <dgm:spPr>
        <a:solidFill>
          <a:schemeClr val="accent6">
            <a:lumMod val="20000"/>
            <a:lumOff val="80000"/>
          </a:schemeClr>
        </a:solidFill>
        <a:ln>
          <a:noFill/>
        </a:ln>
      </dgm:spPr>
      <dgm:t>
        <a:bodyPr/>
        <a:lstStyle/>
        <a:p>
          <a:pPr>
            <a:buFont typeface="Arial" panose="020B0604020202020204" pitchFamily="34" charset="0"/>
            <a:buChar char="•"/>
          </a:pPr>
          <a:r>
            <a:rPr lang="en-GB" sz="1000"/>
            <a:t>Execute &amp; Deliver Cost Control, Operational Efficiencies &amp; Transformation</a:t>
          </a:r>
        </a:p>
      </dgm:t>
    </dgm:pt>
    <dgm:pt modelId="{67DA1074-E633-4BC4-B456-B46B3F2AAE7D}" type="parTrans" cxnId="{D5AB3D0A-5D6C-48A3-BF04-35C3097096C1}">
      <dgm:prSet/>
      <dgm:spPr/>
      <dgm:t>
        <a:bodyPr/>
        <a:lstStyle/>
        <a:p>
          <a:endParaRPr lang="en-GB"/>
        </a:p>
      </dgm:t>
    </dgm:pt>
    <dgm:pt modelId="{CA24B249-CB4E-492A-8AEF-38B140626E85}" type="sibTrans" cxnId="{D5AB3D0A-5D6C-48A3-BF04-35C3097096C1}">
      <dgm:prSet/>
      <dgm:spPr/>
      <dgm:t>
        <a:bodyPr/>
        <a:lstStyle/>
        <a:p>
          <a:endParaRPr lang="en-GB"/>
        </a:p>
      </dgm:t>
    </dgm:pt>
    <dgm:pt modelId="{EC05F70C-BD86-4BEB-AF86-377489D9198C}">
      <dgm:prSet phldrT="[Text]" custT="1"/>
      <dgm:spPr>
        <a:solidFill>
          <a:schemeClr val="accent6">
            <a:lumMod val="20000"/>
            <a:lumOff val="80000"/>
          </a:schemeClr>
        </a:solidFill>
        <a:ln>
          <a:noFill/>
        </a:ln>
      </dgm:spPr>
      <dgm:t>
        <a:bodyPr/>
        <a:lstStyle/>
        <a:p>
          <a:endParaRPr lang="en-GB" sz="1000"/>
        </a:p>
      </dgm:t>
    </dgm:pt>
    <dgm:pt modelId="{EDF2F1C6-1FD5-4887-8D74-7A7CF95C4706}" type="parTrans" cxnId="{96C03D7C-DAD6-49DD-892E-941FD86ADCBA}">
      <dgm:prSet/>
      <dgm:spPr/>
      <dgm:t>
        <a:bodyPr/>
        <a:lstStyle/>
        <a:p>
          <a:endParaRPr lang="en-GB"/>
        </a:p>
      </dgm:t>
    </dgm:pt>
    <dgm:pt modelId="{C10B3B67-97E7-4F2B-8591-F02F436A31F7}" type="sibTrans" cxnId="{96C03D7C-DAD6-49DD-892E-941FD86ADCBA}">
      <dgm:prSet/>
      <dgm:spPr/>
      <dgm:t>
        <a:bodyPr/>
        <a:lstStyle/>
        <a:p>
          <a:endParaRPr lang="en-GB"/>
        </a:p>
      </dgm:t>
    </dgm:pt>
    <dgm:pt modelId="{DF0F6825-DF12-4F31-96D3-83BA74149B42}">
      <dgm:prSet phldrT="[Text]" custT="1"/>
      <dgm:spPr>
        <a:solidFill>
          <a:schemeClr val="accent6">
            <a:lumMod val="20000"/>
            <a:lumOff val="80000"/>
          </a:schemeClr>
        </a:solidFill>
        <a:ln>
          <a:noFill/>
        </a:ln>
      </dgm:spPr>
      <dgm:t>
        <a:bodyPr/>
        <a:lstStyle/>
        <a:p>
          <a:r>
            <a:rPr lang="en-GB" sz="1000"/>
            <a:t>Refine &amp; Finalize Cost Control, Operational Efficiencies &amp; Transformation</a:t>
          </a:r>
        </a:p>
      </dgm:t>
    </dgm:pt>
    <dgm:pt modelId="{8266A661-00CD-443D-8398-00EC28E3CC3D}" type="parTrans" cxnId="{6BFACACE-A564-4258-A7FD-4CD64DB1EB9C}">
      <dgm:prSet/>
      <dgm:spPr/>
      <dgm:t>
        <a:bodyPr/>
        <a:lstStyle/>
        <a:p>
          <a:endParaRPr lang="en-US"/>
        </a:p>
      </dgm:t>
    </dgm:pt>
    <dgm:pt modelId="{27448AA4-5B90-4F3E-BCC1-1655A601717A}" type="sibTrans" cxnId="{6BFACACE-A564-4258-A7FD-4CD64DB1EB9C}">
      <dgm:prSet/>
      <dgm:spPr/>
      <dgm:t>
        <a:bodyPr/>
        <a:lstStyle/>
        <a:p>
          <a:endParaRPr lang="en-US"/>
        </a:p>
      </dgm:t>
    </dgm:pt>
    <dgm:pt modelId="{0A336B00-8082-4814-AAAE-79C4FF2452BA}">
      <dgm:prSet phldrT="[Text]" custT="1"/>
      <dgm:spPr>
        <a:solidFill>
          <a:schemeClr val="accent6">
            <a:lumMod val="20000"/>
            <a:lumOff val="80000"/>
          </a:schemeClr>
        </a:solidFill>
        <a:ln>
          <a:noFill/>
        </a:ln>
      </dgm:spPr>
      <dgm:t>
        <a:bodyPr/>
        <a:lstStyle/>
        <a:p>
          <a:endParaRPr lang="en-GB" sz="1000"/>
        </a:p>
      </dgm:t>
    </dgm:pt>
    <dgm:pt modelId="{06F7F318-3631-4FE9-8BFA-1E057FC0B014}" type="parTrans" cxnId="{05071118-1FE2-463B-8EF1-7B19BBED30EA}">
      <dgm:prSet/>
      <dgm:spPr/>
      <dgm:t>
        <a:bodyPr/>
        <a:lstStyle/>
        <a:p>
          <a:endParaRPr lang="en-US"/>
        </a:p>
      </dgm:t>
    </dgm:pt>
    <dgm:pt modelId="{411DEF42-DE25-43D9-96AE-4B10252B4AA1}" type="sibTrans" cxnId="{05071118-1FE2-463B-8EF1-7B19BBED30EA}">
      <dgm:prSet/>
      <dgm:spPr/>
      <dgm:t>
        <a:bodyPr/>
        <a:lstStyle/>
        <a:p>
          <a:endParaRPr lang="en-US"/>
        </a:p>
      </dgm:t>
    </dgm:pt>
    <dgm:pt modelId="{4B8B826C-AFAA-436A-B54A-B5C6FA84EA5B}">
      <dgm:prSet custT="1"/>
      <dgm:spPr/>
      <dgm:t>
        <a:bodyPr/>
        <a:lstStyle/>
        <a:p>
          <a:endParaRPr lang="en-US" sz="1000"/>
        </a:p>
      </dgm:t>
    </dgm:pt>
    <dgm:pt modelId="{85FAAC9C-B0E7-42D8-BA9C-570B9A59BE13}" type="parTrans" cxnId="{0A7245FB-AF47-4C0A-89C7-B5F1E809E3E9}">
      <dgm:prSet/>
      <dgm:spPr/>
      <dgm:t>
        <a:bodyPr/>
        <a:lstStyle/>
        <a:p>
          <a:endParaRPr lang="en-US"/>
        </a:p>
      </dgm:t>
    </dgm:pt>
    <dgm:pt modelId="{DA0A3252-B45A-4D95-9173-D34A423A5613}" type="sibTrans" cxnId="{0A7245FB-AF47-4C0A-89C7-B5F1E809E3E9}">
      <dgm:prSet/>
      <dgm:spPr/>
      <dgm:t>
        <a:bodyPr/>
        <a:lstStyle/>
        <a:p>
          <a:endParaRPr lang="en-US"/>
        </a:p>
      </dgm:t>
    </dgm:pt>
    <dgm:pt modelId="{2921B3FD-1F92-4EB6-B0D5-6887B555B02C}">
      <dgm:prSet phldrT="[Text]" custT="1"/>
      <dgm:spPr>
        <a:solidFill>
          <a:schemeClr val="accent6">
            <a:lumMod val="20000"/>
            <a:lumOff val="80000"/>
          </a:schemeClr>
        </a:solidFill>
        <a:ln>
          <a:noFill/>
        </a:ln>
      </dgm:spPr>
      <dgm:t>
        <a:bodyPr/>
        <a:lstStyle/>
        <a:p>
          <a:pPr>
            <a:buFont typeface="Arial" panose="020B0604020202020204" pitchFamily="34" charset="0"/>
            <a:buChar char="•"/>
          </a:pPr>
          <a:endParaRPr lang="en-GB" sz="1000"/>
        </a:p>
      </dgm:t>
    </dgm:pt>
    <dgm:pt modelId="{A97E0A1F-74E7-43FC-BEAD-3105E1E94608}" type="parTrans" cxnId="{6809C865-DFF4-43C3-A00C-BA18E6DCA2AB}">
      <dgm:prSet/>
      <dgm:spPr/>
      <dgm:t>
        <a:bodyPr/>
        <a:lstStyle/>
        <a:p>
          <a:endParaRPr lang="en-US"/>
        </a:p>
      </dgm:t>
    </dgm:pt>
    <dgm:pt modelId="{A872CE98-CDDA-4CA0-BBA3-F10DC8C8EF89}" type="sibTrans" cxnId="{6809C865-DFF4-43C3-A00C-BA18E6DCA2AB}">
      <dgm:prSet/>
      <dgm:spPr/>
      <dgm:t>
        <a:bodyPr/>
        <a:lstStyle/>
        <a:p>
          <a:endParaRPr lang="en-US"/>
        </a:p>
      </dgm:t>
    </dgm:pt>
    <dgm:pt modelId="{1494AD4D-7CCC-4CA9-ADA8-2698C8A16112}">
      <dgm:prSet phldrT="[Text]" custT="1"/>
      <dgm:spPr>
        <a:solidFill>
          <a:schemeClr val="accent6">
            <a:lumMod val="20000"/>
            <a:lumOff val="80000"/>
          </a:schemeClr>
        </a:solidFill>
        <a:ln>
          <a:noFill/>
        </a:ln>
      </dgm:spPr>
      <dgm:t>
        <a:bodyPr/>
        <a:lstStyle/>
        <a:p>
          <a:pPr>
            <a:buFont typeface="Arial" panose="020B0604020202020204" pitchFamily="34" charset="0"/>
            <a:buChar char="•"/>
          </a:pPr>
          <a:r>
            <a:rPr lang="en-GB" sz="1000"/>
            <a:t>Initiate &amp; Plan Cost Control, Operational Efficiencies &amp;  Transformation</a:t>
          </a:r>
        </a:p>
      </dgm:t>
    </dgm:pt>
    <dgm:pt modelId="{14BB6BD3-FFBF-4B27-BD90-BE7D17FD0970}" type="sibTrans" cxnId="{6206E084-759C-48AC-97D6-94B9F8B2C734}">
      <dgm:prSet/>
      <dgm:spPr/>
      <dgm:t>
        <a:bodyPr/>
        <a:lstStyle/>
        <a:p>
          <a:endParaRPr lang="en-GB"/>
        </a:p>
      </dgm:t>
    </dgm:pt>
    <dgm:pt modelId="{6770035E-5DE2-4322-A291-F3A3C2427FA3}" type="parTrans" cxnId="{6206E084-759C-48AC-97D6-94B9F8B2C734}">
      <dgm:prSet/>
      <dgm:spPr/>
      <dgm:t>
        <a:bodyPr/>
        <a:lstStyle/>
        <a:p>
          <a:endParaRPr lang="en-GB"/>
        </a:p>
      </dgm:t>
    </dgm:pt>
    <dgm:pt modelId="{B55FD80A-C153-454F-8334-6B63D381B31D}">
      <dgm:prSet custT="1"/>
      <dgm:spPr>
        <a:solidFill>
          <a:schemeClr val="accent6">
            <a:lumMod val="20000"/>
            <a:lumOff val="80000"/>
          </a:schemeClr>
        </a:solidFill>
        <a:ln>
          <a:noFill/>
        </a:ln>
      </dgm:spPr>
      <dgm:t>
        <a:bodyPr/>
        <a:lstStyle/>
        <a:p>
          <a:r>
            <a:rPr lang="en-GB" sz="1000"/>
            <a:t>Develop &amp; Build Cost Control, Operational Efficiencies &amp; Transformation</a:t>
          </a:r>
        </a:p>
      </dgm:t>
    </dgm:pt>
    <dgm:pt modelId="{ED6C3C42-E48C-8F4F-AB02-12FADB18D5DD}" type="parTrans" cxnId="{C8A690EE-EA89-FB4C-AB9D-CD1DED382BE9}">
      <dgm:prSet/>
      <dgm:spPr/>
      <dgm:t>
        <a:bodyPr/>
        <a:lstStyle/>
        <a:p>
          <a:endParaRPr lang="en-US"/>
        </a:p>
      </dgm:t>
    </dgm:pt>
    <dgm:pt modelId="{B02D5179-690C-B046-AC42-D1FD90B636F3}" type="sibTrans" cxnId="{C8A690EE-EA89-FB4C-AB9D-CD1DED382BE9}">
      <dgm:prSet/>
      <dgm:spPr/>
      <dgm:t>
        <a:bodyPr/>
        <a:lstStyle/>
        <a:p>
          <a:endParaRPr lang="en-US"/>
        </a:p>
      </dgm:t>
    </dgm:pt>
    <dgm:pt modelId="{6F371B0F-E39B-BB4A-A9F0-8431B444D1E0}">
      <dgm:prSet custT="1"/>
      <dgm:spPr>
        <a:solidFill>
          <a:schemeClr val="accent6">
            <a:lumMod val="20000"/>
            <a:lumOff val="80000"/>
          </a:schemeClr>
        </a:solidFill>
        <a:ln>
          <a:noFill/>
        </a:ln>
      </dgm:spPr>
      <dgm:t>
        <a:bodyPr/>
        <a:lstStyle/>
        <a:p>
          <a:endParaRPr lang="en-GB" sz="1000"/>
        </a:p>
      </dgm:t>
    </dgm:pt>
    <dgm:pt modelId="{EEBCB173-EAA7-C241-AA88-E8F63D803841}" type="parTrans" cxnId="{246F8A91-6534-0940-A617-B752A271F2E2}">
      <dgm:prSet/>
      <dgm:spPr/>
      <dgm:t>
        <a:bodyPr/>
        <a:lstStyle/>
        <a:p>
          <a:endParaRPr lang="en-US"/>
        </a:p>
      </dgm:t>
    </dgm:pt>
    <dgm:pt modelId="{EE1E0C2D-01DD-A547-BA5B-6FFD569B10DD}" type="sibTrans" cxnId="{246F8A91-6534-0940-A617-B752A271F2E2}">
      <dgm:prSet/>
      <dgm:spPr/>
      <dgm:t>
        <a:bodyPr/>
        <a:lstStyle/>
        <a:p>
          <a:endParaRPr lang="en-US"/>
        </a:p>
      </dgm:t>
    </dgm:pt>
    <dgm:pt modelId="{D926B3B8-84A5-8F48-9596-710408A9E888}">
      <dgm:prSet custT="1"/>
      <dgm:spPr>
        <a:solidFill>
          <a:schemeClr val="accent6">
            <a:lumMod val="20000"/>
            <a:lumOff val="80000"/>
          </a:schemeClr>
        </a:solidFill>
        <a:ln>
          <a:noFill/>
        </a:ln>
      </dgm:spPr>
      <dgm:t>
        <a:bodyPr/>
        <a:lstStyle/>
        <a:p>
          <a:pPr>
            <a:buFont typeface="Arial" panose="020B0604020202020204" pitchFamily="34" charset="0"/>
            <a:buChar char="•"/>
          </a:pPr>
          <a:endParaRPr lang="en-GB" sz="1000"/>
        </a:p>
      </dgm:t>
    </dgm:pt>
    <dgm:pt modelId="{CE88CCBE-A55A-534D-B417-4B6C154C06B8}" type="parTrans" cxnId="{91751220-4677-204C-82A5-018BB65D65BE}">
      <dgm:prSet/>
      <dgm:spPr/>
      <dgm:t>
        <a:bodyPr/>
        <a:lstStyle/>
        <a:p>
          <a:endParaRPr lang="en-US"/>
        </a:p>
      </dgm:t>
    </dgm:pt>
    <dgm:pt modelId="{9730A59E-B54E-D04F-9239-66EBE0992216}" type="sibTrans" cxnId="{91751220-4677-204C-82A5-018BB65D65BE}">
      <dgm:prSet/>
      <dgm:spPr/>
      <dgm:t>
        <a:bodyPr/>
        <a:lstStyle/>
        <a:p>
          <a:endParaRPr lang="en-US"/>
        </a:p>
      </dgm:t>
    </dgm:pt>
    <dgm:pt modelId="{3130E3F4-83FB-FE48-9AA5-D91C7D2FAE55}">
      <dgm:prSet phldrT="[Text]" custT="1"/>
      <dgm:spPr>
        <a:solidFill>
          <a:schemeClr val="accent6">
            <a:lumMod val="20000"/>
            <a:lumOff val="80000"/>
          </a:schemeClr>
        </a:solidFill>
        <a:ln>
          <a:noFill/>
        </a:ln>
      </dgm:spPr>
      <dgm:t>
        <a:bodyPr/>
        <a:lstStyle/>
        <a:p>
          <a:endParaRPr lang="en-GB" sz="1000"/>
        </a:p>
      </dgm:t>
    </dgm:pt>
    <dgm:pt modelId="{1E9E38A5-1630-5145-A511-3A8F36A88CB8}" type="parTrans" cxnId="{55CDCF8F-7C07-2C4B-9551-B42BBB437F30}">
      <dgm:prSet/>
      <dgm:spPr/>
      <dgm:t>
        <a:bodyPr/>
        <a:lstStyle/>
        <a:p>
          <a:endParaRPr lang="en-US"/>
        </a:p>
      </dgm:t>
    </dgm:pt>
    <dgm:pt modelId="{5C1F125E-50D0-6241-8B9E-660FA6A6B0A7}" type="sibTrans" cxnId="{55CDCF8F-7C07-2C4B-9551-B42BBB437F30}">
      <dgm:prSet/>
      <dgm:spPr/>
      <dgm:t>
        <a:bodyPr/>
        <a:lstStyle/>
        <a:p>
          <a:endParaRPr lang="en-US"/>
        </a:p>
      </dgm:t>
    </dgm:pt>
    <dgm:pt modelId="{2EE7C3D3-EF60-0E46-A331-B00FC2B5753B}">
      <dgm:prSet custT="1"/>
      <dgm:spPr/>
      <dgm:t>
        <a:bodyPr/>
        <a:lstStyle/>
        <a:p>
          <a:pPr>
            <a:buFont typeface="Arial" panose="020B0604020202020204" pitchFamily="34" charset="0"/>
            <a:buNone/>
          </a:pPr>
          <a:endParaRPr lang="en-US" sz="1000"/>
        </a:p>
      </dgm:t>
    </dgm:pt>
    <dgm:pt modelId="{BB29D2B4-D9EF-FE47-98A9-088F884112E7}" type="parTrans" cxnId="{09AED23F-2F20-B045-A0EC-4888148D49C9}">
      <dgm:prSet/>
      <dgm:spPr/>
      <dgm:t>
        <a:bodyPr/>
        <a:lstStyle/>
        <a:p>
          <a:endParaRPr lang="en-US"/>
        </a:p>
      </dgm:t>
    </dgm:pt>
    <dgm:pt modelId="{CB45F6D3-0393-CB4B-9210-6CC9122E84DD}" type="sibTrans" cxnId="{09AED23F-2F20-B045-A0EC-4888148D49C9}">
      <dgm:prSet/>
      <dgm:spPr/>
      <dgm:t>
        <a:bodyPr/>
        <a:lstStyle/>
        <a:p>
          <a:endParaRPr lang="en-US"/>
        </a:p>
      </dgm:t>
    </dgm:pt>
    <dgm:pt modelId="{25A913F6-1796-44E2-86F5-34ED72C8724E}" type="pres">
      <dgm:prSet presAssocID="{D461267C-AAFC-4A04-B453-10BFCA9E3A78}" presName="theList" presStyleCnt="0">
        <dgm:presLayoutVars>
          <dgm:dir/>
          <dgm:animLvl val="lvl"/>
          <dgm:resizeHandles val="exact"/>
        </dgm:presLayoutVars>
      </dgm:prSet>
      <dgm:spPr/>
    </dgm:pt>
    <dgm:pt modelId="{5DFF7897-A45B-4A05-A53C-480927982C02}" type="pres">
      <dgm:prSet presAssocID="{005C1547-99FD-4E37-88D7-60AB84BCEA6D}" presName="compNode" presStyleCnt="0"/>
      <dgm:spPr/>
    </dgm:pt>
    <dgm:pt modelId="{F71992BA-4E83-4A4A-B9D8-DF5E267C38B0}" type="pres">
      <dgm:prSet presAssocID="{005C1547-99FD-4E37-88D7-60AB84BCEA6D}" presName="noGeometry" presStyleCnt="0"/>
      <dgm:spPr/>
    </dgm:pt>
    <dgm:pt modelId="{B4484374-F97E-4A0D-B524-7BF82DA70716}" type="pres">
      <dgm:prSet presAssocID="{005C1547-99FD-4E37-88D7-60AB84BCEA6D}" presName="childTextVisible" presStyleLbl="bgAccFollowNode1" presStyleIdx="0" presStyleCnt="4">
        <dgm:presLayoutVars>
          <dgm:bulletEnabled val="1"/>
        </dgm:presLayoutVars>
      </dgm:prSet>
      <dgm:spPr/>
    </dgm:pt>
    <dgm:pt modelId="{DAB6A6D2-D462-4E24-8933-19BD0A3B8D8B}" type="pres">
      <dgm:prSet presAssocID="{005C1547-99FD-4E37-88D7-60AB84BCEA6D}" presName="childTextHidden" presStyleLbl="bgAccFollowNode1" presStyleIdx="0" presStyleCnt="4"/>
      <dgm:spPr/>
    </dgm:pt>
    <dgm:pt modelId="{F8992835-E712-4E11-B253-812CDA2F4A9F}" type="pres">
      <dgm:prSet presAssocID="{005C1547-99FD-4E37-88D7-60AB84BCEA6D}" presName="parentText" presStyleLbl="node1" presStyleIdx="0" presStyleCnt="4">
        <dgm:presLayoutVars>
          <dgm:chMax val="1"/>
          <dgm:bulletEnabled val="1"/>
        </dgm:presLayoutVars>
      </dgm:prSet>
      <dgm:spPr/>
    </dgm:pt>
    <dgm:pt modelId="{997B86B2-1CD7-41B6-A03A-04C51334E035}" type="pres">
      <dgm:prSet presAssocID="{005C1547-99FD-4E37-88D7-60AB84BCEA6D}" presName="aSpace" presStyleCnt="0"/>
      <dgm:spPr/>
    </dgm:pt>
    <dgm:pt modelId="{098967BF-8C35-4AD7-9E58-1420868166BE}" type="pres">
      <dgm:prSet presAssocID="{0F507754-2CDB-4CDE-BBA1-7653E69014B8}" presName="compNode" presStyleCnt="0"/>
      <dgm:spPr/>
    </dgm:pt>
    <dgm:pt modelId="{335371D7-0293-4547-9202-4418F89086F6}" type="pres">
      <dgm:prSet presAssocID="{0F507754-2CDB-4CDE-BBA1-7653E69014B8}" presName="noGeometry" presStyleCnt="0"/>
      <dgm:spPr/>
    </dgm:pt>
    <dgm:pt modelId="{0B4B5FA3-4F31-4EF6-8F5D-F62F50985C31}" type="pres">
      <dgm:prSet presAssocID="{0F507754-2CDB-4CDE-BBA1-7653E69014B8}" presName="childTextVisible" presStyleLbl="bgAccFollowNode1" presStyleIdx="1" presStyleCnt="4" custLinFactNeighborX="-279" custLinFactNeighborY="4029">
        <dgm:presLayoutVars>
          <dgm:bulletEnabled val="1"/>
        </dgm:presLayoutVars>
      </dgm:prSet>
      <dgm:spPr/>
    </dgm:pt>
    <dgm:pt modelId="{C3556303-A264-428D-A6C5-86980E0893FA}" type="pres">
      <dgm:prSet presAssocID="{0F507754-2CDB-4CDE-BBA1-7653E69014B8}" presName="childTextHidden" presStyleLbl="bgAccFollowNode1" presStyleIdx="1" presStyleCnt="4"/>
      <dgm:spPr/>
    </dgm:pt>
    <dgm:pt modelId="{87A2D63B-EA13-41CD-A82C-BDD669DBC70C}" type="pres">
      <dgm:prSet presAssocID="{0F507754-2CDB-4CDE-BBA1-7653E69014B8}" presName="parentText" presStyleLbl="node1" presStyleIdx="1" presStyleCnt="4" custLinFactNeighborX="56" custLinFactNeighborY="10185">
        <dgm:presLayoutVars>
          <dgm:chMax val="1"/>
          <dgm:bulletEnabled val="1"/>
        </dgm:presLayoutVars>
      </dgm:prSet>
      <dgm:spPr/>
    </dgm:pt>
    <dgm:pt modelId="{EDA26482-546D-4479-9AEC-EF0EA02C2180}" type="pres">
      <dgm:prSet presAssocID="{0F507754-2CDB-4CDE-BBA1-7653E69014B8}" presName="aSpace" presStyleCnt="0"/>
      <dgm:spPr/>
    </dgm:pt>
    <dgm:pt modelId="{6A90C15B-3C9B-45EF-8C0F-AC5BA2DD0A91}" type="pres">
      <dgm:prSet presAssocID="{BA579838-0413-4577-A182-FF80F5549516}" presName="compNode" presStyleCnt="0"/>
      <dgm:spPr/>
    </dgm:pt>
    <dgm:pt modelId="{66FCE5C4-75CE-4371-AB3F-5FE8C8237DFA}" type="pres">
      <dgm:prSet presAssocID="{BA579838-0413-4577-A182-FF80F5549516}" presName="noGeometry" presStyleCnt="0"/>
      <dgm:spPr/>
    </dgm:pt>
    <dgm:pt modelId="{873A3858-4FA5-47AC-BB0F-F1B6227873BA}" type="pres">
      <dgm:prSet presAssocID="{BA579838-0413-4577-A182-FF80F5549516}" presName="childTextVisible" presStyleLbl="bgAccFollowNode1" presStyleIdx="2" presStyleCnt="4">
        <dgm:presLayoutVars>
          <dgm:bulletEnabled val="1"/>
        </dgm:presLayoutVars>
      </dgm:prSet>
      <dgm:spPr/>
    </dgm:pt>
    <dgm:pt modelId="{DA9BA91C-2ED7-4DEA-A5ED-3FCF26888626}" type="pres">
      <dgm:prSet presAssocID="{BA579838-0413-4577-A182-FF80F5549516}" presName="childTextHidden" presStyleLbl="bgAccFollowNode1" presStyleIdx="2" presStyleCnt="4"/>
      <dgm:spPr/>
    </dgm:pt>
    <dgm:pt modelId="{3EF928B0-AE40-4CCC-9AC8-7F4622232DB9}" type="pres">
      <dgm:prSet presAssocID="{BA579838-0413-4577-A182-FF80F5549516}" presName="parentText" presStyleLbl="node1" presStyleIdx="2" presStyleCnt="4">
        <dgm:presLayoutVars>
          <dgm:chMax val="1"/>
          <dgm:bulletEnabled val="1"/>
        </dgm:presLayoutVars>
      </dgm:prSet>
      <dgm:spPr/>
    </dgm:pt>
    <dgm:pt modelId="{CF32752F-8D14-4662-AF10-704ED0D9AC3C}" type="pres">
      <dgm:prSet presAssocID="{BA579838-0413-4577-A182-FF80F5549516}" presName="aSpace" presStyleCnt="0"/>
      <dgm:spPr/>
    </dgm:pt>
    <dgm:pt modelId="{BF1976E3-97FE-4777-9836-E1C3E8400EF1}" type="pres">
      <dgm:prSet presAssocID="{C0C37D8D-7A82-4A51-A12C-6255606CE6C1}" presName="compNode" presStyleCnt="0"/>
      <dgm:spPr/>
    </dgm:pt>
    <dgm:pt modelId="{FAFA3233-7BB8-49AE-899E-5CA9CCE68CA8}" type="pres">
      <dgm:prSet presAssocID="{C0C37D8D-7A82-4A51-A12C-6255606CE6C1}" presName="noGeometry" presStyleCnt="0"/>
      <dgm:spPr/>
    </dgm:pt>
    <dgm:pt modelId="{29B467BE-B8B3-4454-8337-651F6FA8D458}" type="pres">
      <dgm:prSet presAssocID="{C0C37D8D-7A82-4A51-A12C-6255606CE6C1}" presName="childTextVisible" presStyleLbl="bgAccFollowNode1" presStyleIdx="3" presStyleCnt="4">
        <dgm:presLayoutVars>
          <dgm:bulletEnabled val="1"/>
        </dgm:presLayoutVars>
      </dgm:prSet>
      <dgm:spPr/>
    </dgm:pt>
    <dgm:pt modelId="{0435D653-E243-4536-B374-BD2656895D1D}" type="pres">
      <dgm:prSet presAssocID="{C0C37D8D-7A82-4A51-A12C-6255606CE6C1}" presName="childTextHidden" presStyleLbl="bgAccFollowNode1" presStyleIdx="3" presStyleCnt="4"/>
      <dgm:spPr/>
    </dgm:pt>
    <dgm:pt modelId="{008EABF7-B564-4A13-BF4D-CB0AEEC77A91}" type="pres">
      <dgm:prSet presAssocID="{C0C37D8D-7A82-4A51-A12C-6255606CE6C1}" presName="parentText" presStyleLbl="node1" presStyleIdx="3" presStyleCnt="4">
        <dgm:presLayoutVars>
          <dgm:chMax val="1"/>
          <dgm:bulletEnabled val="1"/>
        </dgm:presLayoutVars>
      </dgm:prSet>
      <dgm:spPr/>
    </dgm:pt>
  </dgm:ptLst>
  <dgm:cxnLst>
    <dgm:cxn modelId="{22B12A05-BB93-4E70-A57A-4C9E36334E03}" srcId="{C0C37D8D-7A82-4A51-A12C-6255606CE6C1}" destId="{272F54DC-F84F-4C4A-8783-BE36B82FC24B}" srcOrd="0" destOrd="0" parTransId="{555F9769-FBC4-433A-A5A4-68A85A30EBC9}" sibTransId="{AC1A4AA7-2F7B-4899-AA96-60466ADB597F}"/>
    <dgm:cxn modelId="{D5AB3D0A-5D6C-48A3-BF04-35C3097096C1}" srcId="{C0C37D8D-7A82-4A51-A12C-6255606CE6C1}" destId="{BCE021E0-50A1-4FBA-8747-3D59FE804B9F}" srcOrd="1" destOrd="0" parTransId="{67DA1074-E633-4BC4-B456-B46B3F2AAE7D}" sibTransId="{CA24B249-CB4E-492A-8AEF-38B140626E85}"/>
    <dgm:cxn modelId="{FC145A0E-94E6-4CF1-8D7E-EC75EC3778AA}" type="presOf" srcId="{272F54DC-F84F-4C4A-8783-BE36B82FC24B}" destId="{29B467BE-B8B3-4454-8337-651F6FA8D458}" srcOrd="0" destOrd="0" presId="urn:microsoft.com/office/officeart/2005/8/layout/hProcess6"/>
    <dgm:cxn modelId="{75E08E12-FA55-1B4E-B260-7E771D13EBA2}" type="presOf" srcId="{D926B3B8-84A5-8F48-9596-710408A9E888}" destId="{0B4B5FA3-4F31-4EF6-8F5D-F62F50985C31}" srcOrd="0" destOrd="2" presId="urn:microsoft.com/office/officeart/2005/8/layout/hProcess6"/>
    <dgm:cxn modelId="{AC786013-98D3-4A8A-B5FD-EDC9C08447EC}" type="presOf" srcId="{DF0F6825-DF12-4F31-96D3-83BA74149B42}" destId="{873A3858-4FA5-47AC-BB0F-F1B6227873BA}" srcOrd="0" destOrd="0" presId="urn:microsoft.com/office/officeart/2005/8/layout/hProcess6"/>
    <dgm:cxn modelId="{B62AE417-1DEE-436B-B222-8364E785BBED}" srcId="{D461267C-AAFC-4A04-B453-10BFCA9E3A78}" destId="{0F507754-2CDB-4CDE-BBA1-7653E69014B8}" srcOrd="1" destOrd="0" parTransId="{1C981ACF-9D2C-47CE-AC21-ABA922DCCCF2}" sibTransId="{9F2FD445-215D-4CCB-A143-77A6D3E7B958}"/>
    <dgm:cxn modelId="{05071118-1FE2-463B-8EF1-7B19BBED30EA}" srcId="{0F507754-2CDB-4CDE-BBA1-7653E69014B8}" destId="{0A336B00-8082-4814-AAAE-79C4FF2452BA}" srcOrd="0" destOrd="0" parTransId="{06F7F318-3631-4FE9-8BFA-1E057FC0B014}" sibTransId="{411DEF42-DE25-43D9-96AE-4B10252B4AA1}"/>
    <dgm:cxn modelId="{270D3E1D-A4BB-4798-A7F1-1EF6BB1676B9}" type="presOf" srcId="{0A336B00-8082-4814-AAAE-79C4FF2452BA}" destId="{0B4B5FA3-4F31-4EF6-8F5D-F62F50985C31}" srcOrd="0" destOrd="0" presId="urn:microsoft.com/office/officeart/2005/8/layout/hProcess6"/>
    <dgm:cxn modelId="{91751220-4677-204C-82A5-018BB65D65BE}" srcId="{0F507754-2CDB-4CDE-BBA1-7653E69014B8}" destId="{D926B3B8-84A5-8F48-9596-710408A9E888}" srcOrd="2" destOrd="0" parTransId="{CE88CCBE-A55A-534D-B417-4B6C154C06B8}" sibTransId="{9730A59E-B54E-D04F-9239-66EBE0992216}"/>
    <dgm:cxn modelId="{5B19EB20-FF20-4EB5-B211-F3AC9F8C4185}" type="presOf" srcId="{1494AD4D-7CCC-4CA9-ADA8-2698C8A16112}" destId="{DAB6A6D2-D462-4E24-8933-19BD0A3B8D8B}" srcOrd="1" destOrd="0" presId="urn:microsoft.com/office/officeart/2005/8/layout/hProcess6"/>
    <dgm:cxn modelId="{8928FE22-DB6A-4DEA-A4B5-8F4FBB321206}" type="presOf" srcId="{DF0F6825-DF12-4F31-96D3-83BA74149B42}" destId="{DA9BA91C-2ED7-4DEA-A5ED-3FCF26888626}" srcOrd="1" destOrd="0" presId="urn:microsoft.com/office/officeart/2005/8/layout/hProcess6"/>
    <dgm:cxn modelId="{20BAE228-094A-4379-A8CA-27981EE056B3}" type="presOf" srcId="{1494AD4D-7CCC-4CA9-ADA8-2698C8A16112}" destId="{B4484374-F97E-4A0D-B524-7BF82DA70716}" srcOrd="0" destOrd="0" presId="urn:microsoft.com/office/officeart/2005/8/layout/hProcess6"/>
    <dgm:cxn modelId="{5A013A37-C052-44B5-90C1-88B5A8566263}" type="presOf" srcId="{0A336B00-8082-4814-AAAE-79C4FF2452BA}" destId="{C3556303-A264-428D-A6C5-86980E0893FA}" srcOrd="1" destOrd="0" presId="urn:microsoft.com/office/officeart/2005/8/layout/hProcess6"/>
    <dgm:cxn modelId="{AFB9E13D-4472-E043-A7C5-0682038A7C58}" type="presOf" srcId="{3130E3F4-83FB-FE48-9AA5-D91C7D2FAE55}" destId="{DA9BA91C-2ED7-4DEA-A5ED-3FCF26888626}" srcOrd="1" destOrd="1" presId="urn:microsoft.com/office/officeart/2005/8/layout/hProcess6"/>
    <dgm:cxn modelId="{0AE7ED3E-70E2-4C26-BB9A-C4777BF3B421}" type="presOf" srcId="{C0C37D8D-7A82-4A51-A12C-6255606CE6C1}" destId="{008EABF7-B564-4A13-BF4D-CB0AEEC77A91}" srcOrd="0" destOrd="0" presId="urn:microsoft.com/office/officeart/2005/8/layout/hProcess6"/>
    <dgm:cxn modelId="{09AED23F-2F20-B045-A0EC-4888148D49C9}" srcId="{C0C37D8D-7A82-4A51-A12C-6255606CE6C1}" destId="{2EE7C3D3-EF60-0E46-A331-B00FC2B5753B}" srcOrd="2" destOrd="0" parTransId="{BB29D2B4-D9EF-FE47-98A9-088F884112E7}" sibTransId="{CB45F6D3-0393-CB4B-9210-6CC9122E84DD}"/>
    <dgm:cxn modelId="{6514CD40-164B-46E9-8191-D6B797F76991}" type="presOf" srcId="{4B8B826C-AFAA-436A-B54A-B5C6FA84EA5B}" destId="{0B4B5FA3-4F31-4EF6-8F5D-F62F50985C31}" srcOrd="0" destOrd="4" presId="urn:microsoft.com/office/officeart/2005/8/layout/hProcess6"/>
    <dgm:cxn modelId="{A20F6445-3E27-4926-8367-09D2ADB6A371}" type="presOf" srcId="{BCE021E0-50A1-4FBA-8747-3D59FE804B9F}" destId="{29B467BE-B8B3-4454-8337-651F6FA8D458}" srcOrd="0" destOrd="1" presId="urn:microsoft.com/office/officeart/2005/8/layout/hProcess6"/>
    <dgm:cxn modelId="{214F9155-A51C-6D41-8C0C-2D6BAF8D2283}" type="presOf" srcId="{B55FD80A-C153-454F-8334-6B63D381B31D}" destId="{C3556303-A264-428D-A6C5-86980E0893FA}" srcOrd="1" destOrd="1" presId="urn:microsoft.com/office/officeart/2005/8/layout/hProcess6"/>
    <dgm:cxn modelId="{1A094A56-0E8D-6042-A9B2-7DA64B9B7C5E}" type="presOf" srcId="{D926B3B8-84A5-8F48-9596-710408A9E888}" destId="{C3556303-A264-428D-A6C5-86980E0893FA}" srcOrd="1" destOrd="2" presId="urn:microsoft.com/office/officeart/2005/8/layout/hProcess6"/>
    <dgm:cxn modelId="{EB29CA5A-2441-43EA-8D67-F1452377E665}" srcId="{D461267C-AAFC-4A04-B453-10BFCA9E3A78}" destId="{C0C37D8D-7A82-4A51-A12C-6255606CE6C1}" srcOrd="3" destOrd="0" parTransId="{27E89AE2-6449-4ED3-9B96-84B43DA6DD22}" sibTransId="{4AE1ED80-99A1-4A0E-82ED-150A20F3E704}"/>
    <dgm:cxn modelId="{AE128A5D-6DAD-4942-A432-AE2176DE3299}" type="presOf" srcId="{BA579838-0413-4577-A182-FF80F5549516}" destId="{3EF928B0-AE40-4CCC-9AC8-7F4622232DB9}" srcOrd="0" destOrd="0" presId="urn:microsoft.com/office/officeart/2005/8/layout/hProcess6"/>
    <dgm:cxn modelId="{6809C865-DFF4-43C3-A00C-BA18E6DCA2AB}" srcId="{C0C37D8D-7A82-4A51-A12C-6255606CE6C1}" destId="{2921B3FD-1F92-4EB6-B0D5-6887B555B02C}" srcOrd="3" destOrd="0" parTransId="{A97E0A1F-74E7-43FC-BEAD-3105E1E94608}" sibTransId="{A872CE98-CDDA-4CA0-BBA3-F10DC8C8EF89}"/>
    <dgm:cxn modelId="{F6B0C467-A459-4D51-AACF-4F91CF6BAB98}" type="presOf" srcId="{EC05F70C-BD86-4BEB-AF86-377489D9198C}" destId="{873A3858-4FA5-47AC-BB0F-F1B6227873BA}" srcOrd="0" destOrd="2" presId="urn:microsoft.com/office/officeart/2005/8/layout/hProcess6"/>
    <dgm:cxn modelId="{D520996E-EF13-4B0F-90A5-D997BD495F5F}" type="presOf" srcId="{D461267C-AAFC-4A04-B453-10BFCA9E3A78}" destId="{25A913F6-1796-44E2-86F5-34ED72C8724E}" srcOrd="0" destOrd="0" presId="urn:microsoft.com/office/officeart/2005/8/layout/hProcess6"/>
    <dgm:cxn modelId="{6D977E75-082F-4554-9020-6EA074C4CF26}" srcId="{D461267C-AAFC-4A04-B453-10BFCA9E3A78}" destId="{005C1547-99FD-4E37-88D7-60AB84BCEA6D}" srcOrd="0" destOrd="0" parTransId="{8577BE6F-5409-4966-9139-BBE73303EBA0}" sibTransId="{A77B7760-54F6-479F-9408-ABD07241A059}"/>
    <dgm:cxn modelId="{67526378-1EF9-47B3-8A8C-25B9AAA8767E}" type="presOf" srcId="{005C1547-99FD-4E37-88D7-60AB84BCEA6D}" destId="{F8992835-E712-4E11-B253-812CDA2F4A9F}" srcOrd="0" destOrd="0" presId="urn:microsoft.com/office/officeart/2005/8/layout/hProcess6"/>
    <dgm:cxn modelId="{96C03D7C-DAD6-49DD-892E-941FD86ADCBA}" srcId="{BA579838-0413-4577-A182-FF80F5549516}" destId="{EC05F70C-BD86-4BEB-AF86-377489D9198C}" srcOrd="2" destOrd="0" parTransId="{EDF2F1C6-1FD5-4887-8D74-7A7CF95C4706}" sibTransId="{C10B3B67-97E7-4F2B-8591-F02F436A31F7}"/>
    <dgm:cxn modelId="{FCF7F47E-CAAB-D04F-B321-09A834CE3EB7}" type="presOf" srcId="{2EE7C3D3-EF60-0E46-A331-B00FC2B5753B}" destId="{29B467BE-B8B3-4454-8337-651F6FA8D458}" srcOrd="0" destOrd="2" presId="urn:microsoft.com/office/officeart/2005/8/layout/hProcess6"/>
    <dgm:cxn modelId="{17E49281-37CD-4195-8B67-5FFEE9F42DA2}" type="presOf" srcId="{272F54DC-F84F-4C4A-8783-BE36B82FC24B}" destId="{0435D653-E243-4536-B374-BD2656895D1D}" srcOrd="1" destOrd="0" presId="urn:microsoft.com/office/officeart/2005/8/layout/hProcess6"/>
    <dgm:cxn modelId="{6206E084-759C-48AC-97D6-94B9F8B2C734}" srcId="{005C1547-99FD-4E37-88D7-60AB84BCEA6D}" destId="{1494AD4D-7CCC-4CA9-ADA8-2698C8A16112}" srcOrd="0" destOrd="0" parTransId="{6770035E-5DE2-4322-A291-F3A3C2427FA3}" sibTransId="{14BB6BD3-FFBF-4B27-BD90-BE7D17FD0970}"/>
    <dgm:cxn modelId="{25B18D88-3E74-304C-8BA1-F483DD1B88ED}" type="presOf" srcId="{2EE7C3D3-EF60-0E46-A331-B00FC2B5753B}" destId="{0435D653-E243-4536-B374-BD2656895D1D}" srcOrd="1" destOrd="2" presId="urn:microsoft.com/office/officeart/2005/8/layout/hProcess6"/>
    <dgm:cxn modelId="{C2BC9A8B-0B64-4430-A2B7-6061401FFD70}" type="presOf" srcId="{BCE021E0-50A1-4FBA-8747-3D59FE804B9F}" destId="{0435D653-E243-4536-B374-BD2656895D1D}" srcOrd="1" destOrd="1" presId="urn:microsoft.com/office/officeart/2005/8/layout/hProcess6"/>
    <dgm:cxn modelId="{55CDCF8F-7C07-2C4B-9551-B42BBB437F30}" srcId="{BA579838-0413-4577-A182-FF80F5549516}" destId="{3130E3F4-83FB-FE48-9AA5-D91C7D2FAE55}" srcOrd="1" destOrd="0" parTransId="{1E9E38A5-1630-5145-A511-3A8F36A88CB8}" sibTransId="{5C1F125E-50D0-6241-8B9E-660FA6A6B0A7}"/>
    <dgm:cxn modelId="{70F38291-C5AE-A940-B5FE-11C5194EBC49}" type="presOf" srcId="{6F371B0F-E39B-BB4A-A9F0-8431B444D1E0}" destId="{0B4B5FA3-4F31-4EF6-8F5D-F62F50985C31}" srcOrd="0" destOrd="3" presId="urn:microsoft.com/office/officeart/2005/8/layout/hProcess6"/>
    <dgm:cxn modelId="{246F8A91-6534-0940-A617-B752A271F2E2}" srcId="{0F507754-2CDB-4CDE-BBA1-7653E69014B8}" destId="{6F371B0F-E39B-BB4A-A9F0-8431B444D1E0}" srcOrd="3" destOrd="0" parTransId="{EEBCB173-EAA7-C241-AA88-E8F63D803841}" sibTransId="{EE1E0C2D-01DD-A547-BA5B-6FFD569B10DD}"/>
    <dgm:cxn modelId="{6C7B8EA7-9812-43B7-966F-72FDB3DBF86A}" type="presOf" srcId="{4B8B826C-AFAA-436A-B54A-B5C6FA84EA5B}" destId="{C3556303-A264-428D-A6C5-86980E0893FA}" srcOrd="1" destOrd="4" presId="urn:microsoft.com/office/officeart/2005/8/layout/hProcess6"/>
    <dgm:cxn modelId="{C3A5B3BE-BA75-41F3-A005-82FED1D023C7}" type="presOf" srcId="{2921B3FD-1F92-4EB6-B0D5-6887B555B02C}" destId="{0435D653-E243-4536-B374-BD2656895D1D}" srcOrd="1" destOrd="3" presId="urn:microsoft.com/office/officeart/2005/8/layout/hProcess6"/>
    <dgm:cxn modelId="{069426C0-CCE6-B844-B130-A759445D28BC}" type="presOf" srcId="{6F371B0F-E39B-BB4A-A9F0-8431B444D1E0}" destId="{C3556303-A264-428D-A6C5-86980E0893FA}" srcOrd="1" destOrd="3" presId="urn:microsoft.com/office/officeart/2005/8/layout/hProcess6"/>
    <dgm:cxn modelId="{D96C19CA-F964-41E7-80E7-EE40AC4C6169}" type="presOf" srcId="{0F507754-2CDB-4CDE-BBA1-7653E69014B8}" destId="{87A2D63B-EA13-41CD-A82C-BDD669DBC70C}" srcOrd="0" destOrd="0" presId="urn:microsoft.com/office/officeart/2005/8/layout/hProcess6"/>
    <dgm:cxn modelId="{C4E17CCB-D2D8-4411-B974-A8FE8CF6821F}" type="presOf" srcId="{2921B3FD-1F92-4EB6-B0D5-6887B555B02C}" destId="{29B467BE-B8B3-4454-8337-651F6FA8D458}" srcOrd="0" destOrd="3" presId="urn:microsoft.com/office/officeart/2005/8/layout/hProcess6"/>
    <dgm:cxn modelId="{6BFACACE-A564-4258-A7FD-4CD64DB1EB9C}" srcId="{BA579838-0413-4577-A182-FF80F5549516}" destId="{DF0F6825-DF12-4F31-96D3-83BA74149B42}" srcOrd="0" destOrd="0" parTransId="{8266A661-00CD-443D-8398-00EC28E3CC3D}" sibTransId="{27448AA4-5B90-4F3E-BCC1-1655A601717A}"/>
    <dgm:cxn modelId="{D45C3EDD-1650-41E7-9B41-82853B8B79F2}" type="presOf" srcId="{EC05F70C-BD86-4BEB-AF86-377489D9198C}" destId="{DA9BA91C-2ED7-4DEA-A5ED-3FCF26888626}" srcOrd="1" destOrd="2" presId="urn:microsoft.com/office/officeart/2005/8/layout/hProcess6"/>
    <dgm:cxn modelId="{C8A690EE-EA89-FB4C-AB9D-CD1DED382BE9}" srcId="{0F507754-2CDB-4CDE-BBA1-7653E69014B8}" destId="{B55FD80A-C153-454F-8334-6B63D381B31D}" srcOrd="1" destOrd="0" parTransId="{ED6C3C42-E48C-8F4F-AB02-12FADB18D5DD}" sibTransId="{B02D5179-690C-B046-AC42-D1FD90B636F3}"/>
    <dgm:cxn modelId="{1F56F6F3-946A-BE44-90F0-3DDA3E1CF2E3}" type="presOf" srcId="{B55FD80A-C153-454F-8334-6B63D381B31D}" destId="{0B4B5FA3-4F31-4EF6-8F5D-F62F50985C31}" srcOrd="0" destOrd="1" presId="urn:microsoft.com/office/officeart/2005/8/layout/hProcess6"/>
    <dgm:cxn modelId="{39DF36FA-2C99-544A-9093-40FB0DE55D1B}" type="presOf" srcId="{3130E3F4-83FB-FE48-9AA5-D91C7D2FAE55}" destId="{873A3858-4FA5-47AC-BB0F-F1B6227873BA}" srcOrd="0" destOrd="1" presId="urn:microsoft.com/office/officeart/2005/8/layout/hProcess6"/>
    <dgm:cxn modelId="{0A7245FB-AF47-4C0A-89C7-B5F1E809E3E9}" srcId="{0F507754-2CDB-4CDE-BBA1-7653E69014B8}" destId="{4B8B826C-AFAA-436A-B54A-B5C6FA84EA5B}" srcOrd="4" destOrd="0" parTransId="{85FAAC9C-B0E7-42D8-BA9C-570B9A59BE13}" sibTransId="{DA0A3252-B45A-4D95-9173-D34A423A5613}"/>
    <dgm:cxn modelId="{88DBA1FB-F303-4DBC-92F1-ECC4A1A4B31E}" srcId="{D461267C-AAFC-4A04-B453-10BFCA9E3A78}" destId="{BA579838-0413-4577-A182-FF80F5549516}" srcOrd="2" destOrd="0" parTransId="{F1BDB688-CCC1-4564-A38C-F5FDAA22CB13}" sibTransId="{2279A675-23DF-4502-B2FB-27B479AC59E8}"/>
    <dgm:cxn modelId="{5946533C-3B68-474C-AC17-1A72E402AD30}" type="presParOf" srcId="{25A913F6-1796-44E2-86F5-34ED72C8724E}" destId="{5DFF7897-A45B-4A05-A53C-480927982C02}" srcOrd="0" destOrd="0" presId="urn:microsoft.com/office/officeart/2005/8/layout/hProcess6"/>
    <dgm:cxn modelId="{CE28000F-C72D-4AB5-93DC-5D957253C9E4}" type="presParOf" srcId="{5DFF7897-A45B-4A05-A53C-480927982C02}" destId="{F71992BA-4E83-4A4A-B9D8-DF5E267C38B0}" srcOrd="0" destOrd="0" presId="urn:microsoft.com/office/officeart/2005/8/layout/hProcess6"/>
    <dgm:cxn modelId="{52293604-9E44-4F37-A11D-2E9DB9C600EE}" type="presParOf" srcId="{5DFF7897-A45B-4A05-A53C-480927982C02}" destId="{B4484374-F97E-4A0D-B524-7BF82DA70716}" srcOrd="1" destOrd="0" presId="urn:microsoft.com/office/officeart/2005/8/layout/hProcess6"/>
    <dgm:cxn modelId="{31BF1EDB-5E77-423E-BB0C-E550B76C792D}" type="presParOf" srcId="{5DFF7897-A45B-4A05-A53C-480927982C02}" destId="{DAB6A6D2-D462-4E24-8933-19BD0A3B8D8B}" srcOrd="2" destOrd="0" presId="urn:microsoft.com/office/officeart/2005/8/layout/hProcess6"/>
    <dgm:cxn modelId="{A9799F92-2FE9-4523-AA80-641E60421B3E}" type="presParOf" srcId="{5DFF7897-A45B-4A05-A53C-480927982C02}" destId="{F8992835-E712-4E11-B253-812CDA2F4A9F}" srcOrd="3" destOrd="0" presId="urn:microsoft.com/office/officeart/2005/8/layout/hProcess6"/>
    <dgm:cxn modelId="{2B2C9DBB-0966-4428-9AF7-531A4FEBC69A}" type="presParOf" srcId="{25A913F6-1796-44E2-86F5-34ED72C8724E}" destId="{997B86B2-1CD7-41B6-A03A-04C51334E035}" srcOrd="1" destOrd="0" presId="urn:microsoft.com/office/officeart/2005/8/layout/hProcess6"/>
    <dgm:cxn modelId="{9B33E69F-0F55-4847-8A9B-6EDA5A881FA1}" type="presParOf" srcId="{25A913F6-1796-44E2-86F5-34ED72C8724E}" destId="{098967BF-8C35-4AD7-9E58-1420868166BE}" srcOrd="2" destOrd="0" presId="urn:microsoft.com/office/officeart/2005/8/layout/hProcess6"/>
    <dgm:cxn modelId="{4F086EF7-7DEC-4D7F-B556-02CAECAAA6B4}" type="presParOf" srcId="{098967BF-8C35-4AD7-9E58-1420868166BE}" destId="{335371D7-0293-4547-9202-4418F89086F6}" srcOrd="0" destOrd="0" presId="urn:microsoft.com/office/officeart/2005/8/layout/hProcess6"/>
    <dgm:cxn modelId="{6CEBF3E3-E7BB-4445-883A-67196EEF7FB1}" type="presParOf" srcId="{098967BF-8C35-4AD7-9E58-1420868166BE}" destId="{0B4B5FA3-4F31-4EF6-8F5D-F62F50985C31}" srcOrd="1" destOrd="0" presId="urn:microsoft.com/office/officeart/2005/8/layout/hProcess6"/>
    <dgm:cxn modelId="{0FA89AD9-3B3E-4DAB-9AC7-90B1C86E95C3}" type="presParOf" srcId="{098967BF-8C35-4AD7-9E58-1420868166BE}" destId="{C3556303-A264-428D-A6C5-86980E0893FA}" srcOrd="2" destOrd="0" presId="urn:microsoft.com/office/officeart/2005/8/layout/hProcess6"/>
    <dgm:cxn modelId="{7AF2A5B6-D508-427F-B2BB-4F56E5E26C29}" type="presParOf" srcId="{098967BF-8C35-4AD7-9E58-1420868166BE}" destId="{87A2D63B-EA13-41CD-A82C-BDD669DBC70C}" srcOrd="3" destOrd="0" presId="urn:microsoft.com/office/officeart/2005/8/layout/hProcess6"/>
    <dgm:cxn modelId="{2A75041B-CEAD-4CBA-8C0D-46285C3F9D99}" type="presParOf" srcId="{25A913F6-1796-44E2-86F5-34ED72C8724E}" destId="{EDA26482-546D-4479-9AEC-EF0EA02C2180}" srcOrd="3" destOrd="0" presId="urn:microsoft.com/office/officeart/2005/8/layout/hProcess6"/>
    <dgm:cxn modelId="{F24C6CFA-56DE-44D1-9F98-CE4757579460}" type="presParOf" srcId="{25A913F6-1796-44E2-86F5-34ED72C8724E}" destId="{6A90C15B-3C9B-45EF-8C0F-AC5BA2DD0A91}" srcOrd="4" destOrd="0" presId="urn:microsoft.com/office/officeart/2005/8/layout/hProcess6"/>
    <dgm:cxn modelId="{9C8B670B-4280-4198-B9F3-6A9572BF6E2C}" type="presParOf" srcId="{6A90C15B-3C9B-45EF-8C0F-AC5BA2DD0A91}" destId="{66FCE5C4-75CE-4371-AB3F-5FE8C8237DFA}" srcOrd="0" destOrd="0" presId="urn:microsoft.com/office/officeart/2005/8/layout/hProcess6"/>
    <dgm:cxn modelId="{412D9038-43CD-4BBF-9702-91465CE7C96B}" type="presParOf" srcId="{6A90C15B-3C9B-45EF-8C0F-AC5BA2DD0A91}" destId="{873A3858-4FA5-47AC-BB0F-F1B6227873BA}" srcOrd="1" destOrd="0" presId="urn:microsoft.com/office/officeart/2005/8/layout/hProcess6"/>
    <dgm:cxn modelId="{B357AFB0-E6BF-485B-85E3-C8F869C55380}" type="presParOf" srcId="{6A90C15B-3C9B-45EF-8C0F-AC5BA2DD0A91}" destId="{DA9BA91C-2ED7-4DEA-A5ED-3FCF26888626}" srcOrd="2" destOrd="0" presId="urn:microsoft.com/office/officeart/2005/8/layout/hProcess6"/>
    <dgm:cxn modelId="{C2F71E56-73FC-4AB4-A91B-13498978A339}" type="presParOf" srcId="{6A90C15B-3C9B-45EF-8C0F-AC5BA2DD0A91}" destId="{3EF928B0-AE40-4CCC-9AC8-7F4622232DB9}" srcOrd="3" destOrd="0" presId="urn:microsoft.com/office/officeart/2005/8/layout/hProcess6"/>
    <dgm:cxn modelId="{BAFD7876-673D-4446-BA62-3A14F3E7E62D}" type="presParOf" srcId="{25A913F6-1796-44E2-86F5-34ED72C8724E}" destId="{CF32752F-8D14-4662-AF10-704ED0D9AC3C}" srcOrd="5" destOrd="0" presId="urn:microsoft.com/office/officeart/2005/8/layout/hProcess6"/>
    <dgm:cxn modelId="{CBD8F9EC-4046-47CE-9622-8481C9335E7E}" type="presParOf" srcId="{25A913F6-1796-44E2-86F5-34ED72C8724E}" destId="{BF1976E3-97FE-4777-9836-E1C3E8400EF1}" srcOrd="6" destOrd="0" presId="urn:microsoft.com/office/officeart/2005/8/layout/hProcess6"/>
    <dgm:cxn modelId="{6EAFC9F1-0121-48B3-8D12-B7DF025F1EE0}" type="presParOf" srcId="{BF1976E3-97FE-4777-9836-E1C3E8400EF1}" destId="{FAFA3233-7BB8-49AE-899E-5CA9CCE68CA8}" srcOrd="0" destOrd="0" presId="urn:microsoft.com/office/officeart/2005/8/layout/hProcess6"/>
    <dgm:cxn modelId="{E795F981-D370-4363-834E-7D9A38490D8E}" type="presParOf" srcId="{BF1976E3-97FE-4777-9836-E1C3E8400EF1}" destId="{29B467BE-B8B3-4454-8337-651F6FA8D458}" srcOrd="1" destOrd="0" presId="urn:microsoft.com/office/officeart/2005/8/layout/hProcess6"/>
    <dgm:cxn modelId="{6CDDBB5A-12A5-4206-90F0-8F0401DAE719}" type="presParOf" srcId="{BF1976E3-97FE-4777-9836-E1C3E8400EF1}" destId="{0435D653-E243-4536-B374-BD2656895D1D}" srcOrd="2" destOrd="0" presId="urn:microsoft.com/office/officeart/2005/8/layout/hProcess6"/>
    <dgm:cxn modelId="{6366A2F8-E430-42A7-9AA9-4C04737F3F7F}" type="presParOf" srcId="{BF1976E3-97FE-4777-9836-E1C3E8400EF1}" destId="{008EABF7-B564-4A13-BF4D-CB0AEEC77A91}" srcOrd="3" destOrd="0" presId="urn:microsoft.com/office/officeart/2005/8/layout/hProcess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461267C-AAFC-4A04-B453-10BFCA9E3A78}" type="doc">
      <dgm:prSet loTypeId="urn:microsoft.com/office/officeart/2005/8/layout/hProcess6" loCatId="process" qsTypeId="urn:microsoft.com/office/officeart/2005/8/quickstyle/simple1" qsCatId="simple" csTypeId="urn:microsoft.com/office/officeart/2005/8/colors/accent1_2" csCatId="accent1" phldr="1"/>
      <dgm:spPr/>
      <dgm:t>
        <a:bodyPr/>
        <a:lstStyle/>
        <a:p>
          <a:endParaRPr lang="en-GB"/>
        </a:p>
      </dgm:t>
    </dgm:pt>
    <dgm:pt modelId="{005C1547-99FD-4E37-88D7-60AB84BCEA6D}">
      <dgm:prSet phldrT="[Text]"/>
      <dgm:spPr>
        <a:solidFill>
          <a:schemeClr val="bg2">
            <a:lumMod val="50000"/>
          </a:schemeClr>
        </a:solidFill>
      </dgm:spPr>
      <dgm:t>
        <a:bodyPr/>
        <a:lstStyle/>
        <a:p>
          <a:r>
            <a:rPr lang="en-GB"/>
            <a:t>1</a:t>
          </a:r>
          <a:r>
            <a:rPr lang="en-GB" baseline="30000"/>
            <a:t>st</a:t>
          </a:r>
          <a:r>
            <a:rPr lang="en-GB"/>
            <a:t> </a:t>
          </a:r>
          <a:r>
            <a:rPr lang="en-GB" err="1"/>
            <a:t>Qtr</a:t>
          </a:r>
          <a:endParaRPr lang="en-GB"/>
        </a:p>
      </dgm:t>
    </dgm:pt>
    <dgm:pt modelId="{8577BE6F-5409-4966-9139-BBE73303EBA0}" type="parTrans" cxnId="{6D977E75-082F-4554-9020-6EA074C4CF26}">
      <dgm:prSet/>
      <dgm:spPr/>
      <dgm:t>
        <a:bodyPr/>
        <a:lstStyle/>
        <a:p>
          <a:endParaRPr lang="en-GB"/>
        </a:p>
      </dgm:t>
    </dgm:pt>
    <dgm:pt modelId="{A77B7760-54F6-479F-9408-ABD07241A059}" type="sibTrans" cxnId="{6D977E75-082F-4554-9020-6EA074C4CF26}">
      <dgm:prSet/>
      <dgm:spPr/>
      <dgm:t>
        <a:bodyPr/>
        <a:lstStyle/>
        <a:p>
          <a:endParaRPr lang="en-GB"/>
        </a:p>
      </dgm:t>
    </dgm:pt>
    <dgm:pt modelId="{0F507754-2CDB-4CDE-BBA1-7653E69014B8}">
      <dgm:prSet phldrT="[Text]"/>
      <dgm:spPr>
        <a:solidFill>
          <a:schemeClr val="bg2">
            <a:lumMod val="50000"/>
          </a:schemeClr>
        </a:solidFill>
      </dgm:spPr>
      <dgm:t>
        <a:bodyPr/>
        <a:lstStyle/>
        <a:p>
          <a:r>
            <a:rPr lang="en-GB"/>
            <a:t>2</a:t>
          </a:r>
          <a:r>
            <a:rPr lang="en-GB" baseline="30000"/>
            <a:t>nd</a:t>
          </a:r>
          <a:r>
            <a:rPr lang="en-GB"/>
            <a:t> </a:t>
          </a:r>
          <a:r>
            <a:rPr lang="en-GB" err="1"/>
            <a:t>Qtr</a:t>
          </a:r>
          <a:endParaRPr lang="en-GB"/>
        </a:p>
      </dgm:t>
    </dgm:pt>
    <dgm:pt modelId="{1C981ACF-9D2C-47CE-AC21-ABA922DCCCF2}" type="parTrans" cxnId="{B62AE417-1DEE-436B-B222-8364E785BBED}">
      <dgm:prSet/>
      <dgm:spPr/>
      <dgm:t>
        <a:bodyPr/>
        <a:lstStyle/>
        <a:p>
          <a:endParaRPr lang="en-GB"/>
        </a:p>
      </dgm:t>
    </dgm:pt>
    <dgm:pt modelId="{9F2FD445-215D-4CCB-A143-77A6D3E7B958}" type="sibTrans" cxnId="{B62AE417-1DEE-436B-B222-8364E785BBED}">
      <dgm:prSet/>
      <dgm:spPr/>
      <dgm:t>
        <a:bodyPr/>
        <a:lstStyle/>
        <a:p>
          <a:endParaRPr lang="en-GB"/>
        </a:p>
      </dgm:t>
    </dgm:pt>
    <dgm:pt modelId="{BA579838-0413-4577-A182-FF80F5549516}">
      <dgm:prSet phldrT="[Text]"/>
      <dgm:spPr>
        <a:solidFill>
          <a:schemeClr val="bg2">
            <a:lumMod val="50000"/>
          </a:schemeClr>
        </a:solidFill>
      </dgm:spPr>
      <dgm:t>
        <a:bodyPr/>
        <a:lstStyle/>
        <a:p>
          <a:r>
            <a:rPr lang="en-GB"/>
            <a:t>3</a:t>
          </a:r>
          <a:r>
            <a:rPr lang="en-GB" baseline="30000"/>
            <a:t>rd</a:t>
          </a:r>
          <a:r>
            <a:rPr lang="en-GB"/>
            <a:t> </a:t>
          </a:r>
          <a:r>
            <a:rPr lang="en-GB" err="1"/>
            <a:t>Qtr</a:t>
          </a:r>
          <a:endParaRPr lang="en-GB"/>
        </a:p>
      </dgm:t>
    </dgm:pt>
    <dgm:pt modelId="{F1BDB688-CCC1-4564-A38C-F5FDAA22CB13}" type="parTrans" cxnId="{88DBA1FB-F303-4DBC-92F1-ECC4A1A4B31E}">
      <dgm:prSet/>
      <dgm:spPr/>
      <dgm:t>
        <a:bodyPr/>
        <a:lstStyle/>
        <a:p>
          <a:endParaRPr lang="en-GB"/>
        </a:p>
      </dgm:t>
    </dgm:pt>
    <dgm:pt modelId="{2279A675-23DF-4502-B2FB-27B479AC59E8}" type="sibTrans" cxnId="{88DBA1FB-F303-4DBC-92F1-ECC4A1A4B31E}">
      <dgm:prSet/>
      <dgm:spPr/>
      <dgm:t>
        <a:bodyPr/>
        <a:lstStyle/>
        <a:p>
          <a:endParaRPr lang="en-GB"/>
        </a:p>
      </dgm:t>
    </dgm:pt>
    <dgm:pt modelId="{C0C37D8D-7A82-4A51-A12C-6255606CE6C1}">
      <dgm:prSet phldrT="[Text]"/>
      <dgm:spPr>
        <a:solidFill>
          <a:schemeClr val="bg2">
            <a:lumMod val="50000"/>
          </a:schemeClr>
        </a:solidFill>
      </dgm:spPr>
      <dgm:t>
        <a:bodyPr/>
        <a:lstStyle/>
        <a:p>
          <a:r>
            <a:rPr lang="en-GB"/>
            <a:t>4</a:t>
          </a:r>
          <a:r>
            <a:rPr lang="en-GB" baseline="30000"/>
            <a:t>th</a:t>
          </a:r>
          <a:r>
            <a:rPr lang="en-GB"/>
            <a:t> </a:t>
          </a:r>
          <a:r>
            <a:rPr lang="en-GB" err="1"/>
            <a:t>Qtr</a:t>
          </a:r>
          <a:endParaRPr lang="en-GB"/>
        </a:p>
      </dgm:t>
    </dgm:pt>
    <dgm:pt modelId="{27E89AE2-6449-4ED3-9B96-84B43DA6DD22}" type="parTrans" cxnId="{EB29CA5A-2441-43EA-8D67-F1452377E665}">
      <dgm:prSet/>
      <dgm:spPr/>
      <dgm:t>
        <a:bodyPr/>
        <a:lstStyle/>
        <a:p>
          <a:endParaRPr lang="en-GB"/>
        </a:p>
      </dgm:t>
    </dgm:pt>
    <dgm:pt modelId="{4AE1ED80-99A1-4A0E-82ED-150A20F3E704}" type="sibTrans" cxnId="{EB29CA5A-2441-43EA-8D67-F1452377E665}">
      <dgm:prSet/>
      <dgm:spPr/>
      <dgm:t>
        <a:bodyPr/>
        <a:lstStyle/>
        <a:p>
          <a:endParaRPr lang="en-GB"/>
        </a:p>
      </dgm:t>
    </dgm:pt>
    <dgm:pt modelId="{272F54DC-F84F-4C4A-8783-BE36B82FC24B}">
      <dgm:prSet phldrT="[Text]" custT="1"/>
      <dgm:spPr>
        <a:solidFill>
          <a:schemeClr val="accent6">
            <a:lumMod val="20000"/>
            <a:lumOff val="80000"/>
          </a:schemeClr>
        </a:solidFill>
        <a:ln>
          <a:noFill/>
        </a:ln>
      </dgm:spPr>
      <dgm:t>
        <a:bodyPr/>
        <a:lstStyle/>
        <a:p>
          <a:endParaRPr lang="en-GB" sz="800"/>
        </a:p>
      </dgm:t>
    </dgm:pt>
    <dgm:pt modelId="{555F9769-FBC4-433A-A5A4-68A85A30EBC9}" type="parTrans" cxnId="{22B12A05-BB93-4E70-A57A-4C9E36334E03}">
      <dgm:prSet/>
      <dgm:spPr/>
      <dgm:t>
        <a:bodyPr/>
        <a:lstStyle/>
        <a:p>
          <a:endParaRPr lang="en-GB"/>
        </a:p>
      </dgm:t>
    </dgm:pt>
    <dgm:pt modelId="{AC1A4AA7-2F7B-4899-AA96-60466ADB597F}" type="sibTrans" cxnId="{22B12A05-BB93-4E70-A57A-4C9E36334E03}">
      <dgm:prSet/>
      <dgm:spPr/>
      <dgm:t>
        <a:bodyPr/>
        <a:lstStyle/>
        <a:p>
          <a:endParaRPr lang="en-GB"/>
        </a:p>
      </dgm:t>
    </dgm:pt>
    <dgm:pt modelId="{BCE021E0-50A1-4FBA-8747-3D59FE804B9F}">
      <dgm:prSet phldrT="[Text]" custT="1"/>
      <dgm:spPr>
        <a:solidFill>
          <a:schemeClr val="accent6">
            <a:lumMod val="20000"/>
            <a:lumOff val="80000"/>
          </a:schemeClr>
        </a:solidFill>
        <a:ln>
          <a:noFill/>
        </a:ln>
      </dgm:spPr>
      <dgm:t>
        <a:bodyPr/>
        <a:lstStyle/>
        <a:p>
          <a:pPr>
            <a:buFont typeface="Arial" panose="020B0604020202020204" pitchFamily="34" charset="0"/>
            <a:buChar char="•"/>
          </a:pPr>
          <a:r>
            <a:rPr lang="en-GB" sz="800"/>
            <a:t>Evaluate outcomes and continuous improvement</a:t>
          </a:r>
        </a:p>
      </dgm:t>
    </dgm:pt>
    <dgm:pt modelId="{67DA1074-E633-4BC4-B456-B46B3F2AAE7D}" type="parTrans" cxnId="{D5AB3D0A-5D6C-48A3-BF04-35C3097096C1}">
      <dgm:prSet/>
      <dgm:spPr/>
      <dgm:t>
        <a:bodyPr/>
        <a:lstStyle/>
        <a:p>
          <a:endParaRPr lang="en-GB"/>
        </a:p>
      </dgm:t>
    </dgm:pt>
    <dgm:pt modelId="{CA24B249-CB4E-492A-8AEF-38B140626E85}" type="sibTrans" cxnId="{D5AB3D0A-5D6C-48A3-BF04-35C3097096C1}">
      <dgm:prSet/>
      <dgm:spPr/>
      <dgm:t>
        <a:bodyPr/>
        <a:lstStyle/>
        <a:p>
          <a:endParaRPr lang="en-GB"/>
        </a:p>
      </dgm:t>
    </dgm:pt>
    <dgm:pt modelId="{EC05F70C-BD86-4BEB-AF86-377489D9198C}">
      <dgm:prSet phldrT="[Text]" custT="1"/>
      <dgm:spPr>
        <a:solidFill>
          <a:schemeClr val="accent6">
            <a:lumMod val="20000"/>
            <a:lumOff val="80000"/>
          </a:schemeClr>
        </a:solidFill>
        <a:ln>
          <a:noFill/>
        </a:ln>
      </dgm:spPr>
      <dgm:t>
        <a:bodyPr/>
        <a:lstStyle/>
        <a:p>
          <a:endParaRPr lang="en-GB" sz="800"/>
        </a:p>
      </dgm:t>
    </dgm:pt>
    <dgm:pt modelId="{EDF2F1C6-1FD5-4887-8D74-7A7CF95C4706}" type="parTrans" cxnId="{96C03D7C-DAD6-49DD-892E-941FD86ADCBA}">
      <dgm:prSet/>
      <dgm:spPr/>
      <dgm:t>
        <a:bodyPr/>
        <a:lstStyle/>
        <a:p>
          <a:endParaRPr lang="en-GB"/>
        </a:p>
      </dgm:t>
    </dgm:pt>
    <dgm:pt modelId="{C10B3B67-97E7-4F2B-8591-F02F436A31F7}" type="sibTrans" cxnId="{96C03D7C-DAD6-49DD-892E-941FD86ADCBA}">
      <dgm:prSet/>
      <dgm:spPr/>
      <dgm:t>
        <a:bodyPr/>
        <a:lstStyle/>
        <a:p>
          <a:endParaRPr lang="en-GB"/>
        </a:p>
      </dgm:t>
    </dgm:pt>
    <dgm:pt modelId="{DF0F6825-DF12-4F31-96D3-83BA74149B42}">
      <dgm:prSet phldrT="[Text]" custT="1"/>
      <dgm:spPr>
        <a:solidFill>
          <a:schemeClr val="accent6">
            <a:lumMod val="20000"/>
            <a:lumOff val="80000"/>
          </a:schemeClr>
        </a:solidFill>
        <a:ln>
          <a:noFill/>
        </a:ln>
      </dgm:spPr>
      <dgm:t>
        <a:bodyPr/>
        <a:lstStyle/>
        <a:p>
          <a:r>
            <a:rPr lang="en-GB" sz="800"/>
            <a:t>Maintain high performance culture</a:t>
          </a:r>
        </a:p>
      </dgm:t>
    </dgm:pt>
    <dgm:pt modelId="{8266A661-00CD-443D-8398-00EC28E3CC3D}" type="parTrans" cxnId="{6BFACACE-A564-4258-A7FD-4CD64DB1EB9C}">
      <dgm:prSet/>
      <dgm:spPr/>
      <dgm:t>
        <a:bodyPr/>
        <a:lstStyle/>
        <a:p>
          <a:endParaRPr lang="en-US"/>
        </a:p>
      </dgm:t>
    </dgm:pt>
    <dgm:pt modelId="{27448AA4-5B90-4F3E-BCC1-1655A601717A}" type="sibTrans" cxnId="{6BFACACE-A564-4258-A7FD-4CD64DB1EB9C}">
      <dgm:prSet/>
      <dgm:spPr/>
      <dgm:t>
        <a:bodyPr/>
        <a:lstStyle/>
        <a:p>
          <a:endParaRPr lang="en-US"/>
        </a:p>
      </dgm:t>
    </dgm:pt>
    <dgm:pt modelId="{0A336B00-8082-4814-AAAE-79C4FF2452BA}">
      <dgm:prSet phldrT="[Text]" custT="1"/>
      <dgm:spPr>
        <a:solidFill>
          <a:schemeClr val="accent6">
            <a:lumMod val="20000"/>
            <a:lumOff val="80000"/>
          </a:schemeClr>
        </a:solidFill>
        <a:ln>
          <a:noFill/>
        </a:ln>
      </dgm:spPr>
      <dgm:t>
        <a:bodyPr/>
        <a:lstStyle/>
        <a:p>
          <a:endParaRPr lang="en-GB" sz="800"/>
        </a:p>
      </dgm:t>
    </dgm:pt>
    <dgm:pt modelId="{06F7F318-3631-4FE9-8BFA-1E057FC0B014}" type="parTrans" cxnId="{05071118-1FE2-463B-8EF1-7B19BBED30EA}">
      <dgm:prSet/>
      <dgm:spPr/>
      <dgm:t>
        <a:bodyPr/>
        <a:lstStyle/>
        <a:p>
          <a:endParaRPr lang="en-US"/>
        </a:p>
      </dgm:t>
    </dgm:pt>
    <dgm:pt modelId="{411DEF42-DE25-43D9-96AE-4B10252B4AA1}" type="sibTrans" cxnId="{05071118-1FE2-463B-8EF1-7B19BBED30EA}">
      <dgm:prSet/>
      <dgm:spPr/>
      <dgm:t>
        <a:bodyPr/>
        <a:lstStyle/>
        <a:p>
          <a:endParaRPr lang="en-US"/>
        </a:p>
      </dgm:t>
    </dgm:pt>
    <dgm:pt modelId="{4B8B826C-AFAA-436A-B54A-B5C6FA84EA5B}">
      <dgm:prSet custT="1"/>
      <dgm:spPr/>
      <dgm:t>
        <a:bodyPr/>
        <a:lstStyle/>
        <a:p>
          <a:endParaRPr lang="en-US" sz="800"/>
        </a:p>
      </dgm:t>
    </dgm:pt>
    <dgm:pt modelId="{85FAAC9C-B0E7-42D8-BA9C-570B9A59BE13}" type="parTrans" cxnId="{0A7245FB-AF47-4C0A-89C7-B5F1E809E3E9}">
      <dgm:prSet/>
      <dgm:spPr/>
      <dgm:t>
        <a:bodyPr/>
        <a:lstStyle/>
        <a:p>
          <a:endParaRPr lang="en-US"/>
        </a:p>
      </dgm:t>
    </dgm:pt>
    <dgm:pt modelId="{DA0A3252-B45A-4D95-9173-D34A423A5613}" type="sibTrans" cxnId="{0A7245FB-AF47-4C0A-89C7-B5F1E809E3E9}">
      <dgm:prSet/>
      <dgm:spPr/>
      <dgm:t>
        <a:bodyPr/>
        <a:lstStyle/>
        <a:p>
          <a:endParaRPr lang="en-US"/>
        </a:p>
      </dgm:t>
    </dgm:pt>
    <dgm:pt modelId="{2921B3FD-1F92-4EB6-B0D5-6887B555B02C}">
      <dgm:prSet phldrT="[Text]" custT="1"/>
      <dgm:spPr>
        <a:solidFill>
          <a:schemeClr val="accent6">
            <a:lumMod val="20000"/>
            <a:lumOff val="80000"/>
          </a:schemeClr>
        </a:solidFill>
        <a:ln>
          <a:noFill/>
        </a:ln>
      </dgm:spPr>
      <dgm:t>
        <a:bodyPr/>
        <a:lstStyle/>
        <a:p>
          <a:pPr>
            <a:buFont typeface="Arial" panose="020B0604020202020204" pitchFamily="34" charset="0"/>
            <a:buChar char="•"/>
          </a:pPr>
          <a:endParaRPr lang="en-GB" sz="800"/>
        </a:p>
      </dgm:t>
    </dgm:pt>
    <dgm:pt modelId="{A97E0A1F-74E7-43FC-BEAD-3105E1E94608}" type="parTrans" cxnId="{6809C865-DFF4-43C3-A00C-BA18E6DCA2AB}">
      <dgm:prSet/>
      <dgm:spPr/>
      <dgm:t>
        <a:bodyPr/>
        <a:lstStyle/>
        <a:p>
          <a:endParaRPr lang="en-US"/>
        </a:p>
      </dgm:t>
    </dgm:pt>
    <dgm:pt modelId="{A872CE98-CDDA-4CA0-BBA3-F10DC8C8EF89}" type="sibTrans" cxnId="{6809C865-DFF4-43C3-A00C-BA18E6DCA2AB}">
      <dgm:prSet/>
      <dgm:spPr/>
      <dgm:t>
        <a:bodyPr/>
        <a:lstStyle/>
        <a:p>
          <a:endParaRPr lang="en-US"/>
        </a:p>
      </dgm:t>
    </dgm:pt>
    <dgm:pt modelId="{1494AD4D-7CCC-4CA9-ADA8-2698C8A16112}">
      <dgm:prSet phldrT="[Text]" custT="1"/>
      <dgm:spPr>
        <a:solidFill>
          <a:schemeClr val="accent6">
            <a:lumMod val="20000"/>
            <a:lumOff val="80000"/>
          </a:schemeClr>
        </a:solidFill>
        <a:ln>
          <a:noFill/>
        </a:ln>
      </dgm:spPr>
      <dgm:t>
        <a:bodyPr/>
        <a:lstStyle/>
        <a:p>
          <a:pPr>
            <a:buFont typeface="Arial" panose="020B0604020202020204" pitchFamily="34" charset="0"/>
            <a:buChar char="•"/>
          </a:pPr>
          <a:r>
            <a:rPr lang="en-GB" sz="800"/>
            <a:t>Support right people with the right skills</a:t>
          </a:r>
        </a:p>
      </dgm:t>
    </dgm:pt>
    <dgm:pt modelId="{14BB6BD3-FFBF-4B27-BD90-BE7D17FD0970}" type="sibTrans" cxnId="{6206E084-759C-48AC-97D6-94B9F8B2C734}">
      <dgm:prSet/>
      <dgm:spPr/>
      <dgm:t>
        <a:bodyPr/>
        <a:lstStyle/>
        <a:p>
          <a:endParaRPr lang="en-GB"/>
        </a:p>
      </dgm:t>
    </dgm:pt>
    <dgm:pt modelId="{6770035E-5DE2-4322-A291-F3A3C2427FA3}" type="parTrans" cxnId="{6206E084-759C-48AC-97D6-94B9F8B2C734}">
      <dgm:prSet/>
      <dgm:spPr/>
      <dgm:t>
        <a:bodyPr/>
        <a:lstStyle/>
        <a:p>
          <a:endParaRPr lang="en-GB"/>
        </a:p>
      </dgm:t>
    </dgm:pt>
    <dgm:pt modelId="{B55FD80A-C153-454F-8334-6B63D381B31D}">
      <dgm:prSet custT="1"/>
      <dgm:spPr>
        <a:solidFill>
          <a:schemeClr val="accent6">
            <a:lumMod val="20000"/>
            <a:lumOff val="80000"/>
          </a:schemeClr>
        </a:solidFill>
        <a:ln>
          <a:noFill/>
        </a:ln>
      </dgm:spPr>
      <dgm:t>
        <a:bodyPr/>
        <a:lstStyle/>
        <a:p>
          <a:r>
            <a:rPr lang="en-GB" sz="800"/>
            <a:t>Identify gaps from skill and performance criteria</a:t>
          </a:r>
        </a:p>
      </dgm:t>
    </dgm:pt>
    <dgm:pt modelId="{ED6C3C42-E48C-8F4F-AB02-12FADB18D5DD}" type="parTrans" cxnId="{C8A690EE-EA89-FB4C-AB9D-CD1DED382BE9}">
      <dgm:prSet/>
      <dgm:spPr/>
      <dgm:t>
        <a:bodyPr/>
        <a:lstStyle/>
        <a:p>
          <a:endParaRPr lang="en-US"/>
        </a:p>
      </dgm:t>
    </dgm:pt>
    <dgm:pt modelId="{B02D5179-690C-B046-AC42-D1FD90B636F3}" type="sibTrans" cxnId="{C8A690EE-EA89-FB4C-AB9D-CD1DED382BE9}">
      <dgm:prSet/>
      <dgm:spPr/>
      <dgm:t>
        <a:bodyPr/>
        <a:lstStyle/>
        <a:p>
          <a:endParaRPr lang="en-US"/>
        </a:p>
      </dgm:t>
    </dgm:pt>
    <dgm:pt modelId="{36C6F2A7-C5E3-4561-ABF1-EAD34C41222A}">
      <dgm:prSet phldrT="[Text]" custT="1"/>
      <dgm:spPr>
        <a:solidFill>
          <a:schemeClr val="accent6">
            <a:lumMod val="20000"/>
            <a:lumOff val="80000"/>
          </a:schemeClr>
        </a:solidFill>
        <a:ln>
          <a:noFill/>
        </a:ln>
      </dgm:spPr>
      <dgm:t>
        <a:bodyPr/>
        <a:lstStyle/>
        <a:p>
          <a:pPr>
            <a:buFont typeface="Arial" panose="020B0604020202020204" pitchFamily="34" charset="0"/>
            <a:buChar char="•"/>
          </a:pPr>
          <a:endParaRPr lang="en-GB" sz="800"/>
        </a:p>
      </dgm:t>
    </dgm:pt>
    <dgm:pt modelId="{2E642E7F-DB80-451A-B01E-057D9F7BC291}" type="sibTrans" cxnId="{64089195-5B67-45DB-B19D-8B3D9D54BF6B}">
      <dgm:prSet/>
      <dgm:spPr/>
      <dgm:t>
        <a:bodyPr/>
        <a:lstStyle/>
        <a:p>
          <a:endParaRPr lang="en-GB"/>
        </a:p>
      </dgm:t>
    </dgm:pt>
    <dgm:pt modelId="{3D93ECB6-DD98-4B5D-B616-530E57B25ADB}" type="parTrans" cxnId="{64089195-5B67-45DB-B19D-8B3D9D54BF6B}">
      <dgm:prSet/>
      <dgm:spPr/>
      <dgm:t>
        <a:bodyPr/>
        <a:lstStyle/>
        <a:p>
          <a:endParaRPr lang="en-GB"/>
        </a:p>
      </dgm:t>
    </dgm:pt>
    <dgm:pt modelId="{4B27A008-CB7E-4A55-B333-7F040E7561C9}">
      <dgm:prSet phldrT="[Text]" custT="1"/>
      <dgm:spPr>
        <a:solidFill>
          <a:schemeClr val="accent6">
            <a:lumMod val="20000"/>
            <a:lumOff val="80000"/>
          </a:schemeClr>
        </a:solidFill>
        <a:ln>
          <a:noFill/>
        </a:ln>
      </dgm:spPr>
      <dgm:t>
        <a:bodyPr/>
        <a:lstStyle/>
        <a:p>
          <a:pPr>
            <a:buFont typeface="Arial" panose="020B0604020202020204" pitchFamily="34" charset="0"/>
            <a:buChar char="•"/>
          </a:pPr>
          <a:r>
            <a:rPr lang="en-GB" sz="800"/>
            <a:t>Enable leaders with clarity</a:t>
          </a:r>
        </a:p>
      </dgm:t>
    </dgm:pt>
    <dgm:pt modelId="{4730FED8-3ADE-42FA-BBCE-5F6CC990E871}" type="sibTrans" cxnId="{3E5115FB-1634-409F-9B47-BCBD5D70A282}">
      <dgm:prSet/>
      <dgm:spPr/>
      <dgm:t>
        <a:bodyPr/>
        <a:lstStyle/>
        <a:p>
          <a:endParaRPr lang="en-US"/>
        </a:p>
      </dgm:t>
    </dgm:pt>
    <dgm:pt modelId="{180B7EB8-4100-43FE-AE9E-DCA894DB84C5}" type="parTrans" cxnId="{3E5115FB-1634-409F-9B47-BCBD5D70A282}">
      <dgm:prSet/>
      <dgm:spPr/>
      <dgm:t>
        <a:bodyPr/>
        <a:lstStyle/>
        <a:p>
          <a:endParaRPr lang="en-US"/>
        </a:p>
      </dgm:t>
    </dgm:pt>
    <dgm:pt modelId="{D6B2E01B-0CFB-5C40-9EDF-47488218F3D8}">
      <dgm:prSet phldrT="[Text]" custT="1"/>
      <dgm:spPr>
        <a:solidFill>
          <a:schemeClr val="accent6">
            <a:lumMod val="20000"/>
            <a:lumOff val="80000"/>
          </a:schemeClr>
        </a:solidFill>
        <a:ln>
          <a:noFill/>
        </a:ln>
      </dgm:spPr>
      <dgm:t>
        <a:bodyPr/>
        <a:lstStyle/>
        <a:p>
          <a:r>
            <a:rPr lang="en-GB" sz="800"/>
            <a:t>Develop leadership and employee capabilities</a:t>
          </a:r>
        </a:p>
      </dgm:t>
    </dgm:pt>
    <dgm:pt modelId="{B12F30A1-40C2-CF4E-94ED-5FF21F7CEE06}" type="parTrans" cxnId="{1B28EAE3-560C-B64C-ACBF-B7CE8FBA4B1E}">
      <dgm:prSet/>
      <dgm:spPr/>
      <dgm:t>
        <a:bodyPr/>
        <a:lstStyle/>
        <a:p>
          <a:endParaRPr lang="en-US"/>
        </a:p>
      </dgm:t>
    </dgm:pt>
    <dgm:pt modelId="{903BDA5F-B613-2B43-A495-501C860D9EC2}" type="sibTrans" cxnId="{1B28EAE3-560C-B64C-ACBF-B7CE8FBA4B1E}">
      <dgm:prSet/>
      <dgm:spPr/>
      <dgm:t>
        <a:bodyPr/>
        <a:lstStyle/>
        <a:p>
          <a:endParaRPr lang="en-US"/>
        </a:p>
      </dgm:t>
    </dgm:pt>
    <dgm:pt modelId="{6F371B0F-E39B-BB4A-A9F0-8431B444D1E0}">
      <dgm:prSet custT="1"/>
      <dgm:spPr>
        <a:solidFill>
          <a:schemeClr val="accent6">
            <a:lumMod val="20000"/>
            <a:lumOff val="80000"/>
          </a:schemeClr>
        </a:solidFill>
        <a:ln>
          <a:noFill/>
        </a:ln>
      </dgm:spPr>
      <dgm:t>
        <a:bodyPr/>
        <a:lstStyle/>
        <a:p>
          <a:endParaRPr lang="en-GB" sz="800"/>
        </a:p>
      </dgm:t>
    </dgm:pt>
    <dgm:pt modelId="{EEBCB173-EAA7-C241-AA88-E8F63D803841}" type="parTrans" cxnId="{246F8A91-6534-0940-A617-B752A271F2E2}">
      <dgm:prSet/>
      <dgm:spPr/>
      <dgm:t>
        <a:bodyPr/>
        <a:lstStyle/>
        <a:p>
          <a:endParaRPr lang="en-US"/>
        </a:p>
      </dgm:t>
    </dgm:pt>
    <dgm:pt modelId="{EE1E0C2D-01DD-A547-BA5B-6FFD569B10DD}" type="sibTrans" cxnId="{246F8A91-6534-0940-A617-B752A271F2E2}">
      <dgm:prSet/>
      <dgm:spPr/>
      <dgm:t>
        <a:bodyPr/>
        <a:lstStyle/>
        <a:p>
          <a:endParaRPr lang="en-US"/>
        </a:p>
      </dgm:t>
    </dgm:pt>
    <dgm:pt modelId="{54C1D77B-4B54-5E49-8694-32DF7C071155}">
      <dgm:prSet custT="1"/>
      <dgm:spPr>
        <a:solidFill>
          <a:schemeClr val="accent6">
            <a:lumMod val="20000"/>
            <a:lumOff val="80000"/>
          </a:schemeClr>
        </a:solidFill>
        <a:ln>
          <a:noFill/>
        </a:ln>
      </dgm:spPr>
      <dgm:t>
        <a:bodyPr/>
        <a:lstStyle/>
        <a:p>
          <a:pPr>
            <a:buFont typeface="Arial" panose="020B0604020202020204" pitchFamily="34" charset="0"/>
            <a:buChar char="•"/>
          </a:pPr>
          <a:r>
            <a:rPr lang="en-GB" sz="800"/>
            <a:t>Maintain high performance culture</a:t>
          </a:r>
        </a:p>
      </dgm:t>
    </dgm:pt>
    <dgm:pt modelId="{8639B1D1-59A9-0345-8B95-90F29652CF63}" type="parTrans" cxnId="{584C8944-FC6B-B940-A254-6BF47E83EDDC}">
      <dgm:prSet/>
      <dgm:spPr/>
      <dgm:t>
        <a:bodyPr/>
        <a:lstStyle/>
        <a:p>
          <a:endParaRPr lang="en-US"/>
        </a:p>
      </dgm:t>
    </dgm:pt>
    <dgm:pt modelId="{7C657310-D2F0-1945-97FC-65DF48CE889F}" type="sibTrans" cxnId="{584C8944-FC6B-B940-A254-6BF47E83EDDC}">
      <dgm:prSet/>
      <dgm:spPr/>
      <dgm:t>
        <a:bodyPr/>
        <a:lstStyle/>
        <a:p>
          <a:endParaRPr lang="en-US"/>
        </a:p>
      </dgm:t>
    </dgm:pt>
    <dgm:pt modelId="{D926B3B8-84A5-8F48-9596-710408A9E888}">
      <dgm:prSet custT="1"/>
      <dgm:spPr>
        <a:solidFill>
          <a:schemeClr val="accent6">
            <a:lumMod val="20000"/>
            <a:lumOff val="80000"/>
          </a:schemeClr>
        </a:solidFill>
        <a:ln>
          <a:noFill/>
        </a:ln>
      </dgm:spPr>
      <dgm:t>
        <a:bodyPr/>
        <a:lstStyle/>
        <a:p>
          <a:pPr>
            <a:buFont typeface="Arial" panose="020B0604020202020204" pitchFamily="34" charset="0"/>
            <a:buChar char="•"/>
          </a:pPr>
          <a:endParaRPr lang="en-GB" sz="800"/>
        </a:p>
      </dgm:t>
    </dgm:pt>
    <dgm:pt modelId="{CE88CCBE-A55A-534D-B417-4B6C154C06B8}" type="parTrans" cxnId="{91751220-4677-204C-82A5-018BB65D65BE}">
      <dgm:prSet/>
      <dgm:spPr/>
      <dgm:t>
        <a:bodyPr/>
        <a:lstStyle/>
        <a:p>
          <a:endParaRPr lang="en-US"/>
        </a:p>
      </dgm:t>
    </dgm:pt>
    <dgm:pt modelId="{9730A59E-B54E-D04F-9239-66EBE0992216}" type="sibTrans" cxnId="{91751220-4677-204C-82A5-018BB65D65BE}">
      <dgm:prSet/>
      <dgm:spPr/>
      <dgm:t>
        <a:bodyPr/>
        <a:lstStyle/>
        <a:p>
          <a:endParaRPr lang="en-US"/>
        </a:p>
      </dgm:t>
    </dgm:pt>
    <dgm:pt modelId="{B9293085-B6D2-8545-80B8-A21753B68E0A}">
      <dgm:prSet custT="1"/>
      <dgm:spPr>
        <a:solidFill>
          <a:schemeClr val="accent6">
            <a:lumMod val="20000"/>
            <a:lumOff val="80000"/>
          </a:schemeClr>
        </a:solidFill>
        <a:ln>
          <a:noFill/>
        </a:ln>
      </dgm:spPr>
      <dgm:t>
        <a:bodyPr/>
        <a:lstStyle/>
        <a:p>
          <a:pPr>
            <a:buFont typeface="Arial" panose="020B0604020202020204" pitchFamily="34" charset="0"/>
            <a:buChar char="•"/>
          </a:pPr>
          <a:r>
            <a:rPr lang="en-GB" sz="800"/>
            <a:t>Leadership Enablement</a:t>
          </a:r>
        </a:p>
      </dgm:t>
    </dgm:pt>
    <dgm:pt modelId="{3829E838-B0B0-1C4C-88B3-61355133C43E}" type="parTrans" cxnId="{A2AF0C93-9460-9E4B-8671-22EF731DC6A8}">
      <dgm:prSet/>
      <dgm:spPr/>
      <dgm:t>
        <a:bodyPr/>
        <a:lstStyle/>
        <a:p>
          <a:endParaRPr lang="en-US"/>
        </a:p>
      </dgm:t>
    </dgm:pt>
    <dgm:pt modelId="{DFB5EE88-1125-9343-9C52-164ECCAE5205}" type="sibTrans" cxnId="{A2AF0C93-9460-9E4B-8671-22EF731DC6A8}">
      <dgm:prSet/>
      <dgm:spPr/>
      <dgm:t>
        <a:bodyPr/>
        <a:lstStyle/>
        <a:p>
          <a:endParaRPr lang="en-US"/>
        </a:p>
      </dgm:t>
    </dgm:pt>
    <dgm:pt modelId="{3130E3F4-83FB-FE48-9AA5-D91C7D2FAE55}">
      <dgm:prSet phldrT="[Text]" custT="1"/>
      <dgm:spPr>
        <a:solidFill>
          <a:schemeClr val="accent6">
            <a:lumMod val="20000"/>
            <a:lumOff val="80000"/>
          </a:schemeClr>
        </a:solidFill>
        <a:ln>
          <a:noFill/>
        </a:ln>
      </dgm:spPr>
      <dgm:t>
        <a:bodyPr/>
        <a:lstStyle/>
        <a:p>
          <a:endParaRPr lang="en-GB" sz="800"/>
        </a:p>
      </dgm:t>
    </dgm:pt>
    <dgm:pt modelId="{1E9E38A5-1630-5145-A511-3A8F36A88CB8}" type="parTrans" cxnId="{55CDCF8F-7C07-2C4B-9551-B42BBB437F30}">
      <dgm:prSet/>
      <dgm:spPr/>
      <dgm:t>
        <a:bodyPr/>
        <a:lstStyle/>
        <a:p>
          <a:endParaRPr lang="en-US"/>
        </a:p>
      </dgm:t>
    </dgm:pt>
    <dgm:pt modelId="{5C1F125E-50D0-6241-8B9E-660FA6A6B0A7}" type="sibTrans" cxnId="{55CDCF8F-7C07-2C4B-9551-B42BBB437F30}">
      <dgm:prSet/>
      <dgm:spPr/>
      <dgm:t>
        <a:bodyPr/>
        <a:lstStyle/>
        <a:p>
          <a:endParaRPr lang="en-US"/>
        </a:p>
      </dgm:t>
    </dgm:pt>
    <dgm:pt modelId="{E1711EED-53EA-D741-B15C-21A17109518B}">
      <dgm:prSet custT="1"/>
      <dgm:spPr/>
      <dgm:t>
        <a:bodyPr/>
        <a:lstStyle/>
        <a:p>
          <a:pPr>
            <a:buFont typeface="Arial" panose="020B0604020202020204" pitchFamily="34" charset="0"/>
            <a:buChar char="•"/>
          </a:pPr>
          <a:r>
            <a:rPr lang="en-US" sz="800"/>
            <a:t>Prepare for next performance cycle</a:t>
          </a:r>
        </a:p>
      </dgm:t>
    </dgm:pt>
    <dgm:pt modelId="{73DB400C-6757-2741-BCDA-D1B70C56DAE0}" type="parTrans" cxnId="{42DBB203-CDAF-F34D-A29F-BC2D764DD447}">
      <dgm:prSet/>
      <dgm:spPr/>
      <dgm:t>
        <a:bodyPr/>
        <a:lstStyle/>
        <a:p>
          <a:endParaRPr lang="en-US"/>
        </a:p>
      </dgm:t>
    </dgm:pt>
    <dgm:pt modelId="{A40F6816-D48C-EC43-A2B8-727E7F811C3D}" type="sibTrans" cxnId="{42DBB203-CDAF-F34D-A29F-BC2D764DD447}">
      <dgm:prSet/>
      <dgm:spPr/>
      <dgm:t>
        <a:bodyPr/>
        <a:lstStyle/>
        <a:p>
          <a:endParaRPr lang="en-US"/>
        </a:p>
      </dgm:t>
    </dgm:pt>
    <dgm:pt modelId="{2EE7C3D3-EF60-0E46-A331-B00FC2B5753B}">
      <dgm:prSet custT="1"/>
      <dgm:spPr/>
      <dgm:t>
        <a:bodyPr/>
        <a:lstStyle/>
        <a:p>
          <a:pPr>
            <a:buFont typeface="Arial" panose="020B0604020202020204" pitchFamily="34" charset="0"/>
            <a:buChar char="•"/>
          </a:pPr>
          <a:endParaRPr lang="en-US" sz="800"/>
        </a:p>
      </dgm:t>
    </dgm:pt>
    <dgm:pt modelId="{BB29D2B4-D9EF-FE47-98A9-088F884112E7}" type="parTrans" cxnId="{09AED23F-2F20-B045-A0EC-4888148D49C9}">
      <dgm:prSet/>
      <dgm:spPr/>
      <dgm:t>
        <a:bodyPr/>
        <a:lstStyle/>
        <a:p>
          <a:endParaRPr lang="en-US"/>
        </a:p>
      </dgm:t>
    </dgm:pt>
    <dgm:pt modelId="{CB45F6D3-0393-CB4B-9210-6CC9122E84DD}" type="sibTrans" cxnId="{09AED23F-2F20-B045-A0EC-4888148D49C9}">
      <dgm:prSet/>
      <dgm:spPr/>
      <dgm:t>
        <a:bodyPr/>
        <a:lstStyle/>
        <a:p>
          <a:endParaRPr lang="en-US"/>
        </a:p>
      </dgm:t>
    </dgm:pt>
    <dgm:pt modelId="{25A913F6-1796-44E2-86F5-34ED72C8724E}" type="pres">
      <dgm:prSet presAssocID="{D461267C-AAFC-4A04-B453-10BFCA9E3A78}" presName="theList" presStyleCnt="0">
        <dgm:presLayoutVars>
          <dgm:dir/>
          <dgm:animLvl val="lvl"/>
          <dgm:resizeHandles val="exact"/>
        </dgm:presLayoutVars>
      </dgm:prSet>
      <dgm:spPr/>
    </dgm:pt>
    <dgm:pt modelId="{5DFF7897-A45B-4A05-A53C-480927982C02}" type="pres">
      <dgm:prSet presAssocID="{005C1547-99FD-4E37-88D7-60AB84BCEA6D}" presName="compNode" presStyleCnt="0"/>
      <dgm:spPr/>
    </dgm:pt>
    <dgm:pt modelId="{F71992BA-4E83-4A4A-B9D8-DF5E267C38B0}" type="pres">
      <dgm:prSet presAssocID="{005C1547-99FD-4E37-88D7-60AB84BCEA6D}" presName="noGeometry" presStyleCnt="0"/>
      <dgm:spPr/>
    </dgm:pt>
    <dgm:pt modelId="{B4484374-F97E-4A0D-B524-7BF82DA70716}" type="pres">
      <dgm:prSet presAssocID="{005C1547-99FD-4E37-88D7-60AB84BCEA6D}" presName="childTextVisible" presStyleLbl="bgAccFollowNode1" presStyleIdx="0" presStyleCnt="4">
        <dgm:presLayoutVars>
          <dgm:bulletEnabled val="1"/>
        </dgm:presLayoutVars>
      </dgm:prSet>
      <dgm:spPr/>
    </dgm:pt>
    <dgm:pt modelId="{DAB6A6D2-D462-4E24-8933-19BD0A3B8D8B}" type="pres">
      <dgm:prSet presAssocID="{005C1547-99FD-4E37-88D7-60AB84BCEA6D}" presName="childTextHidden" presStyleLbl="bgAccFollowNode1" presStyleIdx="0" presStyleCnt="4"/>
      <dgm:spPr/>
    </dgm:pt>
    <dgm:pt modelId="{F8992835-E712-4E11-B253-812CDA2F4A9F}" type="pres">
      <dgm:prSet presAssocID="{005C1547-99FD-4E37-88D7-60AB84BCEA6D}" presName="parentText" presStyleLbl="node1" presStyleIdx="0" presStyleCnt="4">
        <dgm:presLayoutVars>
          <dgm:chMax val="1"/>
          <dgm:bulletEnabled val="1"/>
        </dgm:presLayoutVars>
      </dgm:prSet>
      <dgm:spPr/>
    </dgm:pt>
    <dgm:pt modelId="{997B86B2-1CD7-41B6-A03A-04C51334E035}" type="pres">
      <dgm:prSet presAssocID="{005C1547-99FD-4E37-88D7-60AB84BCEA6D}" presName="aSpace" presStyleCnt="0"/>
      <dgm:spPr/>
    </dgm:pt>
    <dgm:pt modelId="{098967BF-8C35-4AD7-9E58-1420868166BE}" type="pres">
      <dgm:prSet presAssocID="{0F507754-2CDB-4CDE-BBA1-7653E69014B8}" presName="compNode" presStyleCnt="0"/>
      <dgm:spPr/>
    </dgm:pt>
    <dgm:pt modelId="{335371D7-0293-4547-9202-4418F89086F6}" type="pres">
      <dgm:prSet presAssocID="{0F507754-2CDB-4CDE-BBA1-7653E69014B8}" presName="noGeometry" presStyleCnt="0"/>
      <dgm:spPr/>
    </dgm:pt>
    <dgm:pt modelId="{0B4B5FA3-4F31-4EF6-8F5D-F62F50985C31}" type="pres">
      <dgm:prSet presAssocID="{0F507754-2CDB-4CDE-BBA1-7653E69014B8}" presName="childTextVisible" presStyleLbl="bgAccFollowNode1" presStyleIdx="1" presStyleCnt="4" custLinFactNeighborX="-279" custLinFactNeighborY="4029">
        <dgm:presLayoutVars>
          <dgm:bulletEnabled val="1"/>
        </dgm:presLayoutVars>
      </dgm:prSet>
      <dgm:spPr/>
    </dgm:pt>
    <dgm:pt modelId="{C3556303-A264-428D-A6C5-86980E0893FA}" type="pres">
      <dgm:prSet presAssocID="{0F507754-2CDB-4CDE-BBA1-7653E69014B8}" presName="childTextHidden" presStyleLbl="bgAccFollowNode1" presStyleIdx="1" presStyleCnt="4"/>
      <dgm:spPr/>
    </dgm:pt>
    <dgm:pt modelId="{87A2D63B-EA13-41CD-A82C-BDD669DBC70C}" type="pres">
      <dgm:prSet presAssocID="{0F507754-2CDB-4CDE-BBA1-7653E69014B8}" presName="parentText" presStyleLbl="node1" presStyleIdx="1" presStyleCnt="4" custLinFactNeighborX="56" custLinFactNeighborY="10185">
        <dgm:presLayoutVars>
          <dgm:chMax val="1"/>
          <dgm:bulletEnabled val="1"/>
        </dgm:presLayoutVars>
      </dgm:prSet>
      <dgm:spPr/>
    </dgm:pt>
    <dgm:pt modelId="{EDA26482-546D-4479-9AEC-EF0EA02C2180}" type="pres">
      <dgm:prSet presAssocID="{0F507754-2CDB-4CDE-BBA1-7653E69014B8}" presName="aSpace" presStyleCnt="0"/>
      <dgm:spPr/>
    </dgm:pt>
    <dgm:pt modelId="{6A90C15B-3C9B-45EF-8C0F-AC5BA2DD0A91}" type="pres">
      <dgm:prSet presAssocID="{BA579838-0413-4577-A182-FF80F5549516}" presName="compNode" presStyleCnt="0"/>
      <dgm:spPr/>
    </dgm:pt>
    <dgm:pt modelId="{66FCE5C4-75CE-4371-AB3F-5FE8C8237DFA}" type="pres">
      <dgm:prSet presAssocID="{BA579838-0413-4577-A182-FF80F5549516}" presName="noGeometry" presStyleCnt="0"/>
      <dgm:spPr/>
    </dgm:pt>
    <dgm:pt modelId="{873A3858-4FA5-47AC-BB0F-F1B6227873BA}" type="pres">
      <dgm:prSet presAssocID="{BA579838-0413-4577-A182-FF80F5549516}" presName="childTextVisible" presStyleLbl="bgAccFollowNode1" presStyleIdx="2" presStyleCnt="4">
        <dgm:presLayoutVars>
          <dgm:bulletEnabled val="1"/>
        </dgm:presLayoutVars>
      </dgm:prSet>
      <dgm:spPr/>
    </dgm:pt>
    <dgm:pt modelId="{DA9BA91C-2ED7-4DEA-A5ED-3FCF26888626}" type="pres">
      <dgm:prSet presAssocID="{BA579838-0413-4577-A182-FF80F5549516}" presName="childTextHidden" presStyleLbl="bgAccFollowNode1" presStyleIdx="2" presStyleCnt="4"/>
      <dgm:spPr/>
    </dgm:pt>
    <dgm:pt modelId="{3EF928B0-AE40-4CCC-9AC8-7F4622232DB9}" type="pres">
      <dgm:prSet presAssocID="{BA579838-0413-4577-A182-FF80F5549516}" presName="parentText" presStyleLbl="node1" presStyleIdx="2" presStyleCnt="4">
        <dgm:presLayoutVars>
          <dgm:chMax val="1"/>
          <dgm:bulletEnabled val="1"/>
        </dgm:presLayoutVars>
      </dgm:prSet>
      <dgm:spPr/>
    </dgm:pt>
    <dgm:pt modelId="{CF32752F-8D14-4662-AF10-704ED0D9AC3C}" type="pres">
      <dgm:prSet presAssocID="{BA579838-0413-4577-A182-FF80F5549516}" presName="aSpace" presStyleCnt="0"/>
      <dgm:spPr/>
    </dgm:pt>
    <dgm:pt modelId="{BF1976E3-97FE-4777-9836-E1C3E8400EF1}" type="pres">
      <dgm:prSet presAssocID="{C0C37D8D-7A82-4A51-A12C-6255606CE6C1}" presName="compNode" presStyleCnt="0"/>
      <dgm:spPr/>
    </dgm:pt>
    <dgm:pt modelId="{FAFA3233-7BB8-49AE-899E-5CA9CCE68CA8}" type="pres">
      <dgm:prSet presAssocID="{C0C37D8D-7A82-4A51-A12C-6255606CE6C1}" presName="noGeometry" presStyleCnt="0"/>
      <dgm:spPr/>
    </dgm:pt>
    <dgm:pt modelId="{29B467BE-B8B3-4454-8337-651F6FA8D458}" type="pres">
      <dgm:prSet presAssocID="{C0C37D8D-7A82-4A51-A12C-6255606CE6C1}" presName="childTextVisible" presStyleLbl="bgAccFollowNode1" presStyleIdx="3" presStyleCnt="4">
        <dgm:presLayoutVars>
          <dgm:bulletEnabled val="1"/>
        </dgm:presLayoutVars>
      </dgm:prSet>
      <dgm:spPr/>
    </dgm:pt>
    <dgm:pt modelId="{0435D653-E243-4536-B374-BD2656895D1D}" type="pres">
      <dgm:prSet presAssocID="{C0C37D8D-7A82-4A51-A12C-6255606CE6C1}" presName="childTextHidden" presStyleLbl="bgAccFollowNode1" presStyleIdx="3" presStyleCnt="4"/>
      <dgm:spPr/>
    </dgm:pt>
    <dgm:pt modelId="{008EABF7-B564-4A13-BF4D-CB0AEEC77A91}" type="pres">
      <dgm:prSet presAssocID="{C0C37D8D-7A82-4A51-A12C-6255606CE6C1}" presName="parentText" presStyleLbl="node1" presStyleIdx="3" presStyleCnt="4">
        <dgm:presLayoutVars>
          <dgm:chMax val="1"/>
          <dgm:bulletEnabled val="1"/>
        </dgm:presLayoutVars>
      </dgm:prSet>
      <dgm:spPr/>
    </dgm:pt>
  </dgm:ptLst>
  <dgm:cxnLst>
    <dgm:cxn modelId="{42DBB203-CDAF-F34D-A29F-BC2D764DD447}" srcId="{C0C37D8D-7A82-4A51-A12C-6255606CE6C1}" destId="{E1711EED-53EA-D741-B15C-21A17109518B}" srcOrd="2" destOrd="0" parTransId="{73DB400C-6757-2741-BCDA-D1B70C56DAE0}" sibTransId="{A40F6816-D48C-EC43-A2B8-727E7F811C3D}"/>
    <dgm:cxn modelId="{22B12A05-BB93-4E70-A57A-4C9E36334E03}" srcId="{C0C37D8D-7A82-4A51-A12C-6255606CE6C1}" destId="{272F54DC-F84F-4C4A-8783-BE36B82FC24B}" srcOrd="0" destOrd="0" parTransId="{555F9769-FBC4-433A-A5A4-68A85A30EBC9}" sibTransId="{AC1A4AA7-2F7B-4899-AA96-60466ADB597F}"/>
    <dgm:cxn modelId="{D5AB3D0A-5D6C-48A3-BF04-35C3097096C1}" srcId="{C0C37D8D-7A82-4A51-A12C-6255606CE6C1}" destId="{BCE021E0-50A1-4FBA-8747-3D59FE804B9F}" srcOrd="1" destOrd="0" parTransId="{67DA1074-E633-4BC4-B456-B46B3F2AAE7D}" sibTransId="{CA24B249-CB4E-492A-8AEF-38B140626E85}"/>
    <dgm:cxn modelId="{4DC3510A-5985-8F4E-9C5E-999E761E5E9F}" type="presOf" srcId="{E1711EED-53EA-D741-B15C-21A17109518B}" destId="{29B467BE-B8B3-4454-8337-651F6FA8D458}" srcOrd="0" destOrd="2" presId="urn:microsoft.com/office/officeart/2005/8/layout/hProcess6"/>
    <dgm:cxn modelId="{FC145A0E-94E6-4CF1-8D7E-EC75EC3778AA}" type="presOf" srcId="{272F54DC-F84F-4C4A-8783-BE36B82FC24B}" destId="{29B467BE-B8B3-4454-8337-651F6FA8D458}" srcOrd="0" destOrd="0" presId="urn:microsoft.com/office/officeart/2005/8/layout/hProcess6"/>
    <dgm:cxn modelId="{75E08E12-FA55-1B4E-B260-7E771D13EBA2}" type="presOf" srcId="{D926B3B8-84A5-8F48-9596-710408A9E888}" destId="{0B4B5FA3-4F31-4EF6-8F5D-F62F50985C31}" srcOrd="0" destOrd="4" presId="urn:microsoft.com/office/officeart/2005/8/layout/hProcess6"/>
    <dgm:cxn modelId="{AC786013-98D3-4A8A-B5FD-EDC9C08447EC}" type="presOf" srcId="{DF0F6825-DF12-4F31-96D3-83BA74149B42}" destId="{873A3858-4FA5-47AC-BB0F-F1B6227873BA}" srcOrd="0" destOrd="0" presId="urn:microsoft.com/office/officeart/2005/8/layout/hProcess6"/>
    <dgm:cxn modelId="{B62AE417-1DEE-436B-B222-8364E785BBED}" srcId="{D461267C-AAFC-4A04-B453-10BFCA9E3A78}" destId="{0F507754-2CDB-4CDE-BBA1-7653E69014B8}" srcOrd="1" destOrd="0" parTransId="{1C981ACF-9D2C-47CE-AC21-ABA922DCCCF2}" sibTransId="{9F2FD445-215D-4CCB-A143-77A6D3E7B958}"/>
    <dgm:cxn modelId="{05071118-1FE2-463B-8EF1-7B19BBED30EA}" srcId="{0F507754-2CDB-4CDE-BBA1-7653E69014B8}" destId="{0A336B00-8082-4814-AAAE-79C4FF2452BA}" srcOrd="0" destOrd="0" parTransId="{06F7F318-3631-4FE9-8BFA-1E057FC0B014}" sibTransId="{411DEF42-DE25-43D9-96AE-4B10252B4AA1}"/>
    <dgm:cxn modelId="{270D3E1D-A4BB-4798-A7F1-1EF6BB1676B9}" type="presOf" srcId="{0A336B00-8082-4814-AAAE-79C4FF2452BA}" destId="{0B4B5FA3-4F31-4EF6-8F5D-F62F50985C31}" srcOrd="0" destOrd="0" presId="urn:microsoft.com/office/officeart/2005/8/layout/hProcess6"/>
    <dgm:cxn modelId="{91751220-4677-204C-82A5-018BB65D65BE}" srcId="{0F507754-2CDB-4CDE-BBA1-7653E69014B8}" destId="{D926B3B8-84A5-8F48-9596-710408A9E888}" srcOrd="4" destOrd="0" parTransId="{CE88CCBE-A55A-534D-B417-4B6C154C06B8}" sibTransId="{9730A59E-B54E-D04F-9239-66EBE0992216}"/>
    <dgm:cxn modelId="{5B19EB20-FF20-4EB5-B211-F3AC9F8C4185}" type="presOf" srcId="{1494AD4D-7CCC-4CA9-ADA8-2698C8A16112}" destId="{DAB6A6D2-D462-4E24-8933-19BD0A3B8D8B}" srcOrd="1" destOrd="0" presId="urn:microsoft.com/office/officeart/2005/8/layout/hProcess6"/>
    <dgm:cxn modelId="{8928FE22-DB6A-4DEA-A4B5-8F4FBB321206}" type="presOf" srcId="{DF0F6825-DF12-4F31-96D3-83BA74149B42}" destId="{DA9BA91C-2ED7-4DEA-A5ED-3FCF26888626}" srcOrd="1" destOrd="0" presId="urn:microsoft.com/office/officeart/2005/8/layout/hProcess6"/>
    <dgm:cxn modelId="{20BAE228-094A-4379-A8CA-27981EE056B3}" type="presOf" srcId="{1494AD4D-7CCC-4CA9-ADA8-2698C8A16112}" destId="{B4484374-F97E-4A0D-B524-7BF82DA70716}" srcOrd="0" destOrd="0" presId="urn:microsoft.com/office/officeart/2005/8/layout/hProcess6"/>
    <dgm:cxn modelId="{5A013A37-C052-44B5-90C1-88B5A8566263}" type="presOf" srcId="{0A336B00-8082-4814-AAAE-79C4FF2452BA}" destId="{C3556303-A264-428D-A6C5-86980E0893FA}" srcOrd="1" destOrd="0" presId="urn:microsoft.com/office/officeart/2005/8/layout/hProcess6"/>
    <dgm:cxn modelId="{56528538-B0AB-A049-8BF2-CDEF426A098A}" type="presOf" srcId="{B9293085-B6D2-8545-80B8-A21753B68E0A}" destId="{0B4B5FA3-4F31-4EF6-8F5D-F62F50985C31}" srcOrd="0" destOrd="3" presId="urn:microsoft.com/office/officeart/2005/8/layout/hProcess6"/>
    <dgm:cxn modelId="{AFB9E13D-4472-E043-A7C5-0682038A7C58}" type="presOf" srcId="{3130E3F4-83FB-FE48-9AA5-D91C7D2FAE55}" destId="{DA9BA91C-2ED7-4DEA-A5ED-3FCF26888626}" srcOrd="1" destOrd="2" presId="urn:microsoft.com/office/officeart/2005/8/layout/hProcess6"/>
    <dgm:cxn modelId="{F2B80F3E-90B7-6647-9304-A98DE2D2193C}" type="presOf" srcId="{54C1D77B-4B54-5E49-8694-32DF7C071155}" destId="{C3556303-A264-428D-A6C5-86980E0893FA}" srcOrd="1" destOrd="2" presId="urn:microsoft.com/office/officeart/2005/8/layout/hProcess6"/>
    <dgm:cxn modelId="{0AE7ED3E-70E2-4C26-BB9A-C4777BF3B421}" type="presOf" srcId="{C0C37D8D-7A82-4A51-A12C-6255606CE6C1}" destId="{008EABF7-B564-4A13-BF4D-CB0AEEC77A91}" srcOrd="0" destOrd="0" presId="urn:microsoft.com/office/officeart/2005/8/layout/hProcess6"/>
    <dgm:cxn modelId="{09AED23F-2F20-B045-A0EC-4888148D49C9}" srcId="{C0C37D8D-7A82-4A51-A12C-6255606CE6C1}" destId="{2EE7C3D3-EF60-0E46-A331-B00FC2B5753B}" srcOrd="3" destOrd="0" parTransId="{BB29D2B4-D9EF-FE47-98A9-088F884112E7}" sibTransId="{CB45F6D3-0393-CB4B-9210-6CC9122E84DD}"/>
    <dgm:cxn modelId="{6514CD40-164B-46E9-8191-D6B797F76991}" type="presOf" srcId="{4B8B826C-AFAA-436A-B54A-B5C6FA84EA5B}" destId="{0B4B5FA3-4F31-4EF6-8F5D-F62F50985C31}" srcOrd="0" destOrd="6" presId="urn:microsoft.com/office/officeart/2005/8/layout/hProcess6"/>
    <dgm:cxn modelId="{584C8944-FC6B-B940-A254-6BF47E83EDDC}" srcId="{0F507754-2CDB-4CDE-BBA1-7653E69014B8}" destId="{54C1D77B-4B54-5E49-8694-32DF7C071155}" srcOrd="2" destOrd="0" parTransId="{8639B1D1-59A9-0345-8B95-90F29652CF63}" sibTransId="{7C657310-D2F0-1945-97FC-65DF48CE889F}"/>
    <dgm:cxn modelId="{A20F6445-3E27-4926-8367-09D2ADB6A371}" type="presOf" srcId="{BCE021E0-50A1-4FBA-8747-3D59FE804B9F}" destId="{29B467BE-B8B3-4454-8337-651F6FA8D458}" srcOrd="0" destOrd="1" presId="urn:microsoft.com/office/officeart/2005/8/layout/hProcess6"/>
    <dgm:cxn modelId="{4783F049-8F9D-234E-898D-824B5F079DE8}" type="presOf" srcId="{D6B2E01B-0CFB-5C40-9EDF-47488218F3D8}" destId="{873A3858-4FA5-47AC-BB0F-F1B6227873BA}" srcOrd="0" destOrd="1" presId="urn:microsoft.com/office/officeart/2005/8/layout/hProcess6"/>
    <dgm:cxn modelId="{214F9155-A51C-6D41-8C0C-2D6BAF8D2283}" type="presOf" srcId="{B55FD80A-C153-454F-8334-6B63D381B31D}" destId="{C3556303-A264-428D-A6C5-86980E0893FA}" srcOrd="1" destOrd="1" presId="urn:microsoft.com/office/officeart/2005/8/layout/hProcess6"/>
    <dgm:cxn modelId="{1A094A56-0E8D-6042-A9B2-7DA64B9B7C5E}" type="presOf" srcId="{D926B3B8-84A5-8F48-9596-710408A9E888}" destId="{C3556303-A264-428D-A6C5-86980E0893FA}" srcOrd="1" destOrd="4" presId="urn:microsoft.com/office/officeart/2005/8/layout/hProcess6"/>
    <dgm:cxn modelId="{EB29CA5A-2441-43EA-8D67-F1452377E665}" srcId="{D461267C-AAFC-4A04-B453-10BFCA9E3A78}" destId="{C0C37D8D-7A82-4A51-A12C-6255606CE6C1}" srcOrd="3" destOrd="0" parTransId="{27E89AE2-6449-4ED3-9B96-84B43DA6DD22}" sibTransId="{4AE1ED80-99A1-4A0E-82ED-150A20F3E704}"/>
    <dgm:cxn modelId="{AE128A5D-6DAD-4942-A432-AE2176DE3299}" type="presOf" srcId="{BA579838-0413-4577-A182-FF80F5549516}" destId="{3EF928B0-AE40-4CCC-9AC8-7F4622232DB9}" srcOrd="0" destOrd="0" presId="urn:microsoft.com/office/officeart/2005/8/layout/hProcess6"/>
    <dgm:cxn modelId="{6809C865-DFF4-43C3-A00C-BA18E6DCA2AB}" srcId="{C0C37D8D-7A82-4A51-A12C-6255606CE6C1}" destId="{2921B3FD-1F92-4EB6-B0D5-6887B555B02C}" srcOrd="4" destOrd="0" parTransId="{A97E0A1F-74E7-43FC-BEAD-3105E1E94608}" sibTransId="{A872CE98-CDDA-4CA0-BBA3-F10DC8C8EF89}"/>
    <dgm:cxn modelId="{F6B0C467-A459-4D51-AACF-4F91CF6BAB98}" type="presOf" srcId="{EC05F70C-BD86-4BEB-AF86-377489D9198C}" destId="{873A3858-4FA5-47AC-BB0F-F1B6227873BA}" srcOrd="0" destOrd="3" presId="urn:microsoft.com/office/officeart/2005/8/layout/hProcess6"/>
    <dgm:cxn modelId="{D520996E-EF13-4B0F-90A5-D997BD495F5F}" type="presOf" srcId="{D461267C-AAFC-4A04-B453-10BFCA9E3A78}" destId="{25A913F6-1796-44E2-86F5-34ED72C8724E}" srcOrd="0" destOrd="0" presId="urn:microsoft.com/office/officeart/2005/8/layout/hProcess6"/>
    <dgm:cxn modelId="{C82EC270-94C9-422B-97CD-A94FF2ADAE66}" type="presOf" srcId="{36C6F2A7-C5E3-4561-ABF1-EAD34C41222A}" destId="{DAB6A6D2-D462-4E24-8933-19BD0A3B8D8B}" srcOrd="1" destOrd="1" presId="urn:microsoft.com/office/officeart/2005/8/layout/hProcess6"/>
    <dgm:cxn modelId="{6D977E75-082F-4554-9020-6EA074C4CF26}" srcId="{D461267C-AAFC-4A04-B453-10BFCA9E3A78}" destId="{005C1547-99FD-4E37-88D7-60AB84BCEA6D}" srcOrd="0" destOrd="0" parTransId="{8577BE6F-5409-4966-9139-BBE73303EBA0}" sibTransId="{A77B7760-54F6-479F-9408-ABD07241A059}"/>
    <dgm:cxn modelId="{67526378-1EF9-47B3-8A8C-25B9AAA8767E}" type="presOf" srcId="{005C1547-99FD-4E37-88D7-60AB84BCEA6D}" destId="{F8992835-E712-4E11-B253-812CDA2F4A9F}" srcOrd="0" destOrd="0" presId="urn:microsoft.com/office/officeart/2005/8/layout/hProcess6"/>
    <dgm:cxn modelId="{96C03D7C-DAD6-49DD-892E-941FD86ADCBA}" srcId="{BA579838-0413-4577-A182-FF80F5549516}" destId="{EC05F70C-BD86-4BEB-AF86-377489D9198C}" srcOrd="3" destOrd="0" parTransId="{EDF2F1C6-1FD5-4887-8D74-7A7CF95C4706}" sibTransId="{C10B3B67-97E7-4F2B-8591-F02F436A31F7}"/>
    <dgm:cxn modelId="{2E51E57E-73DA-4F19-A220-E740779447D8}" type="presOf" srcId="{36C6F2A7-C5E3-4561-ABF1-EAD34C41222A}" destId="{B4484374-F97E-4A0D-B524-7BF82DA70716}" srcOrd="0" destOrd="1" presId="urn:microsoft.com/office/officeart/2005/8/layout/hProcess6"/>
    <dgm:cxn modelId="{FCF7F47E-CAAB-D04F-B321-09A834CE3EB7}" type="presOf" srcId="{2EE7C3D3-EF60-0E46-A331-B00FC2B5753B}" destId="{29B467BE-B8B3-4454-8337-651F6FA8D458}" srcOrd="0" destOrd="3" presId="urn:microsoft.com/office/officeart/2005/8/layout/hProcess6"/>
    <dgm:cxn modelId="{17E49281-37CD-4195-8B67-5FFEE9F42DA2}" type="presOf" srcId="{272F54DC-F84F-4C4A-8783-BE36B82FC24B}" destId="{0435D653-E243-4536-B374-BD2656895D1D}" srcOrd="1" destOrd="0" presId="urn:microsoft.com/office/officeart/2005/8/layout/hProcess6"/>
    <dgm:cxn modelId="{6206E084-759C-48AC-97D6-94B9F8B2C734}" srcId="{005C1547-99FD-4E37-88D7-60AB84BCEA6D}" destId="{1494AD4D-7CCC-4CA9-ADA8-2698C8A16112}" srcOrd="0" destOrd="0" parTransId="{6770035E-5DE2-4322-A291-F3A3C2427FA3}" sibTransId="{14BB6BD3-FFBF-4B27-BD90-BE7D17FD0970}"/>
    <dgm:cxn modelId="{FE5FEB84-54D7-4DF4-A333-2DF43E5F53D0}" type="presOf" srcId="{4B27A008-CB7E-4A55-B333-7F040E7561C9}" destId="{DAB6A6D2-D462-4E24-8933-19BD0A3B8D8B}" srcOrd="1" destOrd="2" presId="urn:microsoft.com/office/officeart/2005/8/layout/hProcess6"/>
    <dgm:cxn modelId="{C4E64D88-378D-0A49-8E61-927F85867EAF}" type="presOf" srcId="{B9293085-B6D2-8545-80B8-A21753B68E0A}" destId="{C3556303-A264-428D-A6C5-86980E0893FA}" srcOrd="1" destOrd="3" presId="urn:microsoft.com/office/officeart/2005/8/layout/hProcess6"/>
    <dgm:cxn modelId="{25B18D88-3E74-304C-8BA1-F483DD1B88ED}" type="presOf" srcId="{2EE7C3D3-EF60-0E46-A331-B00FC2B5753B}" destId="{0435D653-E243-4536-B374-BD2656895D1D}" srcOrd="1" destOrd="3" presId="urn:microsoft.com/office/officeart/2005/8/layout/hProcess6"/>
    <dgm:cxn modelId="{C2BC9A8B-0B64-4430-A2B7-6061401FFD70}" type="presOf" srcId="{BCE021E0-50A1-4FBA-8747-3D59FE804B9F}" destId="{0435D653-E243-4536-B374-BD2656895D1D}" srcOrd="1" destOrd="1" presId="urn:microsoft.com/office/officeart/2005/8/layout/hProcess6"/>
    <dgm:cxn modelId="{55CDCF8F-7C07-2C4B-9551-B42BBB437F30}" srcId="{BA579838-0413-4577-A182-FF80F5549516}" destId="{3130E3F4-83FB-FE48-9AA5-D91C7D2FAE55}" srcOrd="2" destOrd="0" parTransId="{1E9E38A5-1630-5145-A511-3A8F36A88CB8}" sibTransId="{5C1F125E-50D0-6241-8B9E-660FA6A6B0A7}"/>
    <dgm:cxn modelId="{70F38291-C5AE-A940-B5FE-11C5194EBC49}" type="presOf" srcId="{6F371B0F-E39B-BB4A-A9F0-8431B444D1E0}" destId="{0B4B5FA3-4F31-4EF6-8F5D-F62F50985C31}" srcOrd="0" destOrd="5" presId="urn:microsoft.com/office/officeart/2005/8/layout/hProcess6"/>
    <dgm:cxn modelId="{246F8A91-6534-0940-A617-B752A271F2E2}" srcId="{0F507754-2CDB-4CDE-BBA1-7653E69014B8}" destId="{6F371B0F-E39B-BB4A-A9F0-8431B444D1E0}" srcOrd="5" destOrd="0" parTransId="{EEBCB173-EAA7-C241-AA88-E8F63D803841}" sibTransId="{EE1E0C2D-01DD-A547-BA5B-6FFD569B10DD}"/>
    <dgm:cxn modelId="{A2AF0C93-9460-9E4B-8671-22EF731DC6A8}" srcId="{0F507754-2CDB-4CDE-BBA1-7653E69014B8}" destId="{B9293085-B6D2-8545-80B8-A21753B68E0A}" srcOrd="3" destOrd="0" parTransId="{3829E838-B0B0-1C4C-88B3-61355133C43E}" sibTransId="{DFB5EE88-1125-9343-9C52-164ECCAE5205}"/>
    <dgm:cxn modelId="{64089195-5B67-45DB-B19D-8B3D9D54BF6B}" srcId="{005C1547-99FD-4E37-88D7-60AB84BCEA6D}" destId="{36C6F2A7-C5E3-4561-ABF1-EAD34C41222A}" srcOrd="1" destOrd="0" parTransId="{3D93ECB6-DD98-4B5D-B616-530E57B25ADB}" sibTransId="{2E642E7F-DB80-451A-B01E-057D9F7BC291}"/>
    <dgm:cxn modelId="{6C7B8EA7-9812-43B7-966F-72FDB3DBF86A}" type="presOf" srcId="{4B8B826C-AFAA-436A-B54A-B5C6FA84EA5B}" destId="{C3556303-A264-428D-A6C5-86980E0893FA}" srcOrd="1" destOrd="6" presId="urn:microsoft.com/office/officeart/2005/8/layout/hProcess6"/>
    <dgm:cxn modelId="{2ED731B3-5D0E-DA48-AB67-B5CA62F6526D}" type="presOf" srcId="{D6B2E01B-0CFB-5C40-9EDF-47488218F3D8}" destId="{DA9BA91C-2ED7-4DEA-A5ED-3FCF26888626}" srcOrd="1" destOrd="1" presId="urn:microsoft.com/office/officeart/2005/8/layout/hProcess6"/>
    <dgm:cxn modelId="{02C1D8B3-7A0E-3646-9186-3B74F9F185A0}" type="presOf" srcId="{54C1D77B-4B54-5E49-8694-32DF7C071155}" destId="{0B4B5FA3-4F31-4EF6-8F5D-F62F50985C31}" srcOrd="0" destOrd="2" presId="urn:microsoft.com/office/officeart/2005/8/layout/hProcess6"/>
    <dgm:cxn modelId="{19A65AB6-EAB1-468A-BE03-AB8733FD21C3}" type="presOf" srcId="{4B27A008-CB7E-4A55-B333-7F040E7561C9}" destId="{B4484374-F97E-4A0D-B524-7BF82DA70716}" srcOrd="0" destOrd="2" presId="urn:microsoft.com/office/officeart/2005/8/layout/hProcess6"/>
    <dgm:cxn modelId="{C3A5B3BE-BA75-41F3-A005-82FED1D023C7}" type="presOf" srcId="{2921B3FD-1F92-4EB6-B0D5-6887B555B02C}" destId="{0435D653-E243-4536-B374-BD2656895D1D}" srcOrd="1" destOrd="4" presId="urn:microsoft.com/office/officeart/2005/8/layout/hProcess6"/>
    <dgm:cxn modelId="{069426C0-CCE6-B844-B130-A759445D28BC}" type="presOf" srcId="{6F371B0F-E39B-BB4A-A9F0-8431B444D1E0}" destId="{C3556303-A264-428D-A6C5-86980E0893FA}" srcOrd="1" destOrd="5" presId="urn:microsoft.com/office/officeart/2005/8/layout/hProcess6"/>
    <dgm:cxn modelId="{D96C19CA-F964-41E7-80E7-EE40AC4C6169}" type="presOf" srcId="{0F507754-2CDB-4CDE-BBA1-7653E69014B8}" destId="{87A2D63B-EA13-41CD-A82C-BDD669DBC70C}" srcOrd="0" destOrd="0" presId="urn:microsoft.com/office/officeart/2005/8/layout/hProcess6"/>
    <dgm:cxn modelId="{C4E17CCB-D2D8-4411-B974-A8FE8CF6821F}" type="presOf" srcId="{2921B3FD-1F92-4EB6-B0D5-6887B555B02C}" destId="{29B467BE-B8B3-4454-8337-651F6FA8D458}" srcOrd="0" destOrd="4" presId="urn:microsoft.com/office/officeart/2005/8/layout/hProcess6"/>
    <dgm:cxn modelId="{6BFACACE-A564-4258-A7FD-4CD64DB1EB9C}" srcId="{BA579838-0413-4577-A182-FF80F5549516}" destId="{DF0F6825-DF12-4F31-96D3-83BA74149B42}" srcOrd="0" destOrd="0" parTransId="{8266A661-00CD-443D-8398-00EC28E3CC3D}" sibTransId="{27448AA4-5B90-4F3E-BCC1-1655A601717A}"/>
    <dgm:cxn modelId="{D45C3EDD-1650-41E7-9B41-82853B8B79F2}" type="presOf" srcId="{EC05F70C-BD86-4BEB-AF86-377489D9198C}" destId="{DA9BA91C-2ED7-4DEA-A5ED-3FCF26888626}" srcOrd="1" destOrd="3" presId="urn:microsoft.com/office/officeart/2005/8/layout/hProcess6"/>
    <dgm:cxn modelId="{1B28EAE3-560C-B64C-ACBF-B7CE8FBA4B1E}" srcId="{BA579838-0413-4577-A182-FF80F5549516}" destId="{D6B2E01B-0CFB-5C40-9EDF-47488218F3D8}" srcOrd="1" destOrd="0" parTransId="{B12F30A1-40C2-CF4E-94ED-5FF21F7CEE06}" sibTransId="{903BDA5F-B613-2B43-A495-501C860D9EC2}"/>
    <dgm:cxn modelId="{C8A690EE-EA89-FB4C-AB9D-CD1DED382BE9}" srcId="{0F507754-2CDB-4CDE-BBA1-7653E69014B8}" destId="{B55FD80A-C153-454F-8334-6B63D381B31D}" srcOrd="1" destOrd="0" parTransId="{ED6C3C42-E48C-8F4F-AB02-12FADB18D5DD}" sibTransId="{B02D5179-690C-B046-AC42-D1FD90B636F3}"/>
    <dgm:cxn modelId="{1F56F6F3-946A-BE44-90F0-3DDA3E1CF2E3}" type="presOf" srcId="{B55FD80A-C153-454F-8334-6B63D381B31D}" destId="{0B4B5FA3-4F31-4EF6-8F5D-F62F50985C31}" srcOrd="0" destOrd="1" presId="urn:microsoft.com/office/officeart/2005/8/layout/hProcess6"/>
    <dgm:cxn modelId="{39DF36FA-2C99-544A-9093-40FB0DE55D1B}" type="presOf" srcId="{3130E3F4-83FB-FE48-9AA5-D91C7D2FAE55}" destId="{873A3858-4FA5-47AC-BB0F-F1B6227873BA}" srcOrd="0" destOrd="2" presId="urn:microsoft.com/office/officeart/2005/8/layout/hProcess6"/>
    <dgm:cxn modelId="{AF8DF3FA-DE92-CA4A-BAFC-80A691C057AD}" type="presOf" srcId="{E1711EED-53EA-D741-B15C-21A17109518B}" destId="{0435D653-E243-4536-B374-BD2656895D1D}" srcOrd="1" destOrd="2" presId="urn:microsoft.com/office/officeart/2005/8/layout/hProcess6"/>
    <dgm:cxn modelId="{3E5115FB-1634-409F-9B47-BCBD5D70A282}" srcId="{005C1547-99FD-4E37-88D7-60AB84BCEA6D}" destId="{4B27A008-CB7E-4A55-B333-7F040E7561C9}" srcOrd="2" destOrd="0" parTransId="{180B7EB8-4100-43FE-AE9E-DCA894DB84C5}" sibTransId="{4730FED8-3ADE-42FA-BBCE-5F6CC990E871}"/>
    <dgm:cxn modelId="{0A7245FB-AF47-4C0A-89C7-B5F1E809E3E9}" srcId="{0F507754-2CDB-4CDE-BBA1-7653E69014B8}" destId="{4B8B826C-AFAA-436A-B54A-B5C6FA84EA5B}" srcOrd="6" destOrd="0" parTransId="{85FAAC9C-B0E7-42D8-BA9C-570B9A59BE13}" sibTransId="{DA0A3252-B45A-4D95-9173-D34A423A5613}"/>
    <dgm:cxn modelId="{88DBA1FB-F303-4DBC-92F1-ECC4A1A4B31E}" srcId="{D461267C-AAFC-4A04-B453-10BFCA9E3A78}" destId="{BA579838-0413-4577-A182-FF80F5549516}" srcOrd="2" destOrd="0" parTransId="{F1BDB688-CCC1-4564-A38C-F5FDAA22CB13}" sibTransId="{2279A675-23DF-4502-B2FB-27B479AC59E8}"/>
    <dgm:cxn modelId="{5946533C-3B68-474C-AC17-1A72E402AD30}" type="presParOf" srcId="{25A913F6-1796-44E2-86F5-34ED72C8724E}" destId="{5DFF7897-A45B-4A05-A53C-480927982C02}" srcOrd="0" destOrd="0" presId="urn:microsoft.com/office/officeart/2005/8/layout/hProcess6"/>
    <dgm:cxn modelId="{CE28000F-C72D-4AB5-93DC-5D957253C9E4}" type="presParOf" srcId="{5DFF7897-A45B-4A05-A53C-480927982C02}" destId="{F71992BA-4E83-4A4A-B9D8-DF5E267C38B0}" srcOrd="0" destOrd="0" presId="urn:microsoft.com/office/officeart/2005/8/layout/hProcess6"/>
    <dgm:cxn modelId="{52293604-9E44-4F37-A11D-2E9DB9C600EE}" type="presParOf" srcId="{5DFF7897-A45B-4A05-A53C-480927982C02}" destId="{B4484374-F97E-4A0D-B524-7BF82DA70716}" srcOrd="1" destOrd="0" presId="urn:microsoft.com/office/officeart/2005/8/layout/hProcess6"/>
    <dgm:cxn modelId="{31BF1EDB-5E77-423E-BB0C-E550B76C792D}" type="presParOf" srcId="{5DFF7897-A45B-4A05-A53C-480927982C02}" destId="{DAB6A6D2-D462-4E24-8933-19BD0A3B8D8B}" srcOrd="2" destOrd="0" presId="urn:microsoft.com/office/officeart/2005/8/layout/hProcess6"/>
    <dgm:cxn modelId="{A9799F92-2FE9-4523-AA80-641E60421B3E}" type="presParOf" srcId="{5DFF7897-A45B-4A05-A53C-480927982C02}" destId="{F8992835-E712-4E11-B253-812CDA2F4A9F}" srcOrd="3" destOrd="0" presId="urn:microsoft.com/office/officeart/2005/8/layout/hProcess6"/>
    <dgm:cxn modelId="{2B2C9DBB-0966-4428-9AF7-531A4FEBC69A}" type="presParOf" srcId="{25A913F6-1796-44E2-86F5-34ED72C8724E}" destId="{997B86B2-1CD7-41B6-A03A-04C51334E035}" srcOrd="1" destOrd="0" presId="urn:microsoft.com/office/officeart/2005/8/layout/hProcess6"/>
    <dgm:cxn modelId="{9B33E69F-0F55-4847-8A9B-6EDA5A881FA1}" type="presParOf" srcId="{25A913F6-1796-44E2-86F5-34ED72C8724E}" destId="{098967BF-8C35-4AD7-9E58-1420868166BE}" srcOrd="2" destOrd="0" presId="urn:microsoft.com/office/officeart/2005/8/layout/hProcess6"/>
    <dgm:cxn modelId="{4F086EF7-7DEC-4D7F-B556-02CAECAAA6B4}" type="presParOf" srcId="{098967BF-8C35-4AD7-9E58-1420868166BE}" destId="{335371D7-0293-4547-9202-4418F89086F6}" srcOrd="0" destOrd="0" presId="urn:microsoft.com/office/officeart/2005/8/layout/hProcess6"/>
    <dgm:cxn modelId="{6CEBF3E3-E7BB-4445-883A-67196EEF7FB1}" type="presParOf" srcId="{098967BF-8C35-4AD7-9E58-1420868166BE}" destId="{0B4B5FA3-4F31-4EF6-8F5D-F62F50985C31}" srcOrd="1" destOrd="0" presId="urn:microsoft.com/office/officeart/2005/8/layout/hProcess6"/>
    <dgm:cxn modelId="{0FA89AD9-3B3E-4DAB-9AC7-90B1C86E95C3}" type="presParOf" srcId="{098967BF-8C35-4AD7-9E58-1420868166BE}" destId="{C3556303-A264-428D-A6C5-86980E0893FA}" srcOrd="2" destOrd="0" presId="urn:microsoft.com/office/officeart/2005/8/layout/hProcess6"/>
    <dgm:cxn modelId="{7AF2A5B6-D508-427F-B2BB-4F56E5E26C29}" type="presParOf" srcId="{098967BF-8C35-4AD7-9E58-1420868166BE}" destId="{87A2D63B-EA13-41CD-A82C-BDD669DBC70C}" srcOrd="3" destOrd="0" presId="urn:microsoft.com/office/officeart/2005/8/layout/hProcess6"/>
    <dgm:cxn modelId="{2A75041B-CEAD-4CBA-8C0D-46285C3F9D99}" type="presParOf" srcId="{25A913F6-1796-44E2-86F5-34ED72C8724E}" destId="{EDA26482-546D-4479-9AEC-EF0EA02C2180}" srcOrd="3" destOrd="0" presId="urn:microsoft.com/office/officeart/2005/8/layout/hProcess6"/>
    <dgm:cxn modelId="{F24C6CFA-56DE-44D1-9F98-CE4757579460}" type="presParOf" srcId="{25A913F6-1796-44E2-86F5-34ED72C8724E}" destId="{6A90C15B-3C9B-45EF-8C0F-AC5BA2DD0A91}" srcOrd="4" destOrd="0" presId="urn:microsoft.com/office/officeart/2005/8/layout/hProcess6"/>
    <dgm:cxn modelId="{9C8B670B-4280-4198-B9F3-6A9572BF6E2C}" type="presParOf" srcId="{6A90C15B-3C9B-45EF-8C0F-AC5BA2DD0A91}" destId="{66FCE5C4-75CE-4371-AB3F-5FE8C8237DFA}" srcOrd="0" destOrd="0" presId="urn:microsoft.com/office/officeart/2005/8/layout/hProcess6"/>
    <dgm:cxn modelId="{412D9038-43CD-4BBF-9702-91465CE7C96B}" type="presParOf" srcId="{6A90C15B-3C9B-45EF-8C0F-AC5BA2DD0A91}" destId="{873A3858-4FA5-47AC-BB0F-F1B6227873BA}" srcOrd="1" destOrd="0" presId="urn:microsoft.com/office/officeart/2005/8/layout/hProcess6"/>
    <dgm:cxn modelId="{B357AFB0-E6BF-485B-85E3-C8F869C55380}" type="presParOf" srcId="{6A90C15B-3C9B-45EF-8C0F-AC5BA2DD0A91}" destId="{DA9BA91C-2ED7-4DEA-A5ED-3FCF26888626}" srcOrd="2" destOrd="0" presId="urn:microsoft.com/office/officeart/2005/8/layout/hProcess6"/>
    <dgm:cxn modelId="{C2F71E56-73FC-4AB4-A91B-13498978A339}" type="presParOf" srcId="{6A90C15B-3C9B-45EF-8C0F-AC5BA2DD0A91}" destId="{3EF928B0-AE40-4CCC-9AC8-7F4622232DB9}" srcOrd="3" destOrd="0" presId="urn:microsoft.com/office/officeart/2005/8/layout/hProcess6"/>
    <dgm:cxn modelId="{BAFD7876-673D-4446-BA62-3A14F3E7E62D}" type="presParOf" srcId="{25A913F6-1796-44E2-86F5-34ED72C8724E}" destId="{CF32752F-8D14-4662-AF10-704ED0D9AC3C}" srcOrd="5" destOrd="0" presId="urn:microsoft.com/office/officeart/2005/8/layout/hProcess6"/>
    <dgm:cxn modelId="{CBD8F9EC-4046-47CE-9622-8481C9335E7E}" type="presParOf" srcId="{25A913F6-1796-44E2-86F5-34ED72C8724E}" destId="{BF1976E3-97FE-4777-9836-E1C3E8400EF1}" srcOrd="6" destOrd="0" presId="urn:microsoft.com/office/officeart/2005/8/layout/hProcess6"/>
    <dgm:cxn modelId="{6EAFC9F1-0121-48B3-8D12-B7DF025F1EE0}" type="presParOf" srcId="{BF1976E3-97FE-4777-9836-E1C3E8400EF1}" destId="{FAFA3233-7BB8-49AE-899E-5CA9CCE68CA8}" srcOrd="0" destOrd="0" presId="urn:microsoft.com/office/officeart/2005/8/layout/hProcess6"/>
    <dgm:cxn modelId="{E795F981-D370-4363-834E-7D9A38490D8E}" type="presParOf" srcId="{BF1976E3-97FE-4777-9836-E1C3E8400EF1}" destId="{29B467BE-B8B3-4454-8337-651F6FA8D458}" srcOrd="1" destOrd="0" presId="urn:microsoft.com/office/officeart/2005/8/layout/hProcess6"/>
    <dgm:cxn modelId="{6CDDBB5A-12A5-4206-90F0-8F0401DAE719}" type="presParOf" srcId="{BF1976E3-97FE-4777-9836-E1C3E8400EF1}" destId="{0435D653-E243-4536-B374-BD2656895D1D}" srcOrd="2" destOrd="0" presId="urn:microsoft.com/office/officeart/2005/8/layout/hProcess6"/>
    <dgm:cxn modelId="{6366A2F8-E430-42A7-9AA9-4C04737F3F7F}" type="presParOf" srcId="{BF1976E3-97FE-4777-9836-E1C3E8400EF1}" destId="{008EABF7-B564-4A13-BF4D-CB0AEEC77A91}" srcOrd="3" destOrd="0" presId="urn:microsoft.com/office/officeart/2005/8/layout/hProcess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461267C-AAFC-4A04-B453-10BFCA9E3A78}" type="doc">
      <dgm:prSet loTypeId="urn:microsoft.com/office/officeart/2005/8/layout/hProcess6" loCatId="process" qsTypeId="urn:microsoft.com/office/officeart/2005/8/quickstyle/simple1" qsCatId="simple" csTypeId="urn:microsoft.com/office/officeart/2005/8/colors/accent1_2" csCatId="accent1" phldr="1"/>
      <dgm:spPr/>
      <dgm:t>
        <a:bodyPr/>
        <a:lstStyle/>
        <a:p>
          <a:endParaRPr lang="en-GB"/>
        </a:p>
      </dgm:t>
    </dgm:pt>
    <dgm:pt modelId="{005C1547-99FD-4E37-88D7-60AB84BCEA6D}">
      <dgm:prSet phldrT="[Text]"/>
      <dgm:spPr>
        <a:solidFill>
          <a:schemeClr val="bg2">
            <a:lumMod val="50000"/>
          </a:schemeClr>
        </a:solidFill>
      </dgm:spPr>
      <dgm:t>
        <a:bodyPr/>
        <a:lstStyle/>
        <a:p>
          <a:r>
            <a:rPr lang="en-GB"/>
            <a:t>1</a:t>
          </a:r>
          <a:r>
            <a:rPr lang="en-GB" baseline="30000"/>
            <a:t>st</a:t>
          </a:r>
          <a:r>
            <a:rPr lang="en-GB"/>
            <a:t> </a:t>
          </a:r>
          <a:r>
            <a:rPr lang="en-GB" err="1"/>
            <a:t>Qtr</a:t>
          </a:r>
          <a:endParaRPr lang="en-GB"/>
        </a:p>
      </dgm:t>
    </dgm:pt>
    <dgm:pt modelId="{8577BE6F-5409-4966-9139-BBE73303EBA0}" type="parTrans" cxnId="{6D977E75-082F-4554-9020-6EA074C4CF26}">
      <dgm:prSet/>
      <dgm:spPr/>
      <dgm:t>
        <a:bodyPr/>
        <a:lstStyle/>
        <a:p>
          <a:endParaRPr lang="en-GB"/>
        </a:p>
      </dgm:t>
    </dgm:pt>
    <dgm:pt modelId="{A77B7760-54F6-479F-9408-ABD07241A059}" type="sibTrans" cxnId="{6D977E75-082F-4554-9020-6EA074C4CF26}">
      <dgm:prSet/>
      <dgm:spPr/>
      <dgm:t>
        <a:bodyPr/>
        <a:lstStyle/>
        <a:p>
          <a:endParaRPr lang="en-GB"/>
        </a:p>
      </dgm:t>
    </dgm:pt>
    <dgm:pt modelId="{0F507754-2CDB-4CDE-BBA1-7653E69014B8}">
      <dgm:prSet phldrT="[Text]"/>
      <dgm:spPr>
        <a:solidFill>
          <a:schemeClr val="bg2">
            <a:lumMod val="50000"/>
          </a:schemeClr>
        </a:solidFill>
      </dgm:spPr>
      <dgm:t>
        <a:bodyPr/>
        <a:lstStyle/>
        <a:p>
          <a:r>
            <a:rPr lang="en-GB"/>
            <a:t>2</a:t>
          </a:r>
          <a:r>
            <a:rPr lang="en-GB" baseline="30000"/>
            <a:t>nd</a:t>
          </a:r>
          <a:r>
            <a:rPr lang="en-GB"/>
            <a:t> </a:t>
          </a:r>
          <a:r>
            <a:rPr lang="en-GB" err="1"/>
            <a:t>Qtr</a:t>
          </a:r>
          <a:endParaRPr lang="en-GB"/>
        </a:p>
      </dgm:t>
    </dgm:pt>
    <dgm:pt modelId="{1C981ACF-9D2C-47CE-AC21-ABA922DCCCF2}" type="parTrans" cxnId="{B62AE417-1DEE-436B-B222-8364E785BBED}">
      <dgm:prSet/>
      <dgm:spPr/>
      <dgm:t>
        <a:bodyPr/>
        <a:lstStyle/>
        <a:p>
          <a:endParaRPr lang="en-GB"/>
        </a:p>
      </dgm:t>
    </dgm:pt>
    <dgm:pt modelId="{9F2FD445-215D-4CCB-A143-77A6D3E7B958}" type="sibTrans" cxnId="{B62AE417-1DEE-436B-B222-8364E785BBED}">
      <dgm:prSet/>
      <dgm:spPr/>
      <dgm:t>
        <a:bodyPr/>
        <a:lstStyle/>
        <a:p>
          <a:endParaRPr lang="en-GB"/>
        </a:p>
      </dgm:t>
    </dgm:pt>
    <dgm:pt modelId="{BA579838-0413-4577-A182-FF80F5549516}">
      <dgm:prSet phldrT="[Text]"/>
      <dgm:spPr>
        <a:solidFill>
          <a:schemeClr val="bg2">
            <a:lumMod val="50000"/>
          </a:schemeClr>
        </a:solidFill>
      </dgm:spPr>
      <dgm:t>
        <a:bodyPr/>
        <a:lstStyle/>
        <a:p>
          <a:r>
            <a:rPr lang="en-GB"/>
            <a:t>3</a:t>
          </a:r>
          <a:r>
            <a:rPr lang="en-GB" baseline="30000"/>
            <a:t>rd</a:t>
          </a:r>
          <a:r>
            <a:rPr lang="en-GB"/>
            <a:t> </a:t>
          </a:r>
          <a:r>
            <a:rPr lang="en-GB" err="1"/>
            <a:t>Qtr</a:t>
          </a:r>
          <a:endParaRPr lang="en-GB"/>
        </a:p>
      </dgm:t>
    </dgm:pt>
    <dgm:pt modelId="{F1BDB688-CCC1-4564-A38C-F5FDAA22CB13}" type="parTrans" cxnId="{88DBA1FB-F303-4DBC-92F1-ECC4A1A4B31E}">
      <dgm:prSet/>
      <dgm:spPr/>
      <dgm:t>
        <a:bodyPr/>
        <a:lstStyle/>
        <a:p>
          <a:endParaRPr lang="en-GB"/>
        </a:p>
      </dgm:t>
    </dgm:pt>
    <dgm:pt modelId="{2279A675-23DF-4502-B2FB-27B479AC59E8}" type="sibTrans" cxnId="{88DBA1FB-F303-4DBC-92F1-ECC4A1A4B31E}">
      <dgm:prSet/>
      <dgm:spPr/>
      <dgm:t>
        <a:bodyPr/>
        <a:lstStyle/>
        <a:p>
          <a:endParaRPr lang="en-GB"/>
        </a:p>
      </dgm:t>
    </dgm:pt>
    <dgm:pt modelId="{C0C37D8D-7A82-4A51-A12C-6255606CE6C1}">
      <dgm:prSet phldrT="[Text]"/>
      <dgm:spPr>
        <a:solidFill>
          <a:schemeClr val="bg2">
            <a:lumMod val="50000"/>
          </a:schemeClr>
        </a:solidFill>
      </dgm:spPr>
      <dgm:t>
        <a:bodyPr/>
        <a:lstStyle/>
        <a:p>
          <a:r>
            <a:rPr lang="en-GB"/>
            <a:t>4</a:t>
          </a:r>
          <a:r>
            <a:rPr lang="en-GB" baseline="30000"/>
            <a:t>th</a:t>
          </a:r>
          <a:r>
            <a:rPr lang="en-GB"/>
            <a:t> </a:t>
          </a:r>
          <a:r>
            <a:rPr lang="en-GB" err="1"/>
            <a:t>Qtr</a:t>
          </a:r>
          <a:endParaRPr lang="en-GB"/>
        </a:p>
      </dgm:t>
    </dgm:pt>
    <dgm:pt modelId="{27E89AE2-6449-4ED3-9B96-84B43DA6DD22}" type="parTrans" cxnId="{EB29CA5A-2441-43EA-8D67-F1452377E665}">
      <dgm:prSet/>
      <dgm:spPr/>
      <dgm:t>
        <a:bodyPr/>
        <a:lstStyle/>
        <a:p>
          <a:endParaRPr lang="en-GB"/>
        </a:p>
      </dgm:t>
    </dgm:pt>
    <dgm:pt modelId="{4AE1ED80-99A1-4A0E-82ED-150A20F3E704}" type="sibTrans" cxnId="{EB29CA5A-2441-43EA-8D67-F1452377E665}">
      <dgm:prSet/>
      <dgm:spPr/>
      <dgm:t>
        <a:bodyPr/>
        <a:lstStyle/>
        <a:p>
          <a:endParaRPr lang="en-GB"/>
        </a:p>
      </dgm:t>
    </dgm:pt>
    <dgm:pt modelId="{272F54DC-F84F-4C4A-8783-BE36B82FC24B}">
      <dgm:prSet phldrT="[Text]" custT="1"/>
      <dgm:spPr>
        <a:solidFill>
          <a:schemeClr val="accent6">
            <a:lumMod val="20000"/>
            <a:lumOff val="80000"/>
          </a:schemeClr>
        </a:solidFill>
        <a:ln>
          <a:noFill/>
        </a:ln>
      </dgm:spPr>
      <dgm:t>
        <a:bodyPr/>
        <a:lstStyle/>
        <a:p>
          <a:endParaRPr lang="en-GB" sz="800"/>
        </a:p>
      </dgm:t>
    </dgm:pt>
    <dgm:pt modelId="{555F9769-FBC4-433A-A5A4-68A85A30EBC9}" type="parTrans" cxnId="{22B12A05-BB93-4E70-A57A-4C9E36334E03}">
      <dgm:prSet/>
      <dgm:spPr/>
      <dgm:t>
        <a:bodyPr/>
        <a:lstStyle/>
        <a:p>
          <a:endParaRPr lang="en-GB"/>
        </a:p>
      </dgm:t>
    </dgm:pt>
    <dgm:pt modelId="{AC1A4AA7-2F7B-4899-AA96-60466ADB597F}" type="sibTrans" cxnId="{22B12A05-BB93-4E70-A57A-4C9E36334E03}">
      <dgm:prSet/>
      <dgm:spPr/>
      <dgm:t>
        <a:bodyPr/>
        <a:lstStyle/>
        <a:p>
          <a:endParaRPr lang="en-GB"/>
        </a:p>
      </dgm:t>
    </dgm:pt>
    <dgm:pt modelId="{BCE021E0-50A1-4FBA-8747-3D59FE804B9F}">
      <dgm:prSet phldrT="[Text]" custT="1"/>
      <dgm:spPr>
        <a:solidFill>
          <a:schemeClr val="accent6">
            <a:lumMod val="20000"/>
            <a:lumOff val="80000"/>
          </a:schemeClr>
        </a:solidFill>
        <a:ln>
          <a:noFill/>
        </a:ln>
      </dgm:spPr>
      <dgm:t>
        <a:bodyPr/>
        <a:lstStyle/>
        <a:p>
          <a:pPr>
            <a:buFont typeface="Arial" panose="020B0604020202020204" pitchFamily="34" charset="0"/>
            <a:buChar char="•"/>
          </a:pPr>
          <a:r>
            <a:rPr lang="en-GB" sz="800"/>
            <a:t>Finalize FY27 Budget </a:t>
          </a:r>
          <a:r>
            <a:rPr lang="en-US" sz="800"/>
            <a:t>Strategic objective</a:t>
          </a:r>
          <a:endParaRPr lang="en-GB" sz="800"/>
        </a:p>
      </dgm:t>
    </dgm:pt>
    <dgm:pt modelId="{67DA1074-E633-4BC4-B456-B46B3F2AAE7D}" type="parTrans" cxnId="{D5AB3D0A-5D6C-48A3-BF04-35C3097096C1}">
      <dgm:prSet/>
      <dgm:spPr/>
      <dgm:t>
        <a:bodyPr/>
        <a:lstStyle/>
        <a:p>
          <a:endParaRPr lang="en-GB"/>
        </a:p>
      </dgm:t>
    </dgm:pt>
    <dgm:pt modelId="{CA24B249-CB4E-492A-8AEF-38B140626E85}" type="sibTrans" cxnId="{D5AB3D0A-5D6C-48A3-BF04-35C3097096C1}">
      <dgm:prSet/>
      <dgm:spPr/>
      <dgm:t>
        <a:bodyPr/>
        <a:lstStyle/>
        <a:p>
          <a:endParaRPr lang="en-GB"/>
        </a:p>
      </dgm:t>
    </dgm:pt>
    <dgm:pt modelId="{EC05F70C-BD86-4BEB-AF86-377489D9198C}">
      <dgm:prSet phldrT="[Text]" custT="1"/>
      <dgm:spPr>
        <a:solidFill>
          <a:schemeClr val="accent6">
            <a:lumMod val="20000"/>
            <a:lumOff val="80000"/>
          </a:schemeClr>
        </a:solidFill>
        <a:ln>
          <a:noFill/>
        </a:ln>
      </dgm:spPr>
      <dgm:t>
        <a:bodyPr/>
        <a:lstStyle/>
        <a:p>
          <a:endParaRPr lang="en-GB" sz="800"/>
        </a:p>
      </dgm:t>
    </dgm:pt>
    <dgm:pt modelId="{EDF2F1C6-1FD5-4887-8D74-7A7CF95C4706}" type="parTrans" cxnId="{96C03D7C-DAD6-49DD-892E-941FD86ADCBA}">
      <dgm:prSet/>
      <dgm:spPr/>
      <dgm:t>
        <a:bodyPr/>
        <a:lstStyle/>
        <a:p>
          <a:endParaRPr lang="en-GB"/>
        </a:p>
      </dgm:t>
    </dgm:pt>
    <dgm:pt modelId="{C10B3B67-97E7-4F2B-8591-F02F436A31F7}" type="sibTrans" cxnId="{96C03D7C-DAD6-49DD-892E-941FD86ADCBA}">
      <dgm:prSet/>
      <dgm:spPr/>
      <dgm:t>
        <a:bodyPr/>
        <a:lstStyle/>
        <a:p>
          <a:endParaRPr lang="en-GB"/>
        </a:p>
      </dgm:t>
    </dgm:pt>
    <dgm:pt modelId="{DF0F6825-DF12-4F31-96D3-83BA74149B42}">
      <dgm:prSet phldrT="[Text]" custT="1"/>
      <dgm:spPr>
        <a:solidFill>
          <a:schemeClr val="accent6">
            <a:lumMod val="20000"/>
            <a:lumOff val="80000"/>
          </a:schemeClr>
        </a:solidFill>
        <a:ln>
          <a:noFill/>
        </a:ln>
      </dgm:spPr>
      <dgm:t>
        <a:bodyPr/>
        <a:lstStyle/>
        <a:p>
          <a:pPr rtl="0"/>
          <a:r>
            <a:rPr lang="en-GB" sz="800">
              <a:latin typeface="Arial"/>
            </a:rPr>
            <a:t>Maintain 12 Qualified Leads per month for New Logo</a:t>
          </a:r>
          <a:endParaRPr lang="en-GB"/>
        </a:p>
      </dgm:t>
    </dgm:pt>
    <dgm:pt modelId="{8266A661-00CD-443D-8398-00EC28E3CC3D}" type="parTrans" cxnId="{6BFACACE-A564-4258-A7FD-4CD64DB1EB9C}">
      <dgm:prSet/>
      <dgm:spPr/>
      <dgm:t>
        <a:bodyPr/>
        <a:lstStyle/>
        <a:p>
          <a:endParaRPr lang="en-US"/>
        </a:p>
      </dgm:t>
    </dgm:pt>
    <dgm:pt modelId="{27448AA4-5B90-4F3E-BCC1-1655A601717A}" type="sibTrans" cxnId="{6BFACACE-A564-4258-A7FD-4CD64DB1EB9C}">
      <dgm:prSet/>
      <dgm:spPr/>
      <dgm:t>
        <a:bodyPr/>
        <a:lstStyle/>
        <a:p>
          <a:endParaRPr lang="en-US"/>
        </a:p>
      </dgm:t>
    </dgm:pt>
    <dgm:pt modelId="{0A336B00-8082-4814-AAAE-79C4FF2452BA}">
      <dgm:prSet phldrT="[Text]" custT="1"/>
      <dgm:spPr>
        <a:solidFill>
          <a:schemeClr val="accent6">
            <a:lumMod val="20000"/>
            <a:lumOff val="80000"/>
          </a:schemeClr>
        </a:solidFill>
        <a:ln>
          <a:noFill/>
        </a:ln>
      </dgm:spPr>
      <dgm:t>
        <a:bodyPr/>
        <a:lstStyle/>
        <a:p>
          <a:endParaRPr lang="en-GB" sz="800"/>
        </a:p>
      </dgm:t>
    </dgm:pt>
    <dgm:pt modelId="{06F7F318-3631-4FE9-8BFA-1E057FC0B014}" type="parTrans" cxnId="{05071118-1FE2-463B-8EF1-7B19BBED30EA}">
      <dgm:prSet/>
      <dgm:spPr/>
      <dgm:t>
        <a:bodyPr/>
        <a:lstStyle/>
        <a:p>
          <a:endParaRPr lang="en-US"/>
        </a:p>
      </dgm:t>
    </dgm:pt>
    <dgm:pt modelId="{411DEF42-DE25-43D9-96AE-4B10252B4AA1}" type="sibTrans" cxnId="{05071118-1FE2-463B-8EF1-7B19BBED30EA}">
      <dgm:prSet/>
      <dgm:spPr/>
      <dgm:t>
        <a:bodyPr/>
        <a:lstStyle/>
        <a:p>
          <a:endParaRPr lang="en-US"/>
        </a:p>
      </dgm:t>
    </dgm:pt>
    <dgm:pt modelId="{4B8B826C-AFAA-436A-B54A-B5C6FA84EA5B}">
      <dgm:prSet custT="1"/>
      <dgm:spPr/>
      <dgm:t>
        <a:bodyPr/>
        <a:lstStyle/>
        <a:p>
          <a:endParaRPr lang="en-US" sz="800"/>
        </a:p>
      </dgm:t>
    </dgm:pt>
    <dgm:pt modelId="{85FAAC9C-B0E7-42D8-BA9C-570B9A59BE13}" type="parTrans" cxnId="{0A7245FB-AF47-4C0A-89C7-B5F1E809E3E9}">
      <dgm:prSet/>
      <dgm:spPr/>
      <dgm:t>
        <a:bodyPr/>
        <a:lstStyle/>
        <a:p>
          <a:endParaRPr lang="en-US"/>
        </a:p>
      </dgm:t>
    </dgm:pt>
    <dgm:pt modelId="{DA0A3252-B45A-4D95-9173-D34A423A5613}" type="sibTrans" cxnId="{0A7245FB-AF47-4C0A-89C7-B5F1E809E3E9}">
      <dgm:prSet/>
      <dgm:spPr/>
      <dgm:t>
        <a:bodyPr/>
        <a:lstStyle/>
        <a:p>
          <a:endParaRPr lang="en-US"/>
        </a:p>
      </dgm:t>
    </dgm:pt>
    <dgm:pt modelId="{2921B3FD-1F92-4EB6-B0D5-6887B555B02C}">
      <dgm:prSet phldrT="[Text]" custT="1"/>
      <dgm:spPr>
        <a:solidFill>
          <a:schemeClr val="accent6">
            <a:lumMod val="20000"/>
            <a:lumOff val="80000"/>
          </a:schemeClr>
        </a:solidFill>
        <a:ln>
          <a:noFill/>
        </a:ln>
      </dgm:spPr>
      <dgm:t>
        <a:bodyPr/>
        <a:lstStyle/>
        <a:p>
          <a:pPr>
            <a:buFont typeface="Arial" panose="020B0604020202020204" pitchFamily="34" charset="0"/>
            <a:buChar char="•"/>
          </a:pPr>
          <a:endParaRPr lang="en-GB" sz="800"/>
        </a:p>
      </dgm:t>
    </dgm:pt>
    <dgm:pt modelId="{A97E0A1F-74E7-43FC-BEAD-3105E1E94608}" type="parTrans" cxnId="{6809C865-DFF4-43C3-A00C-BA18E6DCA2AB}">
      <dgm:prSet/>
      <dgm:spPr/>
      <dgm:t>
        <a:bodyPr/>
        <a:lstStyle/>
        <a:p>
          <a:endParaRPr lang="en-US"/>
        </a:p>
      </dgm:t>
    </dgm:pt>
    <dgm:pt modelId="{A872CE98-CDDA-4CA0-BBA3-F10DC8C8EF89}" type="sibTrans" cxnId="{6809C865-DFF4-43C3-A00C-BA18E6DCA2AB}">
      <dgm:prSet/>
      <dgm:spPr/>
      <dgm:t>
        <a:bodyPr/>
        <a:lstStyle/>
        <a:p>
          <a:endParaRPr lang="en-US"/>
        </a:p>
      </dgm:t>
    </dgm:pt>
    <dgm:pt modelId="{1494AD4D-7CCC-4CA9-ADA8-2698C8A16112}">
      <dgm:prSet phldrT="[Text]" phldr="0" custT="1"/>
      <dgm:spPr>
        <a:solidFill>
          <a:schemeClr val="accent6">
            <a:lumMod val="20000"/>
            <a:lumOff val="80000"/>
          </a:schemeClr>
        </a:solidFill>
        <a:ln>
          <a:noFill/>
        </a:ln>
      </dgm:spPr>
      <dgm:t>
        <a:bodyPr/>
        <a:lstStyle/>
        <a:p>
          <a:pPr rtl="0">
            <a:buFont typeface="Arial" panose="020B0604020202020204" pitchFamily="34" charset="0"/>
            <a:buChar char="•"/>
          </a:pPr>
          <a:r>
            <a:rPr lang="en-GB" sz="800">
              <a:latin typeface="Arial"/>
            </a:rPr>
            <a:t>Maintain 10 Qualified Leads per month for New Logo</a:t>
          </a:r>
          <a:endParaRPr lang="en-GB" sz="800"/>
        </a:p>
      </dgm:t>
    </dgm:pt>
    <dgm:pt modelId="{14BB6BD3-FFBF-4B27-BD90-BE7D17FD0970}" type="sibTrans" cxnId="{6206E084-759C-48AC-97D6-94B9F8B2C734}">
      <dgm:prSet/>
      <dgm:spPr/>
      <dgm:t>
        <a:bodyPr/>
        <a:lstStyle/>
        <a:p>
          <a:endParaRPr lang="en-GB"/>
        </a:p>
      </dgm:t>
    </dgm:pt>
    <dgm:pt modelId="{6770035E-5DE2-4322-A291-F3A3C2427FA3}" type="parTrans" cxnId="{6206E084-759C-48AC-97D6-94B9F8B2C734}">
      <dgm:prSet/>
      <dgm:spPr/>
      <dgm:t>
        <a:bodyPr/>
        <a:lstStyle/>
        <a:p>
          <a:endParaRPr lang="en-GB"/>
        </a:p>
      </dgm:t>
    </dgm:pt>
    <dgm:pt modelId="{B55FD80A-C153-454F-8334-6B63D381B31D}">
      <dgm:prSet custT="1"/>
      <dgm:spPr>
        <a:solidFill>
          <a:schemeClr val="accent6">
            <a:lumMod val="20000"/>
            <a:lumOff val="80000"/>
          </a:schemeClr>
        </a:solidFill>
        <a:ln>
          <a:noFill/>
        </a:ln>
      </dgm:spPr>
      <dgm:t>
        <a:bodyPr/>
        <a:lstStyle/>
        <a:p>
          <a:pPr rtl="0"/>
          <a:r>
            <a:rPr lang="en-GB" sz="800">
              <a:latin typeface="Arial"/>
            </a:rPr>
            <a:t>Increase to 12 Qualified Leads per month for New Logo</a:t>
          </a:r>
          <a:endParaRPr lang="en-GB" sz="800"/>
        </a:p>
      </dgm:t>
    </dgm:pt>
    <dgm:pt modelId="{ED6C3C42-E48C-8F4F-AB02-12FADB18D5DD}" type="parTrans" cxnId="{C8A690EE-EA89-FB4C-AB9D-CD1DED382BE9}">
      <dgm:prSet/>
      <dgm:spPr/>
      <dgm:t>
        <a:bodyPr/>
        <a:lstStyle/>
        <a:p>
          <a:endParaRPr lang="en-US"/>
        </a:p>
      </dgm:t>
    </dgm:pt>
    <dgm:pt modelId="{B02D5179-690C-B046-AC42-D1FD90B636F3}" type="sibTrans" cxnId="{C8A690EE-EA89-FB4C-AB9D-CD1DED382BE9}">
      <dgm:prSet/>
      <dgm:spPr/>
      <dgm:t>
        <a:bodyPr/>
        <a:lstStyle/>
        <a:p>
          <a:endParaRPr lang="en-US"/>
        </a:p>
      </dgm:t>
    </dgm:pt>
    <dgm:pt modelId="{4B27A008-CB7E-4A55-B333-7F040E7561C9}">
      <dgm:prSet phldrT="[Text]" custT="1"/>
      <dgm:spPr>
        <a:solidFill>
          <a:schemeClr val="accent6">
            <a:lumMod val="20000"/>
            <a:lumOff val="80000"/>
          </a:schemeClr>
        </a:solidFill>
        <a:ln>
          <a:noFill/>
        </a:ln>
      </dgm:spPr>
      <dgm:t>
        <a:bodyPr/>
        <a:lstStyle/>
        <a:p>
          <a:pPr rtl="0">
            <a:buFont typeface="Arial" panose="020B0604020202020204" pitchFamily="34" charset="0"/>
            <a:buChar char="•"/>
          </a:pPr>
          <a:r>
            <a:rPr lang="en-GB" sz="800">
              <a:latin typeface="Arial"/>
            </a:rPr>
            <a:t>55% Lead to Opp Conversion rate</a:t>
          </a:r>
        </a:p>
      </dgm:t>
    </dgm:pt>
    <dgm:pt modelId="{4730FED8-3ADE-42FA-BBCE-5F6CC990E871}" type="sibTrans" cxnId="{3E5115FB-1634-409F-9B47-BCBD5D70A282}">
      <dgm:prSet/>
      <dgm:spPr/>
      <dgm:t>
        <a:bodyPr/>
        <a:lstStyle/>
        <a:p>
          <a:endParaRPr lang="en-US"/>
        </a:p>
      </dgm:t>
    </dgm:pt>
    <dgm:pt modelId="{180B7EB8-4100-43FE-AE9E-DCA894DB84C5}" type="parTrans" cxnId="{3E5115FB-1634-409F-9B47-BCBD5D70A282}">
      <dgm:prSet/>
      <dgm:spPr/>
      <dgm:t>
        <a:bodyPr/>
        <a:lstStyle/>
        <a:p>
          <a:endParaRPr lang="en-US"/>
        </a:p>
      </dgm:t>
    </dgm:pt>
    <dgm:pt modelId="{D6B2E01B-0CFB-5C40-9EDF-47488218F3D8}">
      <dgm:prSet phldrT="[Text]" custT="1"/>
      <dgm:spPr>
        <a:solidFill>
          <a:schemeClr val="accent6">
            <a:lumMod val="20000"/>
            <a:lumOff val="80000"/>
          </a:schemeClr>
        </a:solidFill>
        <a:ln>
          <a:noFill/>
        </a:ln>
      </dgm:spPr>
      <dgm:t>
        <a:bodyPr/>
        <a:lstStyle/>
        <a:p>
          <a:pPr rtl="0"/>
          <a:r>
            <a:rPr lang="en-US" sz="800">
              <a:latin typeface="Arial"/>
            </a:rPr>
            <a:t>70% Lead to Opp conversion rate</a:t>
          </a:r>
          <a:endParaRPr lang="en-GB" sz="800"/>
        </a:p>
      </dgm:t>
    </dgm:pt>
    <dgm:pt modelId="{B12F30A1-40C2-CF4E-94ED-5FF21F7CEE06}" type="parTrans" cxnId="{1B28EAE3-560C-B64C-ACBF-B7CE8FBA4B1E}">
      <dgm:prSet/>
      <dgm:spPr/>
      <dgm:t>
        <a:bodyPr/>
        <a:lstStyle/>
        <a:p>
          <a:endParaRPr lang="en-US"/>
        </a:p>
      </dgm:t>
    </dgm:pt>
    <dgm:pt modelId="{903BDA5F-B613-2B43-A495-501C860D9EC2}" type="sibTrans" cxnId="{1B28EAE3-560C-B64C-ACBF-B7CE8FBA4B1E}">
      <dgm:prSet/>
      <dgm:spPr/>
      <dgm:t>
        <a:bodyPr/>
        <a:lstStyle/>
        <a:p>
          <a:endParaRPr lang="en-US"/>
        </a:p>
      </dgm:t>
    </dgm:pt>
    <dgm:pt modelId="{6F371B0F-E39B-BB4A-A9F0-8431B444D1E0}">
      <dgm:prSet custT="1"/>
      <dgm:spPr>
        <a:solidFill>
          <a:schemeClr val="accent6">
            <a:lumMod val="20000"/>
            <a:lumOff val="80000"/>
          </a:schemeClr>
        </a:solidFill>
        <a:ln>
          <a:noFill/>
        </a:ln>
      </dgm:spPr>
      <dgm:t>
        <a:bodyPr/>
        <a:lstStyle/>
        <a:p>
          <a:endParaRPr lang="en-GB" sz="800"/>
        </a:p>
      </dgm:t>
    </dgm:pt>
    <dgm:pt modelId="{EEBCB173-EAA7-C241-AA88-E8F63D803841}" type="parTrans" cxnId="{246F8A91-6534-0940-A617-B752A271F2E2}">
      <dgm:prSet/>
      <dgm:spPr/>
      <dgm:t>
        <a:bodyPr/>
        <a:lstStyle/>
        <a:p>
          <a:endParaRPr lang="en-US"/>
        </a:p>
      </dgm:t>
    </dgm:pt>
    <dgm:pt modelId="{EE1E0C2D-01DD-A547-BA5B-6FFD569B10DD}" type="sibTrans" cxnId="{246F8A91-6534-0940-A617-B752A271F2E2}">
      <dgm:prSet/>
      <dgm:spPr/>
      <dgm:t>
        <a:bodyPr/>
        <a:lstStyle/>
        <a:p>
          <a:endParaRPr lang="en-US"/>
        </a:p>
      </dgm:t>
    </dgm:pt>
    <dgm:pt modelId="{54C1D77B-4B54-5E49-8694-32DF7C071155}">
      <dgm:prSet custT="1"/>
      <dgm:spPr>
        <a:solidFill>
          <a:schemeClr val="accent6">
            <a:lumMod val="20000"/>
            <a:lumOff val="80000"/>
          </a:schemeClr>
        </a:solidFill>
        <a:ln>
          <a:noFill/>
        </a:ln>
      </dgm:spPr>
      <dgm:t>
        <a:bodyPr/>
        <a:lstStyle/>
        <a:p>
          <a:pPr rtl="0">
            <a:buFont typeface="Arial" panose="020B0604020202020204" pitchFamily="34" charset="0"/>
            <a:buChar char="•"/>
          </a:pPr>
          <a:r>
            <a:rPr lang="en-GB" sz="800">
              <a:latin typeface="Arial"/>
            </a:rPr>
            <a:t>60% Lead to Opp Conversion rate</a:t>
          </a:r>
          <a:endParaRPr lang="en-GB"/>
        </a:p>
      </dgm:t>
    </dgm:pt>
    <dgm:pt modelId="{8639B1D1-59A9-0345-8B95-90F29652CF63}" type="parTrans" cxnId="{584C8944-FC6B-B940-A254-6BF47E83EDDC}">
      <dgm:prSet/>
      <dgm:spPr/>
      <dgm:t>
        <a:bodyPr/>
        <a:lstStyle/>
        <a:p>
          <a:endParaRPr lang="en-US"/>
        </a:p>
      </dgm:t>
    </dgm:pt>
    <dgm:pt modelId="{7C657310-D2F0-1945-97FC-65DF48CE889F}" type="sibTrans" cxnId="{584C8944-FC6B-B940-A254-6BF47E83EDDC}">
      <dgm:prSet/>
      <dgm:spPr/>
      <dgm:t>
        <a:bodyPr/>
        <a:lstStyle/>
        <a:p>
          <a:endParaRPr lang="en-US"/>
        </a:p>
      </dgm:t>
    </dgm:pt>
    <dgm:pt modelId="{D926B3B8-84A5-8F48-9596-710408A9E888}">
      <dgm:prSet custT="1"/>
      <dgm:spPr>
        <a:solidFill>
          <a:schemeClr val="accent6">
            <a:lumMod val="20000"/>
            <a:lumOff val="80000"/>
          </a:schemeClr>
        </a:solidFill>
        <a:ln>
          <a:noFill/>
        </a:ln>
      </dgm:spPr>
      <dgm:t>
        <a:bodyPr/>
        <a:lstStyle/>
        <a:p>
          <a:pPr>
            <a:buFont typeface="Arial" panose="020B0604020202020204" pitchFamily="34" charset="0"/>
            <a:buChar char="•"/>
          </a:pPr>
          <a:endParaRPr lang="en-GB" sz="800"/>
        </a:p>
      </dgm:t>
    </dgm:pt>
    <dgm:pt modelId="{CE88CCBE-A55A-534D-B417-4B6C154C06B8}" type="parTrans" cxnId="{91751220-4677-204C-82A5-018BB65D65BE}">
      <dgm:prSet/>
      <dgm:spPr/>
      <dgm:t>
        <a:bodyPr/>
        <a:lstStyle/>
        <a:p>
          <a:endParaRPr lang="en-US"/>
        </a:p>
      </dgm:t>
    </dgm:pt>
    <dgm:pt modelId="{9730A59E-B54E-D04F-9239-66EBE0992216}" type="sibTrans" cxnId="{91751220-4677-204C-82A5-018BB65D65BE}">
      <dgm:prSet/>
      <dgm:spPr/>
      <dgm:t>
        <a:bodyPr/>
        <a:lstStyle/>
        <a:p>
          <a:endParaRPr lang="en-US"/>
        </a:p>
      </dgm:t>
    </dgm:pt>
    <dgm:pt modelId="{B9293085-B6D2-8545-80B8-A21753B68E0A}">
      <dgm:prSet custT="1"/>
      <dgm:spPr>
        <a:solidFill>
          <a:schemeClr val="accent6">
            <a:lumMod val="20000"/>
            <a:lumOff val="80000"/>
          </a:schemeClr>
        </a:solidFill>
        <a:ln>
          <a:noFill/>
        </a:ln>
      </dgm:spPr>
      <dgm:t>
        <a:bodyPr/>
        <a:lstStyle/>
        <a:p>
          <a:pPr rtl="0">
            <a:buFont typeface="Arial" panose="020B0604020202020204" pitchFamily="34" charset="0"/>
            <a:buChar char="•"/>
          </a:pPr>
          <a:r>
            <a:rPr lang="en-GB" sz="800">
              <a:latin typeface="Arial"/>
            </a:rPr>
            <a:t>15% Closed/Won rate</a:t>
          </a:r>
          <a:endParaRPr lang="en-GB" sz="800"/>
        </a:p>
      </dgm:t>
    </dgm:pt>
    <dgm:pt modelId="{3829E838-B0B0-1C4C-88B3-61355133C43E}" type="parTrans" cxnId="{A2AF0C93-9460-9E4B-8671-22EF731DC6A8}">
      <dgm:prSet/>
      <dgm:spPr/>
      <dgm:t>
        <a:bodyPr/>
        <a:lstStyle/>
        <a:p>
          <a:endParaRPr lang="en-US"/>
        </a:p>
      </dgm:t>
    </dgm:pt>
    <dgm:pt modelId="{DFB5EE88-1125-9343-9C52-164ECCAE5205}" type="sibTrans" cxnId="{A2AF0C93-9460-9E4B-8671-22EF731DC6A8}">
      <dgm:prSet/>
      <dgm:spPr/>
      <dgm:t>
        <a:bodyPr/>
        <a:lstStyle/>
        <a:p>
          <a:endParaRPr lang="en-US"/>
        </a:p>
      </dgm:t>
    </dgm:pt>
    <dgm:pt modelId="{3130E3F4-83FB-FE48-9AA5-D91C7D2FAE55}">
      <dgm:prSet phldrT="[Text]" custT="1"/>
      <dgm:spPr>
        <a:solidFill>
          <a:schemeClr val="accent6">
            <a:lumMod val="20000"/>
            <a:lumOff val="80000"/>
          </a:schemeClr>
        </a:solidFill>
        <a:ln>
          <a:noFill/>
        </a:ln>
      </dgm:spPr>
      <dgm:t>
        <a:bodyPr/>
        <a:lstStyle/>
        <a:p>
          <a:endParaRPr lang="en-GB" sz="800"/>
        </a:p>
      </dgm:t>
    </dgm:pt>
    <dgm:pt modelId="{1E9E38A5-1630-5145-A511-3A8F36A88CB8}" type="parTrans" cxnId="{55CDCF8F-7C07-2C4B-9551-B42BBB437F30}">
      <dgm:prSet/>
      <dgm:spPr/>
      <dgm:t>
        <a:bodyPr/>
        <a:lstStyle/>
        <a:p>
          <a:endParaRPr lang="en-US"/>
        </a:p>
      </dgm:t>
    </dgm:pt>
    <dgm:pt modelId="{5C1F125E-50D0-6241-8B9E-660FA6A6B0A7}" type="sibTrans" cxnId="{55CDCF8F-7C07-2C4B-9551-B42BBB437F30}">
      <dgm:prSet/>
      <dgm:spPr/>
      <dgm:t>
        <a:bodyPr/>
        <a:lstStyle/>
        <a:p>
          <a:endParaRPr lang="en-US"/>
        </a:p>
      </dgm:t>
    </dgm:pt>
    <dgm:pt modelId="{4EB52C01-023A-D34F-990F-FC10E61C7C4F}">
      <dgm:prSet custT="1"/>
      <dgm:spPr/>
      <dgm:t>
        <a:bodyPr/>
        <a:lstStyle/>
        <a:p>
          <a:pPr rtl="0">
            <a:buFont typeface="Arial" panose="020B0604020202020204" pitchFamily="34" charset="0"/>
            <a:buChar char="•"/>
          </a:pPr>
          <a:r>
            <a:rPr lang="en-US" sz="800">
              <a:latin typeface="Arial"/>
            </a:rPr>
            <a:t>70% Lead to Opp conversion rate</a:t>
          </a:r>
          <a:endParaRPr lang="en-US" sz="800"/>
        </a:p>
      </dgm:t>
    </dgm:pt>
    <dgm:pt modelId="{87EAF7E4-B9EC-AC48-9DE2-862FFEF96EC7}" type="parTrans" cxnId="{7739E38A-06C8-1B44-B1A8-D15DAD789C41}">
      <dgm:prSet/>
      <dgm:spPr/>
      <dgm:t>
        <a:bodyPr/>
        <a:lstStyle/>
        <a:p>
          <a:endParaRPr lang="en-US"/>
        </a:p>
      </dgm:t>
    </dgm:pt>
    <dgm:pt modelId="{48EA8363-CC15-FE4F-A497-F2E072210276}" type="sibTrans" cxnId="{7739E38A-06C8-1B44-B1A8-D15DAD789C41}">
      <dgm:prSet/>
      <dgm:spPr/>
      <dgm:t>
        <a:bodyPr/>
        <a:lstStyle/>
        <a:p>
          <a:endParaRPr lang="en-US"/>
        </a:p>
      </dgm:t>
    </dgm:pt>
    <dgm:pt modelId="{E1711EED-53EA-D741-B15C-21A17109518B}">
      <dgm:prSet custT="1"/>
      <dgm:spPr/>
      <dgm:t>
        <a:bodyPr/>
        <a:lstStyle/>
        <a:p>
          <a:pPr rtl="0">
            <a:buFont typeface="Arial" panose="020B0604020202020204" pitchFamily="34" charset="0"/>
            <a:buChar char="•"/>
          </a:pPr>
          <a:r>
            <a:rPr lang="en-US" sz="800">
              <a:latin typeface="Arial"/>
            </a:rPr>
            <a:t>30% Closed/Won rate</a:t>
          </a:r>
          <a:endParaRPr lang="en-US"/>
        </a:p>
      </dgm:t>
    </dgm:pt>
    <dgm:pt modelId="{73DB400C-6757-2741-BCDA-D1B70C56DAE0}" type="parTrans" cxnId="{42DBB203-CDAF-F34D-A29F-BC2D764DD447}">
      <dgm:prSet/>
      <dgm:spPr/>
      <dgm:t>
        <a:bodyPr/>
        <a:lstStyle/>
        <a:p>
          <a:endParaRPr lang="en-US"/>
        </a:p>
      </dgm:t>
    </dgm:pt>
    <dgm:pt modelId="{A40F6816-D48C-EC43-A2B8-727E7F811C3D}" type="sibTrans" cxnId="{42DBB203-CDAF-F34D-A29F-BC2D764DD447}">
      <dgm:prSet/>
      <dgm:spPr/>
      <dgm:t>
        <a:bodyPr/>
        <a:lstStyle/>
        <a:p>
          <a:endParaRPr lang="en-US"/>
        </a:p>
      </dgm:t>
    </dgm:pt>
    <dgm:pt modelId="{2EE7C3D3-EF60-0E46-A331-B00FC2B5753B}">
      <dgm:prSet custT="1"/>
      <dgm:spPr/>
      <dgm:t>
        <a:bodyPr/>
        <a:lstStyle/>
        <a:p>
          <a:pPr>
            <a:buFont typeface="Arial" panose="020B0604020202020204" pitchFamily="34" charset="0"/>
            <a:buChar char="•"/>
          </a:pPr>
          <a:endParaRPr lang="en-US" sz="800"/>
        </a:p>
      </dgm:t>
    </dgm:pt>
    <dgm:pt modelId="{BB29D2B4-D9EF-FE47-98A9-088F884112E7}" type="parTrans" cxnId="{09AED23F-2F20-B045-A0EC-4888148D49C9}">
      <dgm:prSet/>
      <dgm:spPr/>
      <dgm:t>
        <a:bodyPr/>
        <a:lstStyle/>
        <a:p>
          <a:endParaRPr lang="en-US"/>
        </a:p>
      </dgm:t>
    </dgm:pt>
    <dgm:pt modelId="{CB45F6D3-0393-CB4B-9210-6CC9122E84DD}" type="sibTrans" cxnId="{09AED23F-2F20-B045-A0EC-4888148D49C9}">
      <dgm:prSet/>
      <dgm:spPr/>
      <dgm:t>
        <a:bodyPr/>
        <a:lstStyle/>
        <a:p>
          <a:endParaRPr lang="en-US"/>
        </a:p>
      </dgm:t>
    </dgm:pt>
    <dgm:pt modelId="{54CF06AE-75E2-D346-AA62-2B040521EBA1}">
      <dgm:prSet custT="1"/>
      <dgm:spPr/>
      <dgm:t>
        <a:bodyPr/>
        <a:lstStyle/>
        <a:p>
          <a:pPr rtl="0"/>
          <a:r>
            <a:rPr lang="en-US" sz="800">
              <a:latin typeface="Arial"/>
            </a:rPr>
            <a:t>20% Closed/Won rate</a:t>
          </a:r>
          <a:endParaRPr lang="en-US"/>
        </a:p>
      </dgm:t>
    </dgm:pt>
    <dgm:pt modelId="{2729BFE9-A6CE-2645-85E9-7156E957CF28}" type="parTrans" cxnId="{78A937DA-5CC2-074F-A616-EFC28CED9B62}">
      <dgm:prSet/>
      <dgm:spPr/>
      <dgm:t>
        <a:bodyPr/>
        <a:lstStyle/>
        <a:p>
          <a:endParaRPr lang="en-US"/>
        </a:p>
      </dgm:t>
    </dgm:pt>
    <dgm:pt modelId="{2C7DBE57-1235-8E4E-9082-16A9C17708B0}" type="sibTrans" cxnId="{78A937DA-5CC2-074F-A616-EFC28CED9B62}">
      <dgm:prSet/>
      <dgm:spPr/>
      <dgm:t>
        <a:bodyPr/>
        <a:lstStyle/>
        <a:p>
          <a:endParaRPr lang="en-US"/>
        </a:p>
      </dgm:t>
    </dgm:pt>
    <dgm:pt modelId="{D3B88E93-1587-4F8F-96D9-F8F365A30CAF}">
      <dgm:prSet phldr="0"/>
      <dgm:spPr/>
      <dgm:t>
        <a:bodyPr/>
        <a:lstStyle/>
        <a:p>
          <a:pPr rtl="0"/>
          <a:r>
            <a:rPr lang="en-GB" sz="800">
              <a:latin typeface="Arial"/>
            </a:rPr>
            <a:t>10% Closed/Won rate</a:t>
          </a:r>
          <a:endParaRPr lang="en-US"/>
        </a:p>
      </dgm:t>
    </dgm:pt>
    <dgm:pt modelId="{3AFD18C0-A251-4EA8-8B7D-674B3C39EE86}" type="parTrans" cxnId="{D2DB79A7-4D23-421D-8459-F80DC0099286}">
      <dgm:prSet/>
      <dgm:spPr/>
    </dgm:pt>
    <dgm:pt modelId="{26FF96B2-8A85-48BD-83C0-6740A48B0A6D}" type="sibTrans" cxnId="{D2DB79A7-4D23-421D-8459-F80DC0099286}">
      <dgm:prSet/>
      <dgm:spPr/>
    </dgm:pt>
    <dgm:pt modelId="{25A913F6-1796-44E2-86F5-34ED72C8724E}" type="pres">
      <dgm:prSet presAssocID="{D461267C-AAFC-4A04-B453-10BFCA9E3A78}" presName="theList" presStyleCnt="0">
        <dgm:presLayoutVars>
          <dgm:dir/>
          <dgm:animLvl val="lvl"/>
          <dgm:resizeHandles val="exact"/>
        </dgm:presLayoutVars>
      </dgm:prSet>
      <dgm:spPr/>
    </dgm:pt>
    <dgm:pt modelId="{5DFF7897-A45B-4A05-A53C-480927982C02}" type="pres">
      <dgm:prSet presAssocID="{005C1547-99FD-4E37-88D7-60AB84BCEA6D}" presName="compNode" presStyleCnt="0"/>
      <dgm:spPr/>
    </dgm:pt>
    <dgm:pt modelId="{F71992BA-4E83-4A4A-B9D8-DF5E267C38B0}" type="pres">
      <dgm:prSet presAssocID="{005C1547-99FD-4E37-88D7-60AB84BCEA6D}" presName="noGeometry" presStyleCnt="0"/>
      <dgm:spPr/>
    </dgm:pt>
    <dgm:pt modelId="{B4484374-F97E-4A0D-B524-7BF82DA70716}" type="pres">
      <dgm:prSet presAssocID="{005C1547-99FD-4E37-88D7-60AB84BCEA6D}" presName="childTextVisible" presStyleLbl="bgAccFollowNode1" presStyleIdx="0" presStyleCnt="4">
        <dgm:presLayoutVars>
          <dgm:bulletEnabled val="1"/>
        </dgm:presLayoutVars>
      </dgm:prSet>
      <dgm:spPr/>
    </dgm:pt>
    <dgm:pt modelId="{DAB6A6D2-D462-4E24-8933-19BD0A3B8D8B}" type="pres">
      <dgm:prSet presAssocID="{005C1547-99FD-4E37-88D7-60AB84BCEA6D}" presName="childTextHidden" presStyleLbl="bgAccFollowNode1" presStyleIdx="0" presStyleCnt="4"/>
      <dgm:spPr/>
    </dgm:pt>
    <dgm:pt modelId="{F8992835-E712-4E11-B253-812CDA2F4A9F}" type="pres">
      <dgm:prSet presAssocID="{005C1547-99FD-4E37-88D7-60AB84BCEA6D}" presName="parentText" presStyleLbl="node1" presStyleIdx="0" presStyleCnt="4">
        <dgm:presLayoutVars>
          <dgm:chMax val="1"/>
          <dgm:bulletEnabled val="1"/>
        </dgm:presLayoutVars>
      </dgm:prSet>
      <dgm:spPr/>
    </dgm:pt>
    <dgm:pt modelId="{997B86B2-1CD7-41B6-A03A-04C51334E035}" type="pres">
      <dgm:prSet presAssocID="{005C1547-99FD-4E37-88D7-60AB84BCEA6D}" presName="aSpace" presStyleCnt="0"/>
      <dgm:spPr/>
    </dgm:pt>
    <dgm:pt modelId="{098967BF-8C35-4AD7-9E58-1420868166BE}" type="pres">
      <dgm:prSet presAssocID="{0F507754-2CDB-4CDE-BBA1-7653E69014B8}" presName="compNode" presStyleCnt="0"/>
      <dgm:spPr/>
    </dgm:pt>
    <dgm:pt modelId="{335371D7-0293-4547-9202-4418F89086F6}" type="pres">
      <dgm:prSet presAssocID="{0F507754-2CDB-4CDE-BBA1-7653E69014B8}" presName="noGeometry" presStyleCnt="0"/>
      <dgm:spPr/>
    </dgm:pt>
    <dgm:pt modelId="{0B4B5FA3-4F31-4EF6-8F5D-F62F50985C31}" type="pres">
      <dgm:prSet presAssocID="{0F507754-2CDB-4CDE-BBA1-7653E69014B8}" presName="childTextVisible" presStyleLbl="bgAccFollowNode1" presStyleIdx="1" presStyleCnt="4" custLinFactNeighborX="-279" custLinFactNeighborY="4029">
        <dgm:presLayoutVars>
          <dgm:bulletEnabled val="1"/>
        </dgm:presLayoutVars>
      </dgm:prSet>
      <dgm:spPr/>
    </dgm:pt>
    <dgm:pt modelId="{C3556303-A264-428D-A6C5-86980E0893FA}" type="pres">
      <dgm:prSet presAssocID="{0F507754-2CDB-4CDE-BBA1-7653E69014B8}" presName="childTextHidden" presStyleLbl="bgAccFollowNode1" presStyleIdx="1" presStyleCnt="4"/>
      <dgm:spPr/>
    </dgm:pt>
    <dgm:pt modelId="{87A2D63B-EA13-41CD-A82C-BDD669DBC70C}" type="pres">
      <dgm:prSet presAssocID="{0F507754-2CDB-4CDE-BBA1-7653E69014B8}" presName="parentText" presStyleLbl="node1" presStyleIdx="1" presStyleCnt="4" custLinFactNeighborX="56" custLinFactNeighborY="10185">
        <dgm:presLayoutVars>
          <dgm:chMax val="1"/>
          <dgm:bulletEnabled val="1"/>
        </dgm:presLayoutVars>
      </dgm:prSet>
      <dgm:spPr/>
    </dgm:pt>
    <dgm:pt modelId="{EDA26482-546D-4479-9AEC-EF0EA02C2180}" type="pres">
      <dgm:prSet presAssocID="{0F507754-2CDB-4CDE-BBA1-7653E69014B8}" presName="aSpace" presStyleCnt="0"/>
      <dgm:spPr/>
    </dgm:pt>
    <dgm:pt modelId="{6A90C15B-3C9B-45EF-8C0F-AC5BA2DD0A91}" type="pres">
      <dgm:prSet presAssocID="{BA579838-0413-4577-A182-FF80F5549516}" presName="compNode" presStyleCnt="0"/>
      <dgm:spPr/>
    </dgm:pt>
    <dgm:pt modelId="{66FCE5C4-75CE-4371-AB3F-5FE8C8237DFA}" type="pres">
      <dgm:prSet presAssocID="{BA579838-0413-4577-A182-FF80F5549516}" presName="noGeometry" presStyleCnt="0"/>
      <dgm:spPr/>
    </dgm:pt>
    <dgm:pt modelId="{873A3858-4FA5-47AC-BB0F-F1B6227873BA}" type="pres">
      <dgm:prSet presAssocID="{BA579838-0413-4577-A182-FF80F5549516}" presName="childTextVisible" presStyleLbl="bgAccFollowNode1" presStyleIdx="2" presStyleCnt="4">
        <dgm:presLayoutVars>
          <dgm:bulletEnabled val="1"/>
        </dgm:presLayoutVars>
      </dgm:prSet>
      <dgm:spPr/>
    </dgm:pt>
    <dgm:pt modelId="{DA9BA91C-2ED7-4DEA-A5ED-3FCF26888626}" type="pres">
      <dgm:prSet presAssocID="{BA579838-0413-4577-A182-FF80F5549516}" presName="childTextHidden" presStyleLbl="bgAccFollowNode1" presStyleIdx="2" presStyleCnt="4"/>
      <dgm:spPr/>
    </dgm:pt>
    <dgm:pt modelId="{3EF928B0-AE40-4CCC-9AC8-7F4622232DB9}" type="pres">
      <dgm:prSet presAssocID="{BA579838-0413-4577-A182-FF80F5549516}" presName="parentText" presStyleLbl="node1" presStyleIdx="2" presStyleCnt="4">
        <dgm:presLayoutVars>
          <dgm:chMax val="1"/>
          <dgm:bulletEnabled val="1"/>
        </dgm:presLayoutVars>
      </dgm:prSet>
      <dgm:spPr/>
    </dgm:pt>
    <dgm:pt modelId="{CF32752F-8D14-4662-AF10-704ED0D9AC3C}" type="pres">
      <dgm:prSet presAssocID="{BA579838-0413-4577-A182-FF80F5549516}" presName="aSpace" presStyleCnt="0"/>
      <dgm:spPr/>
    </dgm:pt>
    <dgm:pt modelId="{BF1976E3-97FE-4777-9836-E1C3E8400EF1}" type="pres">
      <dgm:prSet presAssocID="{C0C37D8D-7A82-4A51-A12C-6255606CE6C1}" presName="compNode" presStyleCnt="0"/>
      <dgm:spPr/>
    </dgm:pt>
    <dgm:pt modelId="{FAFA3233-7BB8-49AE-899E-5CA9CCE68CA8}" type="pres">
      <dgm:prSet presAssocID="{C0C37D8D-7A82-4A51-A12C-6255606CE6C1}" presName="noGeometry" presStyleCnt="0"/>
      <dgm:spPr/>
    </dgm:pt>
    <dgm:pt modelId="{29B467BE-B8B3-4454-8337-651F6FA8D458}" type="pres">
      <dgm:prSet presAssocID="{C0C37D8D-7A82-4A51-A12C-6255606CE6C1}" presName="childTextVisible" presStyleLbl="bgAccFollowNode1" presStyleIdx="3" presStyleCnt="4">
        <dgm:presLayoutVars>
          <dgm:bulletEnabled val="1"/>
        </dgm:presLayoutVars>
      </dgm:prSet>
      <dgm:spPr/>
    </dgm:pt>
    <dgm:pt modelId="{0435D653-E243-4536-B374-BD2656895D1D}" type="pres">
      <dgm:prSet presAssocID="{C0C37D8D-7A82-4A51-A12C-6255606CE6C1}" presName="childTextHidden" presStyleLbl="bgAccFollowNode1" presStyleIdx="3" presStyleCnt="4"/>
      <dgm:spPr/>
    </dgm:pt>
    <dgm:pt modelId="{008EABF7-B564-4A13-BF4D-CB0AEEC77A91}" type="pres">
      <dgm:prSet presAssocID="{C0C37D8D-7A82-4A51-A12C-6255606CE6C1}" presName="parentText" presStyleLbl="node1" presStyleIdx="3" presStyleCnt="4">
        <dgm:presLayoutVars>
          <dgm:chMax val="1"/>
          <dgm:bulletEnabled val="1"/>
        </dgm:presLayoutVars>
      </dgm:prSet>
      <dgm:spPr/>
    </dgm:pt>
  </dgm:ptLst>
  <dgm:cxnLst>
    <dgm:cxn modelId="{95301703-669F-4431-B891-4ADEC0831BC6}" type="presOf" srcId="{4EB52C01-023A-D34F-990F-FC10E61C7C4F}" destId="{29B467BE-B8B3-4454-8337-651F6FA8D458}" srcOrd="0" destOrd="2" presId="urn:microsoft.com/office/officeart/2005/8/layout/hProcess6"/>
    <dgm:cxn modelId="{42DBB203-CDAF-F34D-A29F-BC2D764DD447}" srcId="{C0C37D8D-7A82-4A51-A12C-6255606CE6C1}" destId="{E1711EED-53EA-D741-B15C-21A17109518B}" srcOrd="3" destOrd="0" parTransId="{73DB400C-6757-2741-BCDA-D1B70C56DAE0}" sibTransId="{A40F6816-D48C-EC43-A2B8-727E7F811C3D}"/>
    <dgm:cxn modelId="{22B12A05-BB93-4E70-A57A-4C9E36334E03}" srcId="{C0C37D8D-7A82-4A51-A12C-6255606CE6C1}" destId="{272F54DC-F84F-4C4A-8783-BE36B82FC24B}" srcOrd="0" destOrd="0" parTransId="{555F9769-FBC4-433A-A5A4-68A85A30EBC9}" sibTransId="{AC1A4AA7-2F7B-4899-AA96-60466ADB597F}"/>
    <dgm:cxn modelId="{86EBFA06-8DF5-4F86-B9F7-6F0B8466ABCF}" type="presOf" srcId="{D3B88E93-1587-4F8F-96D9-F8F365A30CAF}" destId="{B4484374-F97E-4A0D-B524-7BF82DA70716}" srcOrd="0" destOrd="2" presId="urn:microsoft.com/office/officeart/2005/8/layout/hProcess6"/>
    <dgm:cxn modelId="{D5AB3D0A-5D6C-48A3-BF04-35C3097096C1}" srcId="{C0C37D8D-7A82-4A51-A12C-6255606CE6C1}" destId="{BCE021E0-50A1-4FBA-8747-3D59FE804B9F}" srcOrd="1" destOrd="0" parTransId="{67DA1074-E633-4BC4-B456-B46B3F2AAE7D}" sibTransId="{CA24B249-CB4E-492A-8AEF-38B140626E85}"/>
    <dgm:cxn modelId="{ACE7B811-E40A-4F86-83CA-634352750B0A}" type="presOf" srcId="{3130E3F4-83FB-FE48-9AA5-D91C7D2FAE55}" destId="{873A3858-4FA5-47AC-BB0F-F1B6227873BA}" srcOrd="0" destOrd="3" presId="urn:microsoft.com/office/officeart/2005/8/layout/hProcess6"/>
    <dgm:cxn modelId="{B62AE417-1DEE-436B-B222-8364E785BBED}" srcId="{D461267C-AAFC-4A04-B453-10BFCA9E3A78}" destId="{0F507754-2CDB-4CDE-BBA1-7653E69014B8}" srcOrd="1" destOrd="0" parTransId="{1C981ACF-9D2C-47CE-AC21-ABA922DCCCF2}" sibTransId="{9F2FD445-215D-4CCB-A143-77A6D3E7B958}"/>
    <dgm:cxn modelId="{05071118-1FE2-463B-8EF1-7B19BBED30EA}" srcId="{0F507754-2CDB-4CDE-BBA1-7653E69014B8}" destId="{0A336B00-8082-4814-AAAE-79C4FF2452BA}" srcOrd="0" destOrd="0" parTransId="{06F7F318-3631-4FE9-8BFA-1E057FC0B014}" sibTransId="{411DEF42-DE25-43D9-96AE-4B10252B4AA1}"/>
    <dgm:cxn modelId="{B17E111E-5DAC-4153-A8D3-8B4895D10C1A}" type="presOf" srcId="{E1711EED-53EA-D741-B15C-21A17109518B}" destId="{29B467BE-B8B3-4454-8337-651F6FA8D458}" srcOrd="0" destOrd="3" presId="urn:microsoft.com/office/officeart/2005/8/layout/hProcess6"/>
    <dgm:cxn modelId="{91751220-4677-204C-82A5-018BB65D65BE}" srcId="{0F507754-2CDB-4CDE-BBA1-7653E69014B8}" destId="{D926B3B8-84A5-8F48-9596-710408A9E888}" srcOrd="4" destOrd="0" parTransId="{CE88CCBE-A55A-534D-B417-4B6C154C06B8}" sibTransId="{9730A59E-B54E-D04F-9239-66EBE0992216}"/>
    <dgm:cxn modelId="{60285C20-F641-4DD2-9BDE-140F4F6D9B30}" type="presOf" srcId="{4B27A008-CB7E-4A55-B333-7F040E7561C9}" destId="{B4484374-F97E-4A0D-B524-7BF82DA70716}" srcOrd="0" destOrd="1" presId="urn:microsoft.com/office/officeart/2005/8/layout/hProcess6"/>
    <dgm:cxn modelId="{E26AA223-4475-4A45-8BD2-F5E03BEBCBE9}" type="presOf" srcId="{6F371B0F-E39B-BB4A-A9F0-8431B444D1E0}" destId="{C3556303-A264-428D-A6C5-86980E0893FA}" srcOrd="1" destOrd="5" presId="urn:microsoft.com/office/officeart/2005/8/layout/hProcess6"/>
    <dgm:cxn modelId="{F3296B2F-ED32-420C-8D73-8FC511A7627B}" type="presOf" srcId="{DF0F6825-DF12-4F31-96D3-83BA74149B42}" destId="{DA9BA91C-2ED7-4DEA-A5ED-3FCF26888626}" srcOrd="1" destOrd="0" presId="urn:microsoft.com/office/officeart/2005/8/layout/hProcess6"/>
    <dgm:cxn modelId="{0C60B734-7241-48C3-B367-8E0296F56B07}" type="presOf" srcId="{2EE7C3D3-EF60-0E46-A331-B00FC2B5753B}" destId="{0435D653-E243-4536-B374-BD2656895D1D}" srcOrd="1" destOrd="4" presId="urn:microsoft.com/office/officeart/2005/8/layout/hProcess6"/>
    <dgm:cxn modelId="{3FA5DA34-CF72-4212-9CA1-C871BCE1813F}" type="presOf" srcId="{2921B3FD-1F92-4EB6-B0D5-6887B555B02C}" destId="{0435D653-E243-4536-B374-BD2656895D1D}" srcOrd="1" destOrd="5" presId="urn:microsoft.com/office/officeart/2005/8/layout/hProcess6"/>
    <dgm:cxn modelId="{72CF1F3D-B48F-4D23-B20D-DD444889D87C}" type="presOf" srcId="{EC05F70C-BD86-4BEB-AF86-377489D9198C}" destId="{873A3858-4FA5-47AC-BB0F-F1B6227873BA}" srcOrd="0" destOrd="4" presId="urn:microsoft.com/office/officeart/2005/8/layout/hProcess6"/>
    <dgm:cxn modelId="{9EA08E3F-5D41-4AAA-9265-E14BBCFD2FB4}" type="presOf" srcId="{E1711EED-53EA-D741-B15C-21A17109518B}" destId="{0435D653-E243-4536-B374-BD2656895D1D}" srcOrd="1" destOrd="3" presId="urn:microsoft.com/office/officeart/2005/8/layout/hProcess6"/>
    <dgm:cxn modelId="{09AED23F-2F20-B045-A0EC-4888148D49C9}" srcId="{C0C37D8D-7A82-4A51-A12C-6255606CE6C1}" destId="{2EE7C3D3-EF60-0E46-A331-B00FC2B5753B}" srcOrd="4" destOrd="0" parTransId="{BB29D2B4-D9EF-FE47-98A9-088F884112E7}" sibTransId="{CB45F6D3-0393-CB4B-9210-6CC9122E84DD}"/>
    <dgm:cxn modelId="{584C8944-FC6B-B940-A254-6BF47E83EDDC}" srcId="{0F507754-2CDB-4CDE-BBA1-7653E69014B8}" destId="{54C1D77B-4B54-5E49-8694-32DF7C071155}" srcOrd="2" destOrd="0" parTransId="{8639B1D1-59A9-0345-8B95-90F29652CF63}" sibTransId="{7C657310-D2F0-1945-97FC-65DF48CE889F}"/>
    <dgm:cxn modelId="{35D37745-8F99-4C30-A9BF-B51D31D62448}" type="presOf" srcId="{0F507754-2CDB-4CDE-BBA1-7653E69014B8}" destId="{87A2D63B-EA13-41CD-A82C-BDD669DBC70C}" srcOrd="0" destOrd="0" presId="urn:microsoft.com/office/officeart/2005/8/layout/hProcess6"/>
    <dgm:cxn modelId="{32747B45-77EF-4648-A554-5CA1C8BBE02E}" type="presOf" srcId="{BCE021E0-50A1-4FBA-8747-3D59FE804B9F}" destId="{0435D653-E243-4536-B374-BD2656895D1D}" srcOrd="1" destOrd="1" presId="urn:microsoft.com/office/officeart/2005/8/layout/hProcess6"/>
    <dgm:cxn modelId="{0263F049-6BD3-4531-892E-21FBA63A4464}" type="presOf" srcId="{D3B88E93-1587-4F8F-96D9-F8F365A30CAF}" destId="{DAB6A6D2-D462-4E24-8933-19BD0A3B8D8B}" srcOrd="1" destOrd="2" presId="urn:microsoft.com/office/officeart/2005/8/layout/hProcess6"/>
    <dgm:cxn modelId="{7B10114A-6D06-4421-B80B-8F1EC9EEDF11}" type="presOf" srcId="{0A336B00-8082-4814-AAAE-79C4FF2452BA}" destId="{C3556303-A264-428D-A6C5-86980E0893FA}" srcOrd="1" destOrd="0" presId="urn:microsoft.com/office/officeart/2005/8/layout/hProcess6"/>
    <dgm:cxn modelId="{D342D84E-4C39-4C51-AF50-487E74E4AEFE}" type="presOf" srcId="{DF0F6825-DF12-4F31-96D3-83BA74149B42}" destId="{873A3858-4FA5-47AC-BB0F-F1B6227873BA}" srcOrd="0" destOrd="0" presId="urn:microsoft.com/office/officeart/2005/8/layout/hProcess6"/>
    <dgm:cxn modelId="{F7A2CA54-9DEF-43F3-A77F-6712331AA25B}" type="presOf" srcId="{C0C37D8D-7A82-4A51-A12C-6255606CE6C1}" destId="{008EABF7-B564-4A13-BF4D-CB0AEEC77A91}" srcOrd="0" destOrd="0" presId="urn:microsoft.com/office/officeart/2005/8/layout/hProcess6"/>
    <dgm:cxn modelId="{EB29CA5A-2441-43EA-8D67-F1452377E665}" srcId="{D461267C-AAFC-4A04-B453-10BFCA9E3A78}" destId="{C0C37D8D-7A82-4A51-A12C-6255606CE6C1}" srcOrd="3" destOrd="0" parTransId="{27E89AE2-6449-4ED3-9B96-84B43DA6DD22}" sibTransId="{4AE1ED80-99A1-4A0E-82ED-150A20F3E704}"/>
    <dgm:cxn modelId="{6809C865-DFF4-43C3-A00C-BA18E6DCA2AB}" srcId="{C0C37D8D-7A82-4A51-A12C-6255606CE6C1}" destId="{2921B3FD-1F92-4EB6-B0D5-6887B555B02C}" srcOrd="5" destOrd="0" parTransId="{A97E0A1F-74E7-43FC-BEAD-3105E1E94608}" sibTransId="{A872CE98-CDDA-4CA0-BBA3-F10DC8C8EF89}"/>
    <dgm:cxn modelId="{1DFCAD67-3811-4A13-BA49-DDDEA9DAC6BD}" type="presOf" srcId="{D6B2E01B-0CFB-5C40-9EDF-47488218F3D8}" destId="{DA9BA91C-2ED7-4DEA-A5ED-3FCF26888626}" srcOrd="1" destOrd="1" presId="urn:microsoft.com/office/officeart/2005/8/layout/hProcess6"/>
    <dgm:cxn modelId="{D520996E-EF13-4B0F-90A5-D997BD495F5F}" type="presOf" srcId="{D461267C-AAFC-4A04-B453-10BFCA9E3A78}" destId="{25A913F6-1796-44E2-86F5-34ED72C8724E}" srcOrd="0" destOrd="0" presId="urn:microsoft.com/office/officeart/2005/8/layout/hProcess6"/>
    <dgm:cxn modelId="{6D977E75-082F-4554-9020-6EA074C4CF26}" srcId="{D461267C-AAFC-4A04-B453-10BFCA9E3A78}" destId="{005C1547-99FD-4E37-88D7-60AB84BCEA6D}" srcOrd="0" destOrd="0" parTransId="{8577BE6F-5409-4966-9139-BBE73303EBA0}" sibTransId="{A77B7760-54F6-479F-9408-ABD07241A059}"/>
    <dgm:cxn modelId="{706FF776-0A35-4213-9D0F-9E7A4348B8A2}" type="presOf" srcId="{54C1D77B-4B54-5E49-8694-32DF7C071155}" destId="{C3556303-A264-428D-A6C5-86980E0893FA}" srcOrd="1" destOrd="2" presId="urn:microsoft.com/office/officeart/2005/8/layout/hProcess6"/>
    <dgm:cxn modelId="{96C03D7C-DAD6-49DD-892E-941FD86ADCBA}" srcId="{BA579838-0413-4577-A182-FF80F5549516}" destId="{EC05F70C-BD86-4BEB-AF86-377489D9198C}" srcOrd="4" destOrd="0" parTransId="{EDF2F1C6-1FD5-4887-8D74-7A7CF95C4706}" sibTransId="{C10B3B67-97E7-4F2B-8591-F02F436A31F7}"/>
    <dgm:cxn modelId="{04FCFA7D-597C-46DB-9274-0913442FEECB}" type="presOf" srcId="{BA579838-0413-4577-A182-FF80F5549516}" destId="{3EF928B0-AE40-4CCC-9AC8-7F4622232DB9}" srcOrd="0" destOrd="0" presId="urn:microsoft.com/office/officeart/2005/8/layout/hProcess6"/>
    <dgm:cxn modelId="{29E1DB7E-D109-44B4-AEA7-1EB3E805ADBA}" type="presOf" srcId="{4B8B826C-AFAA-436A-B54A-B5C6FA84EA5B}" destId="{C3556303-A264-428D-A6C5-86980E0893FA}" srcOrd="1" destOrd="6" presId="urn:microsoft.com/office/officeart/2005/8/layout/hProcess6"/>
    <dgm:cxn modelId="{6206E084-759C-48AC-97D6-94B9F8B2C734}" srcId="{005C1547-99FD-4E37-88D7-60AB84BCEA6D}" destId="{1494AD4D-7CCC-4CA9-ADA8-2698C8A16112}" srcOrd="0" destOrd="0" parTransId="{6770035E-5DE2-4322-A291-F3A3C2427FA3}" sibTransId="{14BB6BD3-FFBF-4B27-BD90-BE7D17FD0970}"/>
    <dgm:cxn modelId="{D3B0BD86-987D-448D-B2D3-96E98FE5C270}" type="presOf" srcId="{54C1D77B-4B54-5E49-8694-32DF7C071155}" destId="{0B4B5FA3-4F31-4EF6-8F5D-F62F50985C31}" srcOrd="0" destOrd="2" presId="urn:microsoft.com/office/officeart/2005/8/layout/hProcess6"/>
    <dgm:cxn modelId="{7739E38A-06C8-1B44-B1A8-D15DAD789C41}" srcId="{C0C37D8D-7A82-4A51-A12C-6255606CE6C1}" destId="{4EB52C01-023A-D34F-990F-FC10E61C7C4F}" srcOrd="2" destOrd="0" parTransId="{87EAF7E4-B9EC-AC48-9DE2-862FFEF96EC7}" sibTransId="{48EA8363-CC15-FE4F-A497-F2E072210276}"/>
    <dgm:cxn modelId="{63A74A8C-5B1E-4F7C-B3AA-F5D0C422F74B}" type="presOf" srcId="{2EE7C3D3-EF60-0E46-A331-B00FC2B5753B}" destId="{29B467BE-B8B3-4454-8337-651F6FA8D458}" srcOrd="0" destOrd="4" presId="urn:microsoft.com/office/officeart/2005/8/layout/hProcess6"/>
    <dgm:cxn modelId="{4E715D8C-82CB-4E44-B204-C1D7147BAE1D}" type="presOf" srcId="{B55FD80A-C153-454F-8334-6B63D381B31D}" destId="{0B4B5FA3-4F31-4EF6-8F5D-F62F50985C31}" srcOrd="0" destOrd="1" presId="urn:microsoft.com/office/officeart/2005/8/layout/hProcess6"/>
    <dgm:cxn modelId="{555F268F-F0D5-4DC4-99E3-DD900314E878}" type="presOf" srcId="{4B27A008-CB7E-4A55-B333-7F040E7561C9}" destId="{DAB6A6D2-D462-4E24-8933-19BD0A3B8D8B}" srcOrd="1" destOrd="1" presId="urn:microsoft.com/office/officeart/2005/8/layout/hProcess6"/>
    <dgm:cxn modelId="{55CDCF8F-7C07-2C4B-9551-B42BBB437F30}" srcId="{BA579838-0413-4577-A182-FF80F5549516}" destId="{3130E3F4-83FB-FE48-9AA5-D91C7D2FAE55}" srcOrd="3" destOrd="0" parTransId="{1E9E38A5-1630-5145-A511-3A8F36A88CB8}" sibTransId="{5C1F125E-50D0-6241-8B9E-660FA6A6B0A7}"/>
    <dgm:cxn modelId="{246F8A91-6534-0940-A617-B752A271F2E2}" srcId="{0F507754-2CDB-4CDE-BBA1-7653E69014B8}" destId="{6F371B0F-E39B-BB4A-A9F0-8431B444D1E0}" srcOrd="5" destOrd="0" parTransId="{EEBCB173-EAA7-C241-AA88-E8F63D803841}" sibTransId="{EE1E0C2D-01DD-A547-BA5B-6FFD569B10DD}"/>
    <dgm:cxn modelId="{A2AF0C93-9460-9E4B-8671-22EF731DC6A8}" srcId="{0F507754-2CDB-4CDE-BBA1-7653E69014B8}" destId="{B9293085-B6D2-8545-80B8-A21753B68E0A}" srcOrd="3" destOrd="0" parTransId="{3829E838-B0B0-1C4C-88B3-61355133C43E}" sibTransId="{DFB5EE88-1125-9343-9C52-164ECCAE5205}"/>
    <dgm:cxn modelId="{FC9C4794-9E47-4334-9F57-B0BB07AA8549}" type="presOf" srcId="{1494AD4D-7CCC-4CA9-ADA8-2698C8A16112}" destId="{DAB6A6D2-D462-4E24-8933-19BD0A3B8D8B}" srcOrd="1" destOrd="0" presId="urn:microsoft.com/office/officeart/2005/8/layout/hProcess6"/>
    <dgm:cxn modelId="{BF409995-EEBA-4902-A627-5643CE47A24F}" type="presOf" srcId="{B9293085-B6D2-8545-80B8-A21753B68E0A}" destId="{C3556303-A264-428D-A6C5-86980E0893FA}" srcOrd="1" destOrd="3" presId="urn:microsoft.com/office/officeart/2005/8/layout/hProcess6"/>
    <dgm:cxn modelId="{3013F696-6EE6-4472-9320-D79F940517E9}" type="presOf" srcId="{54CF06AE-75E2-D346-AA62-2B040521EBA1}" destId="{DA9BA91C-2ED7-4DEA-A5ED-3FCF26888626}" srcOrd="1" destOrd="2" presId="urn:microsoft.com/office/officeart/2005/8/layout/hProcess6"/>
    <dgm:cxn modelId="{B915619B-119B-4C3D-8A35-5C2A508B3ECE}" type="presOf" srcId="{D926B3B8-84A5-8F48-9596-710408A9E888}" destId="{0B4B5FA3-4F31-4EF6-8F5D-F62F50985C31}" srcOrd="0" destOrd="4" presId="urn:microsoft.com/office/officeart/2005/8/layout/hProcess6"/>
    <dgm:cxn modelId="{37F8A7A6-CFCD-435E-A980-68FE3A4BE8EC}" type="presOf" srcId="{EC05F70C-BD86-4BEB-AF86-377489D9198C}" destId="{DA9BA91C-2ED7-4DEA-A5ED-3FCF26888626}" srcOrd="1" destOrd="4" presId="urn:microsoft.com/office/officeart/2005/8/layout/hProcess6"/>
    <dgm:cxn modelId="{D2DB79A7-4D23-421D-8459-F80DC0099286}" srcId="{005C1547-99FD-4E37-88D7-60AB84BCEA6D}" destId="{D3B88E93-1587-4F8F-96D9-F8F365A30CAF}" srcOrd="2" destOrd="0" parTransId="{3AFD18C0-A251-4EA8-8B7D-674B3C39EE86}" sibTransId="{26FF96B2-8A85-48BD-83C0-6740A48B0A6D}"/>
    <dgm:cxn modelId="{743E27AF-5EDD-47A4-AB40-60F421AB3643}" type="presOf" srcId="{1494AD4D-7CCC-4CA9-ADA8-2698C8A16112}" destId="{B4484374-F97E-4A0D-B524-7BF82DA70716}" srcOrd="0" destOrd="0" presId="urn:microsoft.com/office/officeart/2005/8/layout/hProcess6"/>
    <dgm:cxn modelId="{D3E11CB2-43AD-4539-BB65-44AC180785A5}" type="presOf" srcId="{272F54DC-F84F-4C4A-8783-BE36B82FC24B}" destId="{0435D653-E243-4536-B374-BD2656895D1D}" srcOrd="1" destOrd="0" presId="urn:microsoft.com/office/officeart/2005/8/layout/hProcess6"/>
    <dgm:cxn modelId="{9BC829BB-AE1D-4FEA-9597-319DEFB8052F}" type="presOf" srcId="{B9293085-B6D2-8545-80B8-A21753B68E0A}" destId="{0B4B5FA3-4F31-4EF6-8F5D-F62F50985C31}" srcOrd="0" destOrd="3" presId="urn:microsoft.com/office/officeart/2005/8/layout/hProcess6"/>
    <dgm:cxn modelId="{D58A44BB-9F1A-427D-A703-017665EC3BB5}" type="presOf" srcId="{4B8B826C-AFAA-436A-B54A-B5C6FA84EA5B}" destId="{0B4B5FA3-4F31-4EF6-8F5D-F62F50985C31}" srcOrd="0" destOrd="6" presId="urn:microsoft.com/office/officeart/2005/8/layout/hProcess6"/>
    <dgm:cxn modelId="{29101EC3-67A9-4460-B1AB-B0734E0A6C2B}" type="presOf" srcId="{54CF06AE-75E2-D346-AA62-2B040521EBA1}" destId="{873A3858-4FA5-47AC-BB0F-F1B6227873BA}" srcOrd="0" destOrd="2" presId="urn:microsoft.com/office/officeart/2005/8/layout/hProcess6"/>
    <dgm:cxn modelId="{87E262C3-6223-42B8-9435-88EE9200F348}" type="presOf" srcId="{D926B3B8-84A5-8F48-9596-710408A9E888}" destId="{C3556303-A264-428D-A6C5-86980E0893FA}" srcOrd="1" destOrd="4" presId="urn:microsoft.com/office/officeart/2005/8/layout/hProcess6"/>
    <dgm:cxn modelId="{75008AC5-5A08-44AA-B34F-A29BF4278BD6}" type="presOf" srcId="{4EB52C01-023A-D34F-990F-FC10E61C7C4F}" destId="{0435D653-E243-4536-B374-BD2656895D1D}" srcOrd="1" destOrd="2" presId="urn:microsoft.com/office/officeart/2005/8/layout/hProcess6"/>
    <dgm:cxn modelId="{B76399CB-AF25-483D-A3B1-26C4531ACF3A}" type="presOf" srcId="{6F371B0F-E39B-BB4A-A9F0-8431B444D1E0}" destId="{0B4B5FA3-4F31-4EF6-8F5D-F62F50985C31}" srcOrd="0" destOrd="5" presId="urn:microsoft.com/office/officeart/2005/8/layout/hProcess6"/>
    <dgm:cxn modelId="{E4A848CD-BD7C-4C7A-ACB3-294A68FDC0E9}" type="presOf" srcId="{BCE021E0-50A1-4FBA-8747-3D59FE804B9F}" destId="{29B467BE-B8B3-4454-8337-651F6FA8D458}" srcOrd="0" destOrd="1" presId="urn:microsoft.com/office/officeart/2005/8/layout/hProcess6"/>
    <dgm:cxn modelId="{6BFACACE-A564-4258-A7FD-4CD64DB1EB9C}" srcId="{BA579838-0413-4577-A182-FF80F5549516}" destId="{DF0F6825-DF12-4F31-96D3-83BA74149B42}" srcOrd="0" destOrd="0" parTransId="{8266A661-00CD-443D-8398-00EC28E3CC3D}" sibTransId="{27448AA4-5B90-4F3E-BCC1-1655A601717A}"/>
    <dgm:cxn modelId="{1A77B7D6-C321-4583-8CC0-E12993E553D6}" type="presOf" srcId="{2921B3FD-1F92-4EB6-B0D5-6887B555B02C}" destId="{29B467BE-B8B3-4454-8337-651F6FA8D458}" srcOrd="0" destOrd="5" presId="urn:microsoft.com/office/officeart/2005/8/layout/hProcess6"/>
    <dgm:cxn modelId="{BF0204D8-2F05-40F7-8D9A-EB597F2D4B12}" type="presOf" srcId="{005C1547-99FD-4E37-88D7-60AB84BCEA6D}" destId="{F8992835-E712-4E11-B253-812CDA2F4A9F}" srcOrd="0" destOrd="0" presId="urn:microsoft.com/office/officeart/2005/8/layout/hProcess6"/>
    <dgm:cxn modelId="{78A937DA-5CC2-074F-A616-EFC28CED9B62}" srcId="{BA579838-0413-4577-A182-FF80F5549516}" destId="{54CF06AE-75E2-D346-AA62-2B040521EBA1}" srcOrd="2" destOrd="0" parTransId="{2729BFE9-A6CE-2645-85E9-7156E957CF28}" sibTransId="{2C7DBE57-1235-8E4E-9082-16A9C17708B0}"/>
    <dgm:cxn modelId="{6969CCE3-9F4E-4A2D-B5F5-969BFEA730D3}" type="presOf" srcId="{0A336B00-8082-4814-AAAE-79C4FF2452BA}" destId="{0B4B5FA3-4F31-4EF6-8F5D-F62F50985C31}" srcOrd="0" destOrd="0" presId="urn:microsoft.com/office/officeart/2005/8/layout/hProcess6"/>
    <dgm:cxn modelId="{1B28EAE3-560C-B64C-ACBF-B7CE8FBA4B1E}" srcId="{BA579838-0413-4577-A182-FF80F5549516}" destId="{D6B2E01B-0CFB-5C40-9EDF-47488218F3D8}" srcOrd="1" destOrd="0" parTransId="{B12F30A1-40C2-CF4E-94ED-5FF21F7CEE06}" sibTransId="{903BDA5F-B613-2B43-A495-501C860D9EC2}"/>
    <dgm:cxn modelId="{C8A690EE-EA89-FB4C-AB9D-CD1DED382BE9}" srcId="{0F507754-2CDB-4CDE-BBA1-7653E69014B8}" destId="{B55FD80A-C153-454F-8334-6B63D381B31D}" srcOrd="1" destOrd="0" parTransId="{ED6C3C42-E48C-8F4F-AB02-12FADB18D5DD}" sibTransId="{B02D5179-690C-B046-AC42-D1FD90B636F3}"/>
    <dgm:cxn modelId="{DB869CFA-C95E-414C-961C-5E87D1E94F25}" type="presOf" srcId="{B55FD80A-C153-454F-8334-6B63D381B31D}" destId="{C3556303-A264-428D-A6C5-86980E0893FA}" srcOrd="1" destOrd="1" presId="urn:microsoft.com/office/officeart/2005/8/layout/hProcess6"/>
    <dgm:cxn modelId="{3E5115FB-1634-409F-9B47-BCBD5D70A282}" srcId="{005C1547-99FD-4E37-88D7-60AB84BCEA6D}" destId="{4B27A008-CB7E-4A55-B333-7F040E7561C9}" srcOrd="1" destOrd="0" parTransId="{180B7EB8-4100-43FE-AE9E-DCA894DB84C5}" sibTransId="{4730FED8-3ADE-42FA-BBCE-5F6CC990E871}"/>
    <dgm:cxn modelId="{0A7245FB-AF47-4C0A-89C7-B5F1E809E3E9}" srcId="{0F507754-2CDB-4CDE-BBA1-7653E69014B8}" destId="{4B8B826C-AFAA-436A-B54A-B5C6FA84EA5B}" srcOrd="6" destOrd="0" parTransId="{85FAAC9C-B0E7-42D8-BA9C-570B9A59BE13}" sibTransId="{DA0A3252-B45A-4D95-9173-D34A423A5613}"/>
    <dgm:cxn modelId="{88DBA1FB-F303-4DBC-92F1-ECC4A1A4B31E}" srcId="{D461267C-AAFC-4A04-B453-10BFCA9E3A78}" destId="{BA579838-0413-4577-A182-FF80F5549516}" srcOrd="2" destOrd="0" parTransId="{F1BDB688-CCC1-4564-A38C-F5FDAA22CB13}" sibTransId="{2279A675-23DF-4502-B2FB-27B479AC59E8}"/>
    <dgm:cxn modelId="{A1D48CFD-0E2C-4E57-A10A-CF92B2ED8C48}" type="presOf" srcId="{272F54DC-F84F-4C4A-8783-BE36B82FC24B}" destId="{29B467BE-B8B3-4454-8337-651F6FA8D458}" srcOrd="0" destOrd="0" presId="urn:microsoft.com/office/officeart/2005/8/layout/hProcess6"/>
    <dgm:cxn modelId="{150F9BFE-FA7A-4D66-8AEB-3AE3E52D97ED}" type="presOf" srcId="{3130E3F4-83FB-FE48-9AA5-D91C7D2FAE55}" destId="{DA9BA91C-2ED7-4DEA-A5ED-3FCF26888626}" srcOrd="1" destOrd="3" presId="urn:microsoft.com/office/officeart/2005/8/layout/hProcess6"/>
    <dgm:cxn modelId="{51D4ACFE-AB4A-405E-BB5E-4608A54E6511}" type="presOf" srcId="{D6B2E01B-0CFB-5C40-9EDF-47488218F3D8}" destId="{873A3858-4FA5-47AC-BB0F-F1B6227873BA}" srcOrd="0" destOrd="1" presId="urn:microsoft.com/office/officeart/2005/8/layout/hProcess6"/>
    <dgm:cxn modelId="{A87B4BD6-C533-42A4-BCCD-0DD504CC82E0}" type="presParOf" srcId="{25A913F6-1796-44E2-86F5-34ED72C8724E}" destId="{5DFF7897-A45B-4A05-A53C-480927982C02}" srcOrd="0" destOrd="0" presId="urn:microsoft.com/office/officeart/2005/8/layout/hProcess6"/>
    <dgm:cxn modelId="{F09811CB-25CD-4DB7-98D2-FA03748F53BA}" type="presParOf" srcId="{5DFF7897-A45B-4A05-A53C-480927982C02}" destId="{F71992BA-4E83-4A4A-B9D8-DF5E267C38B0}" srcOrd="0" destOrd="0" presId="urn:microsoft.com/office/officeart/2005/8/layout/hProcess6"/>
    <dgm:cxn modelId="{E0022172-ADFD-49C7-8B86-5877C58EEDE3}" type="presParOf" srcId="{5DFF7897-A45B-4A05-A53C-480927982C02}" destId="{B4484374-F97E-4A0D-B524-7BF82DA70716}" srcOrd="1" destOrd="0" presId="urn:microsoft.com/office/officeart/2005/8/layout/hProcess6"/>
    <dgm:cxn modelId="{476931EF-1290-4381-96A8-4966DE0EEE66}" type="presParOf" srcId="{5DFF7897-A45B-4A05-A53C-480927982C02}" destId="{DAB6A6D2-D462-4E24-8933-19BD0A3B8D8B}" srcOrd="2" destOrd="0" presId="urn:microsoft.com/office/officeart/2005/8/layout/hProcess6"/>
    <dgm:cxn modelId="{9514249A-AA02-4B9A-A48B-AEF3E7A79673}" type="presParOf" srcId="{5DFF7897-A45B-4A05-A53C-480927982C02}" destId="{F8992835-E712-4E11-B253-812CDA2F4A9F}" srcOrd="3" destOrd="0" presId="urn:microsoft.com/office/officeart/2005/8/layout/hProcess6"/>
    <dgm:cxn modelId="{5EE118C9-7676-46F2-AAB2-8D89D31DBF4F}" type="presParOf" srcId="{25A913F6-1796-44E2-86F5-34ED72C8724E}" destId="{997B86B2-1CD7-41B6-A03A-04C51334E035}" srcOrd="1" destOrd="0" presId="urn:microsoft.com/office/officeart/2005/8/layout/hProcess6"/>
    <dgm:cxn modelId="{B48E1E3C-4885-4FF2-A57F-A092F70E0DB9}" type="presParOf" srcId="{25A913F6-1796-44E2-86F5-34ED72C8724E}" destId="{098967BF-8C35-4AD7-9E58-1420868166BE}" srcOrd="2" destOrd="0" presId="urn:microsoft.com/office/officeart/2005/8/layout/hProcess6"/>
    <dgm:cxn modelId="{64BE2D6D-1C37-47DE-8742-3879247C2D73}" type="presParOf" srcId="{098967BF-8C35-4AD7-9E58-1420868166BE}" destId="{335371D7-0293-4547-9202-4418F89086F6}" srcOrd="0" destOrd="0" presId="urn:microsoft.com/office/officeart/2005/8/layout/hProcess6"/>
    <dgm:cxn modelId="{0EB3D122-F190-43B8-8262-D9860ED0D7EE}" type="presParOf" srcId="{098967BF-8C35-4AD7-9E58-1420868166BE}" destId="{0B4B5FA3-4F31-4EF6-8F5D-F62F50985C31}" srcOrd="1" destOrd="0" presId="urn:microsoft.com/office/officeart/2005/8/layout/hProcess6"/>
    <dgm:cxn modelId="{6C619BC6-45FC-4C02-A2BE-52EB263AD276}" type="presParOf" srcId="{098967BF-8C35-4AD7-9E58-1420868166BE}" destId="{C3556303-A264-428D-A6C5-86980E0893FA}" srcOrd="2" destOrd="0" presId="urn:microsoft.com/office/officeart/2005/8/layout/hProcess6"/>
    <dgm:cxn modelId="{FCDE3A17-57B3-4F39-8C18-F7E78C8DD970}" type="presParOf" srcId="{098967BF-8C35-4AD7-9E58-1420868166BE}" destId="{87A2D63B-EA13-41CD-A82C-BDD669DBC70C}" srcOrd="3" destOrd="0" presId="urn:microsoft.com/office/officeart/2005/8/layout/hProcess6"/>
    <dgm:cxn modelId="{411F4405-3BE5-4755-B9FA-A3D435B43600}" type="presParOf" srcId="{25A913F6-1796-44E2-86F5-34ED72C8724E}" destId="{EDA26482-546D-4479-9AEC-EF0EA02C2180}" srcOrd="3" destOrd="0" presId="urn:microsoft.com/office/officeart/2005/8/layout/hProcess6"/>
    <dgm:cxn modelId="{8DA94B79-5F2C-4D42-93F7-DD1C578DBB14}" type="presParOf" srcId="{25A913F6-1796-44E2-86F5-34ED72C8724E}" destId="{6A90C15B-3C9B-45EF-8C0F-AC5BA2DD0A91}" srcOrd="4" destOrd="0" presId="urn:microsoft.com/office/officeart/2005/8/layout/hProcess6"/>
    <dgm:cxn modelId="{17734658-56B0-4B84-957F-DA987941A166}" type="presParOf" srcId="{6A90C15B-3C9B-45EF-8C0F-AC5BA2DD0A91}" destId="{66FCE5C4-75CE-4371-AB3F-5FE8C8237DFA}" srcOrd="0" destOrd="0" presId="urn:microsoft.com/office/officeart/2005/8/layout/hProcess6"/>
    <dgm:cxn modelId="{D5AFA556-994C-4888-A812-61DA8DF45C4C}" type="presParOf" srcId="{6A90C15B-3C9B-45EF-8C0F-AC5BA2DD0A91}" destId="{873A3858-4FA5-47AC-BB0F-F1B6227873BA}" srcOrd="1" destOrd="0" presId="urn:microsoft.com/office/officeart/2005/8/layout/hProcess6"/>
    <dgm:cxn modelId="{B3E765CD-6C0C-44AA-BE39-03957C8F3369}" type="presParOf" srcId="{6A90C15B-3C9B-45EF-8C0F-AC5BA2DD0A91}" destId="{DA9BA91C-2ED7-4DEA-A5ED-3FCF26888626}" srcOrd="2" destOrd="0" presId="urn:microsoft.com/office/officeart/2005/8/layout/hProcess6"/>
    <dgm:cxn modelId="{E315184E-3C17-40D4-9F00-8C7056E8F1DE}" type="presParOf" srcId="{6A90C15B-3C9B-45EF-8C0F-AC5BA2DD0A91}" destId="{3EF928B0-AE40-4CCC-9AC8-7F4622232DB9}" srcOrd="3" destOrd="0" presId="urn:microsoft.com/office/officeart/2005/8/layout/hProcess6"/>
    <dgm:cxn modelId="{7BD207CD-9424-489C-AAFC-C45629A91925}" type="presParOf" srcId="{25A913F6-1796-44E2-86F5-34ED72C8724E}" destId="{CF32752F-8D14-4662-AF10-704ED0D9AC3C}" srcOrd="5" destOrd="0" presId="urn:microsoft.com/office/officeart/2005/8/layout/hProcess6"/>
    <dgm:cxn modelId="{B58F14E6-7DDE-4B4E-9C6C-0AC9CE9C4737}" type="presParOf" srcId="{25A913F6-1796-44E2-86F5-34ED72C8724E}" destId="{BF1976E3-97FE-4777-9836-E1C3E8400EF1}" srcOrd="6" destOrd="0" presId="urn:microsoft.com/office/officeart/2005/8/layout/hProcess6"/>
    <dgm:cxn modelId="{A45B2AAC-2C3D-4DB9-B7F9-21438810BC77}" type="presParOf" srcId="{BF1976E3-97FE-4777-9836-E1C3E8400EF1}" destId="{FAFA3233-7BB8-49AE-899E-5CA9CCE68CA8}" srcOrd="0" destOrd="0" presId="urn:microsoft.com/office/officeart/2005/8/layout/hProcess6"/>
    <dgm:cxn modelId="{ED95A6ED-A949-4CCD-96DD-560A22C5B9A1}" type="presParOf" srcId="{BF1976E3-97FE-4777-9836-E1C3E8400EF1}" destId="{29B467BE-B8B3-4454-8337-651F6FA8D458}" srcOrd="1" destOrd="0" presId="urn:microsoft.com/office/officeart/2005/8/layout/hProcess6"/>
    <dgm:cxn modelId="{FC1EC724-B80B-4903-A733-D3146B16E3ED}" type="presParOf" srcId="{BF1976E3-97FE-4777-9836-E1C3E8400EF1}" destId="{0435D653-E243-4536-B374-BD2656895D1D}" srcOrd="2" destOrd="0" presId="urn:microsoft.com/office/officeart/2005/8/layout/hProcess6"/>
    <dgm:cxn modelId="{9E09EE27-CB73-4F65-9D52-4CA605711670}" type="presParOf" srcId="{BF1976E3-97FE-4777-9836-E1C3E8400EF1}" destId="{008EABF7-B564-4A13-BF4D-CB0AEEC77A91}" srcOrd="3" destOrd="0" presId="urn:microsoft.com/office/officeart/2005/8/layout/hProcess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461267C-AAFC-4A04-B453-10BFCA9E3A78}" type="doc">
      <dgm:prSet loTypeId="urn:microsoft.com/office/officeart/2005/8/layout/hProcess6" loCatId="process" qsTypeId="urn:microsoft.com/office/officeart/2005/8/quickstyle/simple1" qsCatId="simple" csTypeId="urn:microsoft.com/office/officeart/2005/8/colors/accent1_2" csCatId="accent1" phldr="1"/>
      <dgm:spPr/>
      <dgm:t>
        <a:bodyPr/>
        <a:lstStyle/>
        <a:p>
          <a:endParaRPr lang="en-GB"/>
        </a:p>
      </dgm:t>
    </dgm:pt>
    <dgm:pt modelId="{005C1547-99FD-4E37-88D7-60AB84BCEA6D}">
      <dgm:prSet phldrT="[Text]"/>
      <dgm:spPr>
        <a:solidFill>
          <a:schemeClr val="bg2">
            <a:lumMod val="50000"/>
          </a:schemeClr>
        </a:solidFill>
      </dgm:spPr>
      <dgm:t>
        <a:bodyPr/>
        <a:lstStyle/>
        <a:p>
          <a:r>
            <a:rPr lang="en-GB"/>
            <a:t>1</a:t>
          </a:r>
          <a:r>
            <a:rPr lang="en-GB" baseline="30000"/>
            <a:t>st</a:t>
          </a:r>
          <a:r>
            <a:rPr lang="en-GB"/>
            <a:t> </a:t>
          </a:r>
          <a:r>
            <a:rPr lang="en-GB" err="1"/>
            <a:t>Qtr</a:t>
          </a:r>
          <a:endParaRPr lang="en-GB"/>
        </a:p>
      </dgm:t>
    </dgm:pt>
    <dgm:pt modelId="{8577BE6F-5409-4966-9139-BBE73303EBA0}" type="parTrans" cxnId="{6D977E75-082F-4554-9020-6EA074C4CF26}">
      <dgm:prSet/>
      <dgm:spPr/>
      <dgm:t>
        <a:bodyPr/>
        <a:lstStyle/>
        <a:p>
          <a:endParaRPr lang="en-GB"/>
        </a:p>
      </dgm:t>
    </dgm:pt>
    <dgm:pt modelId="{A77B7760-54F6-479F-9408-ABD07241A059}" type="sibTrans" cxnId="{6D977E75-082F-4554-9020-6EA074C4CF26}">
      <dgm:prSet/>
      <dgm:spPr/>
      <dgm:t>
        <a:bodyPr/>
        <a:lstStyle/>
        <a:p>
          <a:endParaRPr lang="en-GB"/>
        </a:p>
      </dgm:t>
    </dgm:pt>
    <dgm:pt modelId="{0F507754-2CDB-4CDE-BBA1-7653E69014B8}">
      <dgm:prSet phldrT="[Text]"/>
      <dgm:spPr>
        <a:solidFill>
          <a:schemeClr val="bg2">
            <a:lumMod val="50000"/>
          </a:schemeClr>
        </a:solidFill>
      </dgm:spPr>
      <dgm:t>
        <a:bodyPr/>
        <a:lstStyle/>
        <a:p>
          <a:r>
            <a:rPr lang="en-GB"/>
            <a:t>2</a:t>
          </a:r>
          <a:r>
            <a:rPr lang="en-GB" baseline="30000"/>
            <a:t>nd</a:t>
          </a:r>
          <a:r>
            <a:rPr lang="en-GB"/>
            <a:t> </a:t>
          </a:r>
          <a:r>
            <a:rPr lang="en-GB" err="1"/>
            <a:t>Qtr</a:t>
          </a:r>
          <a:endParaRPr lang="en-GB"/>
        </a:p>
      </dgm:t>
    </dgm:pt>
    <dgm:pt modelId="{1C981ACF-9D2C-47CE-AC21-ABA922DCCCF2}" type="parTrans" cxnId="{B62AE417-1DEE-436B-B222-8364E785BBED}">
      <dgm:prSet/>
      <dgm:spPr/>
      <dgm:t>
        <a:bodyPr/>
        <a:lstStyle/>
        <a:p>
          <a:endParaRPr lang="en-GB"/>
        </a:p>
      </dgm:t>
    </dgm:pt>
    <dgm:pt modelId="{9F2FD445-215D-4CCB-A143-77A6D3E7B958}" type="sibTrans" cxnId="{B62AE417-1DEE-436B-B222-8364E785BBED}">
      <dgm:prSet/>
      <dgm:spPr/>
      <dgm:t>
        <a:bodyPr/>
        <a:lstStyle/>
        <a:p>
          <a:endParaRPr lang="en-GB"/>
        </a:p>
      </dgm:t>
    </dgm:pt>
    <dgm:pt modelId="{BA579838-0413-4577-A182-FF80F5549516}">
      <dgm:prSet phldrT="[Text]"/>
      <dgm:spPr>
        <a:solidFill>
          <a:schemeClr val="bg2">
            <a:lumMod val="50000"/>
          </a:schemeClr>
        </a:solidFill>
      </dgm:spPr>
      <dgm:t>
        <a:bodyPr/>
        <a:lstStyle/>
        <a:p>
          <a:r>
            <a:rPr lang="en-GB"/>
            <a:t>3</a:t>
          </a:r>
          <a:r>
            <a:rPr lang="en-GB" baseline="30000"/>
            <a:t>rd</a:t>
          </a:r>
          <a:r>
            <a:rPr lang="en-GB"/>
            <a:t> </a:t>
          </a:r>
          <a:r>
            <a:rPr lang="en-GB" err="1"/>
            <a:t>Qtr</a:t>
          </a:r>
          <a:endParaRPr lang="en-GB"/>
        </a:p>
      </dgm:t>
    </dgm:pt>
    <dgm:pt modelId="{F1BDB688-CCC1-4564-A38C-F5FDAA22CB13}" type="parTrans" cxnId="{88DBA1FB-F303-4DBC-92F1-ECC4A1A4B31E}">
      <dgm:prSet/>
      <dgm:spPr/>
      <dgm:t>
        <a:bodyPr/>
        <a:lstStyle/>
        <a:p>
          <a:endParaRPr lang="en-GB"/>
        </a:p>
      </dgm:t>
    </dgm:pt>
    <dgm:pt modelId="{2279A675-23DF-4502-B2FB-27B479AC59E8}" type="sibTrans" cxnId="{88DBA1FB-F303-4DBC-92F1-ECC4A1A4B31E}">
      <dgm:prSet/>
      <dgm:spPr/>
      <dgm:t>
        <a:bodyPr/>
        <a:lstStyle/>
        <a:p>
          <a:endParaRPr lang="en-GB"/>
        </a:p>
      </dgm:t>
    </dgm:pt>
    <dgm:pt modelId="{C0C37D8D-7A82-4A51-A12C-6255606CE6C1}">
      <dgm:prSet phldrT="[Text]"/>
      <dgm:spPr>
        <a:solidFill>
          <a:schemeClr val="bg2">
            <a:lumMod val="50000"/>
          </a:schemeClr>
        </a:solidFill>
      </dgm:spPr>
      <dgm:t>
        <a:bodyPr/>
        <a:lstStyle/>
        <a:p>
          <a:r>
            <a:rPr lang="en-GB"/>
            <a:t>4</a:t>
          </a:r>
          <a:r>
            <a:rPr lang="en-GB" baseline="30000"/>
            <a:t>th</a:t>
          </a:r>
          <a:r>
            <a:rPr lang="en-GB"/>
            <a:t> </a:t>
          </a:r>
          <a:r>
            <a:rPr lang="en-GB" err="1"/>
            <a:t>Qtr</a:t>
          </a:r>
          <a:endParaRPr lang="en-GB"/>
        </a:p>
      </dgm:t>
    </dgm:pt>
    <dgm:pt modelId="{27E89AE2-6449-4ED3-9B96-84B43DA6DD22}" type="parTrans" cxnId="{EB29CA5A-2441-43EA-8D67-F1452377E665}">
      <dgm:prSet/>
      <dgm:spPr/>
      <dgm:t>
        <a:bodyPr/>
        <a:lstStyle/>
        <a:p>
          <a:endParaRPr lang="en-GB"/>
        </a:p>
      </dgm:t>
    </dgm:pt>
    <dgm:pt modelId="{4AE1ED80-99A1-4A0E-82ED-150A20F3E704}" type="sibTrans" cxnId="{EB29CA5A-2441-43EA-8D67-F1452377E665}">
      <dgm:prSet/>
      <dgm:spPr/>
      <dgm:t>
        <a:bodyPr/>
        <a:lstStyle/>
        <a:p>
          <a:endParaRPr lang="en-GB"/>
        </a:p>
      </dgm:t>
    </dgm:pt>
    <dgm:pt modelId="{272F54DC-F84F-4C4A-8783-BE36B82FC24B}">
      <dgm:prSet phldrT="[Text]" custT="1"/>
      <dgm:spPr>
        <a:solidFill>
          <a:schemeClr val="accent6">
            <a:lumMod val="20000"/>
            <a:lumOff val="80000"/>
          </a:schemeClr>
        </a:solidFill>
        <a:ln>
          <a:noFill/>
        </a:ln>
      </dgm:spPr>
      <dgm:t>
        <a:bodyPr/>
        <a:lstStyle/>
        <a:p>
          <a:endParaRPr lang="en-GB" sz="800"/>
        </a:p>
      </dgm:t>
    </dgm:pt>
    <dgm:pt modelId="{555F9769-FBC4-433A-A5A4-68A85A30EBC9}" type="parTrans" cxnId="{22B12A05-BB93-4E70-A57A-4C9E36334E03}">
      <dgm:prSet/>
      <dgm:spPr/>
      <dgm:t>
        <a:bodyPr/>
        <a:lstStyle/>
        <a:p>
          <a:endParaRPr lang="en-GB"/>
        </a:p>
      </dgm:t>
    </dgm:pt>
    <dgm:pt modelId="{AC1A4AA7-2F7B-4899-AA96-60466ADB597F}" type="sibTrans" cxnId="{22B12A05-BB93-4E70-A57A-4C9E36334E03}">
      <dgm:prSet/>
      <dgm:spPr/>
      <dgm:t>
        <a:bodyPr/>
        <a:lstStyle/>
        <a:p>
          <a:endParaRPr lang="en-GB"/>
        </a:p>
      </dgm:t>
    </dgm:pt>
    <dgm:pt modelId="{BCE021E0-50A1-4FBA-8747-3D59FE804B9F}">
      <dgm:prSet phldrT="[Text]" custT="1"/>
      <dgm:spPr>
        <a:solidFill>
          <a:schemeClr val="accent6">
            <a:lumMod val="20000"/>
            <a:lumOff val="80000"/>
          </a:schemeClr>
        </a:solidFill>
        <a:ln>
          <a:noFill/>
        </a:ln>
      </dgm:spPr>
      <dgm:t>
        <a:bodyPr/>
        <a:lstStyle/>
        <a:p>
          <a:pPr>
            <a:buFont typeface="Arial" panose="020B0604020202020204" pitchFamily="34" charset="0"/>
            <a:buChar char="•"/>
          </a:pPr>
          <a:r>
            <a:rPr lang="en-GB" sz="800"/>
            <a:t>5 Year DC Strategy</a:t>
          </a:r>
        </a:p>
      </dgm:t>
    </dgm:pt>
    <dgm:pt modelId="{67DA1074-E633-4BC4-B456-B46B3F2AAE7D}" type="parTrans" cxnId="{D5AB3D0A-5D6C-48A3-BF04-35C3097096C1}">
      <dgm:prSet/>
      <dgm:spPr/>
      <dgm:t>
        <a:bodyPr/>
        <a:lstStyle/>
        <a:p>
          <a:endParaRPr lang="en-GB"/>
        </a:p>
      </dgm:t>
    </dgm:pt>
    <dgm:pt modelId="{CA24B249-CB4E-492A-8AEF-38B140626E85}" type="sibTrans" cxnId="{D5AB3D0A-5D6C-48A3-BF04-35C3097096C1}">
      <dgm:prSet/>
      <dgm:spPr/>
      <dgm:t>
        <a:bodyPr/>
        <a:lstStyle/>
        <a:p>
          <a:endParaRPr lang="en-GB"/>
        </a:p>
      </dgm:t>
    </dgm:pt>
    <dgm:pt modelId="{EC05F70C-BD86-4BEB-AF86-377489D9198C}">
      <dgm:prSet phldrT="[Text]" custT="1"/>
      <dgm:spPr>
        <a:solidFill>
          <a:schemeClr val="accent6">
            <a:lumMod val="20000"/>
            <a:lumOff val="80000"/>
          </a:schemeClr>
        </a:solidFill>
        <a:ln>
          <a:noFill/>
        </a:ln>
      </dgm:spPr>
      <dgm:t>
        <a:bodyPr/>
        <a:lstStyle/>
        <a:p>
          <a:endParaRPr lang="en-GB" sz="800"/>
        </a:p>
      </dgm:t>
    </dgm:pt>
    <dgm:pt modelId="{EDF2F1C6-1FD5-4887-8D74-7A7CF95C4706}" type="parTrans" cxnId="{96C03D7C-DAD6-49DD-892E-941FD86ADCBA}">
      <dgm:prSet/>
      <dgm:spPr/>
      <dgm:t>
        <a:bodyPr/>
        <a:lstStyle/>
        <a:p>
          <a:endParaRPr lang="en-GB"/>
        </a:p>
      </dgm:t>
    </dgm:pt>
    <dgm:pt modelId="{C10B3B67-97E7-4F2B-8591-F02F436A31F7}" type="sibTrans" cxnId="{96C03D7C-DAD6-49DD-892E-941FD86ADCBA}">
      <dgm:prSet/>
      <dgm:spPr/>
      <dgm:t>
        <a:bodyPr/>
        <a:lstStyle/>
        <a:p>
          <a:endParaRPr lang="en-GB"/>
        </a:p>
      </dgm:t>
    </dgm:pt>
    <dgm:pt modelId="{DF0F6825-DF12-4F31-96D3-83BA74149B42}">
      <dgm:prSet phldrT="[Text]" custT="1"/>
      <dgm:spPr>
        <a:solidFill>
          <a:schemeClr val="accent6">
            <a:lumMod val="20000"/>
            <a:lumOff val="80000"/>
          </a:schemeClr>
        </a:solidFill>
        <a:ln>
          <a:noFill/>
        </a:ln>
      </dgm:spPr>
      <dgm:t>
        <a:bodyPr/>
        <a:lstStyle/>
        <a:p>
          <a:r>
            <a:rPr lang="en-GB" sz="800"/>
            <a:t>5 Year DC Strategy</a:t>
          </a:r>
        </a:p>
      </dgm:t>
    </dgm:pt>
    <dgm:pt modelId="{8266A661-00CD-443D-8398-00EC28E3CC3D}" type="parTrans" cxnId="{6BFACACE-A564-4258-A7FD-4CD64DB1EB9C}">
      <dgm:prSet/>
      <dgm:spPr/>
      <dgm:t>
        <a:bodyPr/>
        <a:lstStyle/>
        <a:p>
          <a:endParaRPr lang="en-US"/>
        </a:p>
      </dgm:t>
    </dgm:pt>
    <dgm:pt modelId="{27448AA4-5B90-4F3E-BCC1-1655A601717A}" type="sibTrans" cxnId="{6BFACACE-A564-4258-A7FD-4CD64DB1EB9C}">
      <dgm:prSet/>
      <dgm:spPr/>
      <dgm:t>
        <a:bodyPr/>
        <a:lstStyle/>
        <a:p>
          <a:endParaRPr lang="en-US"/>
        </a:p>
      </dgm:t>
    </dgm:pt>
    <dgm:pt modelId="{0A336B00-8082-4814-AAAE-79C4FF2452BA}">
      <dgm:prSet phldrT="[Text]" custT="1"/>
      <dgm:spPr>
        <a:solidFill>
          <a:schemeClr val="accent6">
            <a:lumMod val="20000"/>
            <a:lumOff val="80000"/>
          </a:schemeClr>
        </a:solidFill>
        <a:ln>
          <a:noFill/>
        </a:ln>
      </dgm:spPr>
      <dgm:t>
        <a:bodyPr/>
        <a:lstStyle/>
        <a:p>
          <a:endParaRPr lang="en-GB" sz="800"/>
        </a:p>
      </dgm:t>
    </dgm:pt>
    <dgm:pt modelId="{06F7F318-3631-4FE9-8BFA-1E057FC0B014}" type="parTrans" cxnId="{05071118-1FE2-463B-8EF1-7B19BBED30EA}">
      <dgm:prSet/>
      <dgm:spPr/>
      <dgm:t>
        <a:bodyPr/>
        <a:lstStyle/>
        <a:p>
          <a:endParaRPr lang="en-US"/>
        </a:p>
      </dgm:t>
    </dgm:pt>
    <dgm:pt modelId="{411DEF42-DE25-43D9-96AE-4B10252B4AA1}" type="sibTrans" cxnId="{05071118-1FE2-463B-8EF1-7B19BBED30EA}">
      <dgm:prSet/>
      <dgm:spPr/>
      <dgm:t>
        <a:bodyPr/>
        <a:lstStyle/>
        <a:p>
          <a:endParaRPr lang="en-US"/>
        </a:p>
      </dgm:t>
    </dgm:pt>
    <dgm:pt modelId="{4B8B826C-AFAA-436A-B54A-B5C6FA84EA5B}">
      <dgm:prSet custT="1"/>
      <dgm:spPr/>
      <dgm:t>
        <a:bodyPr/>
        <a:lstStyle/>
        <a:p>
          <a:endParaRPr lang="en-US" sz="800"/>
        </a:p>
      </dgm:t>
    </dgm:pt>
    <dgm:pt modelId="{85FAAC9C-B0E7-42D8-BA9C-570B9A59BE13}" type="parTrans" cxnId="{0A7245FB-AF47-4C0A-89C7-B5F1E809E3E9}">
      <dgm:prSet/>
      <dgm:spPr/>
      <dgm:t>
        <a:bodyPr/>
        <a:lstStyle/>
        <a:p>
          <a:endParaRPr lang="en-US"/>
        </a:p>
      </dgm:t>
    </dgm:pt>
    <dgm:pt modelId="{DA0A3252-B45A-4D95-9173-D34A423A5613}" type="sibTrans" cxnId="{0A7245FB-AF47-4C0A-89C7-B5F1E809E3E9}">
      <dgm:prSet/>
      <dgm:spPr/>
      <dgm:t>
        <a:bodyPr/>
        <a:lstStyle/>
        <a:p>
          <a:endParaRPr lang="en-US"/>
        </a:p>
      </dgm:t>
    </dgm:pt>
    <dgm:pt modelId="{2921B3FD-1F92-4EB6-B0D5-6887B555B02C}">
      <dgm:prSet phldrT="[Text]" custT="1"/>
      <dgm:spPr>
        <a:solidFill>
          <a:schemeClr val="accent6">
            <a:lumMod val="20000"/>
            <a:lumOff val="80000"/>
          </a:schemeClr>
        </a:solidFill>
        <a:ln>
          <a:noFill/>
        </a:ln>
      </dgm:spPr>
      <dgm:t>
        <a:bodyPr/>
        <a:lstStyle/>
        <a:p>
          <a:pPr>
            <a:buFont typeface="Arial" panose="020B0604020202020204" pitchFamily="34" charset="0"/>
            <a:buChar char="•"/>
          </a:pPr>
          <a:endParaRPr lang="en-GB" sz="800"/>
        </a:p>
      </dgm:t>
    </dgm:pt>
    <dgm:pt modelId="{A97E0A1F-74E7-43FC-BEAD-3105E1E94608}" type="parTrans" cxnId="{6809C865-DFF4-43C3-A00C-BA18E6DCA2AB}">
      <dgm:prSet/>
      <dgm:spPr/>
      <dgm:t>
        <a:bodyPr/>
        <a:lstStyle/>
        <a:p>
          <a:endParaRPr lang="en-US"/>
        </a:p>
      </dgm:t>
    </dgm:pt>
    <dgm:pt modelId="{A872CE98-CDDA-4CA0-BBA3-F10DC8C8EF89}" type="sibTrans" cxnId="{6809C865-DFF4-43C3-A00C-BA18E6DCA2AB}">
      <dgm:prSet/>
      <dgm:spPr/>
      <dgm:t>
        <a:bodyPr/>
        <a:lstStyle/>
        <a:p>
          <a:endParaRPr lang="en-US"/>
        </a:p>
      </dgm:t>
    </dgm:pt>
    <dgm:pt modelId="{1494AD4D-7CCC-4CA9-ADA8-2698C8A16112}">
      <dgm:prSet phldrT="[Text]" custT="1"/>
      <dgm:spPr>
        <a:solidFill>
          <a:schemeClr val="accent6">
            <a:lumMod val="20000"/>
            <a:lumOff val="80000"/>
          </a:schemeClr>
        </a:solidFill>
        <a:ln>
          <a:noFill/>
        </a:ln>
      </dgm:spPr>
      <dgm:t>
        <a:bodyPr/>
        <a:lstStyle/>
        <a:p>
          <a:pPr>
            <a:buFont typeface="Arial" panose="020B0604020202020204" pitchFamily="34" charset="0"/>
            <a:buChar char="•"/>
          </a:pPr>
          <a:r>
            <a:rPr lang="en-GB" sz="800"/>
            <a:t>5 Year DC Strategy</a:t>
          </a:r>
        </a:p>
      </dgm:t>
    </dgm:pt>
    <dgm:pt modelId="{14BB6BD3-FFBF-4B27-BD90-BE7D17FD0970}" type="sibTrans" cxnId="{6206E084-759C-48AC-97D6-94B9F8B2C734}">
      <dgm:prSet/>
      <dgm:spPr/>
      <dgm:t>
        <a:bodyPr/>
        <a:lstStyle/>
        <a:p>
          <a:endParaRPr lang="en-GB"/>
        </a:p>
      </dgm:t>
    </dgm:pt>
    <dgm:pt modelId="{6770035E-5DE2-4322-A291-F3A3C2427FA3}" type="parTrans" cxnId="{6206E084-759C-48AC-97D6-94B9F8B2C734}">
      <dgm:prSet/>
      <dgm:spPr/>
      <dgm:t>
        <a:bodyPr/>
        <a:lstStyle/>
        <a:p>
          <a:endParaRPr lang="en-GB"/>
        </a:p>
      </dgm:t>
    </dgm:pt>
    <dgm:pt modelId="{B55FD80A-C153-454F-8334-6B63D381B31D}">
      <dgm:prSet custT="1"/>
      <dgm:spPr>
        <a:solidFill>
          <a:schemeClr val="accent6">
            <a:lumMod val="20000"/>
            <a:lumOff val="80000"/>
          </a:schemeClr>
        </a:solidFill>
        <a:ln>
          <a:noFill/>
        </a:ln>
      </dgm:spPr>
      <dgm:t>
        <a:bodyPr/>
        <a:lstStyle/>
        <a:p>
          <a:r>
            <a:rPr lang="en-GB" sz="800"/>
            <a:t>5 Year DC Strategy</a:t>
          </a:r>
        </a:p>
      </dgm:t>
    </dgm:pt>
    <dgm:pt modelId="{ED6C3C42-E48C-8F4F-AB02-12FADB18D5DD}" type="parTrans" cxnId="{C8A690EE-EA89-FB4C-AB9D-CD1DED382BE9}">
      <dgm:prSet/>
      <dgm:spPr/>
      <dgm:t>
        <a:bodyPr/>
        <a:lstStyle/>
        <a:p>
          <a:endParaRPr lang="en-US"/>
        </a:p>
      </dgm:t>
    </dgm:pt>
    <dgm:pt modelId="{B02D5179-690C-B046-AC42-D1FD90B636F3}" type="sibTrans" cxnId="{C8A690EE-EA89-FB4C-AB9D-CD1DED382BE9}">
      <dgm:prSet/>
      <dgm:spPr/>
      <dgm:t>
        <a:bodyPr/>
        <a:lstStyle/>
        <a:p>
          <a:endParaRPr lang="en-US"/>
        </a:p>
      </dgm:t>
    </dgm:pt>
    <dgm:pt modelId="{36C6F2A7-C5E3-4561-ABF1-EAD34C41222A}">
      <dgm:prSet phldrT="[Text]" custT="1"/>
      <dgm:spPr>
        <a:solidFill>
          <a:schemeClr val="accent6">
            <a:lumMod val="20000"/>
            <a:lumOff val="80000"/>
          </a:schemeClr>
        </a:solidFill>
        <a:ln>
          <a:noFill/>
        </a:ln>
      </dgm:spPr>
      <dgm:t>
        <a:bodyPr/>
        <a:lstStyle/>
        <a:p>
          <a:pPr>
            <a:buFont typeface="Arial" panose="020B0604020202020204" pitchFamily="34" charset="0"/>
            <a:buChar char="•"/>
          </a:pPr>
          <a:r>
            <a:rPr lang="en-GB" sz="800"/>
            <a:t>Mitigate Infrastructure Risks</a:t>
          </a:r>
        </a:p>
      </dgm:t>
    </dgm:pt>
    <dgm:pt modelId="{2E642E7F-DB80-451A-B01E-057D9F7BC291}" type="sibTrans" cxnId="{64089195-5B67-45DB-B19D-8B3D9D54BF6B}">
      <dgm:prSet/>
      <dgm:spPr/>
      <dgm:t>
        <a:bodyPr/>
        <a:lstStyle/>
        <a:p>
          <a:endParaRPr lang="en-GB"/>
        </a:p>
      </dgm:t>
    </dgm:pt>
    <dgm:pt modelId="{3D93ECB6-DD98-4B5D-B616-530E57B25ADB}" type="parTrans" cxnId="{64089195-5B67-45DB-B19D-8B3D9D54BF6B}">
      <dgm:prSet/>
      <dgm:spPr/>
      <dgm:t>
        <a:bodyPr/>
        <a:lstStyle/>
        <a:p>
          <a:endParaRPr lang="en-GB"/>
        </a:p>
      </dgm:t>
    </dgm:pt>
    <dgm:pt modelId="{4B27A008-CB7E-4A55-B333-7F040E7561C9}">
      <dgm:prSet phldrT="[Text]" custT="1"/>
      <dgm:spPr>
        <a:solidFill>
          <a:schemeClr val="accent6">
            <a:lumMod val="20000"/>
            <a:lumOff val="80000"/>
          </a:schemeClr>
        </a:solidFill>
        <a:ln>
          <a:noFill/>
        </a:ln>
      </dgm:spPr>
      <dgm:t>
        <a:bodyPr/>
        <a:lstStyle/>
        <a:p>
          <a:pPr>
            <a:buFont typeface="Arial" panose="020B0604020202020204" pitchFamily="34" charset="0"/>
            <a:buChar char="•"/>
          </a:pPr>
          <a:r>
            <a:rPr lang="en-GB" sz="800"/>
            <a:t>Optimize Direct Costs</a:t>
          </a:r>
        </a:p>
      </dgm:t>
    </dgm:pt>
    <dgm:pt modelId="{4730FED8-3ADE-42FA-BBCE-5F6CC990E871}" type="sibTrans" cxnId="{3E5115FB-1634-409F-9B47-BCBD5D70A282}">
      <dgm:prSet/>
      <dgm:spPr/>
      <dgm:t>
        <a:bodyPr/>
        <a:lstStyle/>
        <a:p>
          <a:endParaRPr lang="en-US"/>
        </a:p>
      </dgm:t>
    </dgm:pt>
    <dgm:pt modelId="{180B7EB8-4100-43FE-AE9E-DCA894DB84C5}" type="parTrans" cxnId="{3E5115FB-1634-409F-9B47-BCBD5D70A282}">
      <dgm:prSet/>
      <dgm:spPr/>
      <dgm:t>
        <a:bodyPr/>
        <a:lstStyle/>
        <a:p>
          <a:endParaRPr lang="en-US"/>
        </a:p>
      </dgm:t>
    </dgm:pt>
    <dgm:pt modelId="{6F371B0F-E39B-BB4A-A9F0-8431B444D1E0}">
      <dgm:prSet custT="1"/>
      <dgm:spPr>
        <a:solidFill>
          <a:schemeClr val="accent6">
            <a:lumMod val="20000"/>
            <a:lumOff val="80000"/>
          </a:schemeClr>
        </a:solidFill>
        <a:ln>
          <a:noFill/>
        </a:ln>
      </dgm:spPr>
      <dgm:t>
        <a:bodyPr/>
        <a:lstStyle/>
        <a:p>
          <a:endParaRPr lang="en-GB" sz="800"/>
        </a:p>
      </dgm:t>
    </dgm:pt>
    <dgm:pt modelId="{EEBCB173-EAA7-C241-AA88-E8F63D803841}" type="parTrans" cxnId="{246F8A91-6534-0940-A617-B752A271F2E2}">
      <dgm:prSet/>
      <dgm:spPr/>
      <dgm:t>
        <a:bodyPr/>
        <a:lstStyle/>
        <a:p>
          <a:endParaRPr lang="en-US"/>
        </a:p>
      </dgm:t>
    </dgm:pt>
    <dgm:pt modelId="{EE1E0C2D-01DD-A547-BA5B-6FFD569B10DD}" type="sibTrans" cxnId="{246F8A91-6534-0940-A617-B752A271F2E2}">
      <dgm:prSet/>
      <dgm:spPr/>
      <dgm:t>
        <a:bodyPr/>
        <a:lstStyle/>
        <a:p>
          <a:endParaRPr lang="en-US"/>
        </a:p>
      </dgm:t>
    </dgm:pt>
    <dgm:pt modelId="{D926B3B8-84A5-8F48-9596-710408A9E888}">
      <dgm:prSet custT="1"/>
      <dgm:spPr>
        <a:solidFill>
          <a:schemeClr val="accent6">
            <a:lumMod val="20000"/>
            <a:lumOff val="80000"/>
          </a:schemeClr>
        </a:solidFill>
        <a:ln>
          <a:noFill/>
        </a:ln>
      </dgm:spPr>
      <dgm:t>
        <a:bodyPr/>
        <a:lstStyle/>
        <a:p>
          <a:pPr>
            <a:buFont typeface="Arial" panose="020B0604020202020204" pitchFamily="34" charset="0"/>
            <a:buChar char="•"/>
          </a:pPr>
          <a:endParaRPr lang="en-GB" sz="800"/>
        </a:p>
      </dgm:t>
    </dgm:pt>
    <dgm:pt modelId="{CE88CCBE-A55A-534D-B417-4B6C154C06B8}" type="parTrans" cxnId="{91751220-4677-204C-82A5-018BB65D65BE}">
      <dgm:prSet/>
      <dgm:spPr/>
      <dgm:t>
        <a:bodyPr/>
        <a:lstStyle/>
        <a:p>
          <a:endParaRPr lang="en-US"/>
        </a:p>
      </dgm:t>
    </dgm:pt>
    <dgm:pt modelId="{9730A59E-B54E-D04F-9239-66EBE0992216}" type="sibTrans" cxnId="{91751220-4677-204C-82A5-018BB65D65BE}">
      <dgm:prSet/>
      <dgm:spPr/>
      <dgm:t>
        <a:bodyPr/>
        <a:lstStyle/>
        <a:p>
          <a:endParaRPr lang="en-US"/>
        </a:p>
      </dgm:t>
    </dgm:pt>
    <dgm:pt modelId="{3130E3F4-83FB-FE48-9AA5-D91C7D2FAE55}">
      <dgm:prSet phldrT="[Text]" custT="1"/>
      <dgm:spPr>
        <a:solidFill>
          <a:schemeClr val="accent6">
            <a:lumMod val="20000"/>
            <a:lumOff val="80000"/>
          </a:schemeClr>
        </a:solidFill>
        <a:ln>
          <a:noFill/>
        </a:ln>
      </dgm:spPr>
      <dgm:t>
        <a:bodyPr/>
        <a:lstStyle/>
        <a:p>
          <a:endParaRPr lang="en-GB" sz="800"/>
        </a:p>
      </dgm:t>
    </dgm:pt>
    <dgm:pt modelId="{1E9E38A5-1630-5145-A511-3A8F36A88CB8}" type="parTrans" cxnId="{55CDCF8F-7C07-2C4B-9551-B42BBB437F30}">
      <dgm:prSet/>
      <dgm:spPr/>
      <dgm:t>
        <a:bodyPr/>
        <a:lstStyle/>
        <a:p>
          <a:endParaRPr lang="en-US"/>
        </a:p>
      </dgm:t>
    </dgm:pt>
    <dgm:pt modelId="{5C1F125E-50D0-6241-8B9E-660FA6A6B0A7}" type="sibTrans" cxnId="{55CDCF8F-7C07-2C4B-9551-B42BBB437F30}">
      <dgm:prSet/>
      <dgm:spPr/>
      <dgm:t>
        <a:bodyPr/>
        <a:lstStyle/>
        <a:p>
          <a:endParaRPr lang="en-US"/>
        </a:p>
      </dgm:t>
    </dgm:pt>
    <dgm:pt modelId="{2EE7C3D3-EF60-0E46-A331-B00FC2B5753B}">
      <dgm:prSet custT="1"/>
      <dgm:spPr/>
      <dgm:t>
        <a:bodyPr/>
        <a:lstStyle/>
        <a:p>
          <a:pPr>
            <a:buFont typeface="Arial" panose="020B0604020202020204" pitchFamily="34" charset="0"/>
            <a:buChar char="•"/>
          </a:pPr>
          <a:endParaRPr lang="en-US" sz="800"/>
        </a:p>
      </dgm:t>
    </dgm:pt>
    <dgm:pt modelId="{BB29D2B4-D9EF-FE47-98A9-088F884112E7}" type="parTrans" cxnId="{09AED23F-2F20-B045-A0EC-4888148D49C9}">
      <dgm:prSet/>
      <dgm:spPr/>
      <dgm:t>
        <a:bodyPr/>
        <a:lstStyle/>
        <a:p>
          <a:endParaRPr lang="en-US"/>
        </a:p>
      </dgm:t>
    </dgm:pt>
    <dgm:pt modelId="{CB45F6D3-0393-CB4B-9210-6CC9122E84DD}" type="sibTrans" cxnId="{09AED23F-2F20-B045-A0EC-4888148D49C9}">
      <dgm:prSet/>
      <dgm:spPr/>
      <dgm:t>
        <a:bodyPr/>
        <a:lstStyle/>
        <a:p>
          <a:endParaRPr lang="en-US"/>
        </a:p>
      </dgm:t>
    </dgm:pt>
    <dgm:pt modelId="{1442A3BA-6B81-4769-9819-422941515D9C}">
      <dgm:prSet custT="1"/>
      <dgm:spPr/>
      <dgm:t>
        <a:bodyPr/>
        <a:lstStyle/>
        <a:p>
          <a:r>
            <a:rPr lang="en-GB" sz="800"/>
            <a:t>Mitigate Infrastructure Risks</a:t>
          </a:r>
        </a:p>
      </dgm:t>
    </dgm:pt>
    <dgm:pt modelId="{340E7BE0-85E6-4F1A-A857-5757E82F3F81}" type="parTrans" cxnId="{C929FED6-942A-4078-8334-27576648150D}">
      <dgm:prSet/>
      <dgm:spPr/>
      <dgm:t>
        <a:bodyPr/>
        <a:lstStyle/>
        <a:p>
          <a:endParaRPr lang="en-US"/>
        </a:p>
      </dgm:t>
    </dgm:pt>
    <dgm:pt modelId="{0FB39568-200A-4ABA-AF97-67115BDE5A57}" type="sibTrans" cxnId="{C929FED6-942A-4078-8334-27576648150D}">
      <dgm:prSet/>
      <dgm:spPr/>
      <dgm:t>
        <a:bodyPr/>
        <a:lstStyle/>
        <a:p>
          <a:endParaRPr lang="en-US"/>
        </a:p>
      </dgm:t>
    </dgm:pt>
    <dgm:pt modelId="{F1BB2537-9B11-4835-AA26-502C41B09272}">
      <dgm:prSet custT="1"/>
      <dgm:spPr/>
      <dgm:t>
        <a:bodyPr/>
        <a:lstStyle/>
        <a:p>
          <a:r>
            <a:rPr lang="en-GB" sz="800"/>
            <a:t>Optimize Direct Costs</a:t>
          </a:r>
        </a:p>
      </dgm:t>
    </dgm:pt>
    <dgm:pt modelId="{2DD4DA26-F8E9-4297-AC99-B6BC81875F4F}" type="parTrans" cxnId="{F9509CBC-D6CB-4AD6-844E-C893C0D1E66B}">
      <dgm:prSet/>
      <dgm:spPr/>
      <dgm:t>
        <a:bodyPr/>
        <a:lstStyle/>
        <a:p>
          <a:endParaRPr lang="en-US"/>
        </a:p>
      </dgm:t>
    </dgm:pt>
    <dgm:pt modelId="{C175A8A7-2770-49C1-8853-4472C5B65636}" type="sibTrans" cxnId="{F9509CBC-D6CB-4AD6-844E-C893C0D1E66B}">
      <dgm:prSet/>
      <dgm:spPr/>
      <dgm:t>
        <a:bodyPr/>
        <a:lstStyle/>
        <a:p>
          <a:endParaRPr lang="en-US"/>
        </a:p>
      </dgm:t>
    </dgm:pt>
    <dgm:pt modelId="{9938DC2F-BABD-4BBA-A844-4E53C2E3D05B}">
      <dgm:prSet custT="1"/>
      <dgm:spPr/>
      <dgm:t>
        <a:bodyPr/>
        <a:lstStyle/>
        <a:p>
          <a:r>
            <a:rPr lang="en-GB" sz="800"/>
            <a:t>Mitigate Infrastructure Risks</a:t>
          </a:r>
        </a:p>
      </dgm:t>
    </dgm:pt>
    <dgm:pt modelId="{EE6FBB9E-CFDD-42FC-9495-7ADED03BEB1E}" type="parTrans" cxnId="{FECFB856-DFFD-498A-AB87-8428D12D639C}">
      <dgm:prSet/>
      <dgm:spPr/>
      <dgm:t>
        <a:bodyPr/>
        <a:lstStyle/>
        <a:p>
          <a:endParaRPr lang="en-US"/>
        </a:p>
      </dgm:t>
    </dgm:pt>
    <dgm:pt modelId="{A4D3F856-F35A-42A7-9426-8BBA12A93DF9}" type="sibTrans" cxnId="{FECFB856-DFFD-498A-AB87-8428D12D639C}">
      <dgm:prSet/>
      <dgm:spPr/>
      <dgm:t>
        <a:bodyPr/>
        <a:lstStyle/>
        <a:p>
          <a:endParaRPr lang="en-US"/>
        </a:p>
      </dgm:t>
    </dgm:pt>
    <dgm:pt modelId="{1D36EF9B-7D4F-4FA6-8F0D-03F6D3CB17C8}">
      <dgm:prSet custT="1"/>
      <dgm:spPr/>
      <dgm:t>
        <a:bodyPr/>
        <a:lstStyle/>
        <a:p>
          <a:r>
            <a:rPr lang="en-GB" sz="800"/>
            <a:t>Optimize Direct Costs</a:t>
          </a:r>
        </a:p>
      </dgm:t>
    </dgm:pt>
    <dgm:pt modelId="{9BB7BEC8-9D5E-4A36-9312-E69F9048F97A}" type="parTrans" cxnId="{C33CFB6C-F98F-42F9-9312-19E2708081B1}">
      <dgm:prSet/>
      <dgm:spPr/>
      <dgm:t>
        <a:bodyPr/>
        <a:lstStyle/>
        <a:p>
          <a:endParaRPr lang="en-US"/>
        </a:p>
      </dgm:t>
    </dgm:pt>
    <dgm:pt modelId="{7CB3A78C-3E6D-4646-A119-7D715A2A44E2}" type="sibTrans" cxnId="{C33CFB6C-F98F-42F9-9312-19E2708081B1}">
      <dgm:prSet/>
      <dgm:spPr/>
      <dgm:t>
        <a:bodyPr/>
        <a:lstStyle/>
        <a:p>
          <a:endParaRPr lang="en-US"/>
        </a:p>
      </dgm:t>
    </dgm:pt>
    <dgm:pt modelId="{6C0D79B2-5054-41EC-BFF2-1D9356C1B637}">
      <dgm:prSet custT="1"/>
      <dgm:spPr/>
      <dgm:t>
        <a:bodyPr/>
        <a:lstStyle/>
        <a:p>
          <a:pPr>
            <a:buFont typeface="Arial" panose="020B0604020202020204" pitchFamily="34" charset="0"/>
            <a:buChar char="•"/>
          </a:pPr>
          <a:r>
            <a:rPr lang="en-GB" sz="800"/>
            <a:t>Mitigate Infrastructure Risks</a:t>
          </a:r>
        </a:p>
      </dgm:t>
    </dgm:pt>
    <dgm:pt modelId="{4293A230-213D-4018-972C-4E2131313F58}" type="parTrans" cxnId="{544EED02-9F67-4B53-83AB-005EEC0CD173}">
      <dgm:prSet/>
      <dgm:spPr/>
      <dgm:t>
        <a:bodyPr/>
        <a:lstStyle/>
        <a:p>
          <a:endParaRPr lang="en-US"/>
        </a:p>
      </dgm:t>
    </dgm:pt>
    <dgm:pt modelId="{8935E702-2A08-4A97-91AF-F39C20A465BF}" type="sibTrans" cxnId="{544EED02-9F67-4B53-83AB-005EEC0CD173}">
      <dgm:prSet/>
      <dgm:spPr/>
      <dgm:t>
        <a:bodyPr/>
        <a:lstStyle/>
        <a:p>
          <a:endParaRPr lang="en-US"/>
        </a:p>
      </dgm:t>
    </dgm:pt>
    <dgm:pt modelId="{5280021D-1F3F-44E0-9EE8-36BCBC28109B}">
      <dgm:prSet custT="1"/>
      <dgm:spPr/>
      <dgm:t>
        <a:bodyPr/>
        <a:lstStyle/>
        <a:p>
          <a:pPr>
            <a:buFont typeface="Arial" panose="020B0604020202020204" pitchFamily="34" charset="0"/>
            <a:buChar char="•"/>
          </a:pPr>
          <a:r>
            <a:rPr lang="en-GB" sz="800"/>
            <a:t>Optimize Direct Costs</a:t>
          </a:r>
        </a:p>
      </dgm:t>
    </dgm:pt>
    <dgm:pt modelId="{7B74D699-649A-4E4B-AE69-00BBEDD978E8}" type="parTrans" cxnId="{9D9D9DD3-F2F7-4744-A5AD-38D625D24A00}">
      <dgm:prSet/>
      <dgm:spPr/>
      <dgm:t>
        <a:bodyPr/>
        <a:lstStyle/>
        <a:p>
          <a:endParaRPr lang="en-US"/>
        </a:p>
      </dgm:t>
    </dgm:pt>
    <dgm:pt modelId="{59C3EA00-0B91-4398-AD11-C4ACA21DA08E}" type="sibTrans" cxnId="{9D9D9DD3-F2F7-4744-A5AD-38D625D24A00}">
      <dgm:prSet/>
      <dgm:spPr/>
      <dgm:t>
        <a:bodyPr/>
        <a:lstStyle/>
        <a:p>
          <a:endParaRPr lang="en-US"/>
        </a:p>
      </dgm:t>
    </dgm:pt>
    <dgm:pt modelId="{25A913F6-1796-44E2-86F5-34ED72C8724E}" type="pres">
      <dgm:prSet presAssocID="{D461267C-AAFC-4A04-B453-10BFCA9E3A78}" presName="theList" presStyleCnt="0">
        <dgm:presLayoutVars>
          <dgm:dir/>
          <dgm:animLvl val="lvl"/>
          <dgm:resizeHandles val="exact"/>
        </dgm:presLayoutVars>
      </dgm:prSet>
      <dgm:spPr/>
    </dgm:pt>
    <dgm:pt modelId="{5DFF7897-A45B-4A05-A53C-480927982C02}" type="pres">
      <dgm:prSet presAssocID="{005C1547-99FD-4E37-88D7-60AB84BCEA6D}" presName="compNode" presStyleCnt="0"/>
      <dgm:spPr/>
    </dgm:pt>
    <dgm:pt modelId="{F71992BA-4E83-4A4A-B9D8-DF5E267C38B0}" type="pres">
      <dgm:prSet presAssocID="{005C1547-99FD-4E37-88D7-60AB84BCEA6D}" presName="noGeometry" presStyleCnt="0"/>
      <dgm:spPr/>
    </dgm:pt>
    <dgm:pt modelId="{B4484374-F97E-4A0D-B524-7BF82DA70716}" type="pres">
      <dgm:prSet presAssocID="{005C1547-99FD-4E37-88D7-60AB84BCEA6D}" presName="childTextVisible" presStyleLbl="bgAccFollowNode1" presStyleIdx="0" presStyleCnt="4">
        <dgm:presLayoutVars>
          <dgm:bulletEnabled val="1"/>
        </dgm:presLayoutVars>
      </dgm:prSet>
      <dgm:spPr/>
    </dgm:pt>
    <dgm:pt modelId="{DAB6A6D2-D462-4E24-8933-19BD0A3B8D8B}" type="pres">
      <dgm:prSet presAssocID="{005C1547-99FD-4E37-88D7-60AB84BCEA6D}" presName="childTextHidden" presStyleLbl="bgAccFollowNode1" presStyleIdx="0" presStyleCnt="4"/>
      <dgm:spPr/>
    </dgm:pt>
    <dgm:pt modelId="{F8992835-E712-4E11-B253-812CDA2F4A9F}" type="pres">
      <dgm:prSet presAssocID="{005C1547-99FD-4E37-88D7-60AB84BCEA6D}" presName="parentText" presStyleLbl="node1" presStyleIdx="0" presStyleCnt="4">
        <dgm:presLayoutVars>
          <dgm:chMax val="1"/>
          <dgm:bulletEnabled val="1"/>
        </dgm:presLayoutVars>
      </dgm:prSet>
      <dgm:spPr/>
    </dgm:pt>
    <dgm:pt modelId="{997B86B2-1CD7-41B6-A03A-04C51334E035}" type="pres">
      <dgm:prSet presAssocID="{005C1547-99FD-4E37-88D7-60AB84BCEA6D}" presName="aSpace" presStyleCnt="0"/>
      <dgm:spPr/>
    </dgm:pt>
    <dgm:pt modelId="{098967BF-8C35-4AD7-9E58-1420868166BE}" type="pres">
      <dgm:prSet presAssocID="{0F507754-2CDB-4CDE-BBA1-7653E69014B8}" presName="compNode" presStyleCnt="0"/>
      <dgm:spPr/>
    </dgm:pt>
    <dgm:pt modelId="{335371D7-0293-4547-9202-4418F89086F6}" type="pres">
      <dgm:prSet presAssocID="{0F507754-2CDB-4CDE-BBA1-7653E69014B8}" presName="noGeometry" presStyleCnt="0"/>
      <dgm:spPr/>
    </dgm:pt>
    <dgm:pt modelId="{0B4B5FA3-4F31-4EF6-8F5D-F62F50985C31}" type="pres">
      <dgm:prSet presAssocID="{0F507754-2CDB-4CDE-BBA1-7653E69014B8}" presName="childTextVisible" presStyleLbl="bgAccFollowNode1" presStyleIdx="1" presStyleCnt="4" custLinFactNeighborX="-279" custLinFactNeighborY="4029">
        <dgm:presLayoutVars>
          <dgm:bulletEnabled val="1"/>
        </dgm:presLayoutVars>
      </dgm:prSet>
      <dgm:spPr/>
    </dgm:pt>
    <dgm:pt modelId="{C3556303-A264-428D-A6C5-86980E0893FA}" type="pres">
      <dgm:prSet presAssocID="{0F507754-2CDB-4CDE-BBA1-7653E69014B8}" presName="childTextHidden" presStyleLbl="bgAccFollowNode1" presStyleIdx="1" presStyleCnt="4"/>
      <dgm:spPr/>
    </dgm:pt>
    <dgm:pt modelId="{87A2D63B-EA13-41CD-A82C-BDD669DBC70C}" type="pres">
      <dgm:prSet presAssocID="{0F507754-2CDB-4CDE-BBA1-7653E69014B8}" presName="parentText" presStyleLbl="node1" presStyleIdx="1" presStyleCnt="4" custLinFactNeighborX="56" custLinFactNeighborY="10185">
        <dgm:presLayoutVars>
          <dgm:chMax val="1"/>
          <dgm:bulletEnabled val="1"/>
        </dgm:presLayoutVars>
      </dgm:prSet>
      <dgm:spPr/>
    </dgm:pt>
    <dgm:pt modelId="{EDA26482-546D-4479-9AEC-EF0EA02C2180}" type="pres">
      <dgm:prSet presAssocID="{0F507754-2CDB-4CDE-BBA1-7653E69014B8}" presName="aSpace" presStyleCnt="0"/>
      <dgm:spPr/>
    </dgm:pt>
    <dgm:pt modelId="{6A90C15B-3C9B-45EF-8C0F-AC5BA2DD0A91}" type="pres">
      <dgm:prSet presAssocID="{BA579838-0413-4577-A182-FF80F5549516}" presName="compNode" presStyleCnt="0"/>
      <dgm:spPr/>
    </dgm:pt>
    <dgm:pt modelId="{66FCE5C4-75CE-4371-AB3F-5FE8C8237DFA}" type="pres">
      <dgm:prSet presAssocID="{BA579838-0413-4577-A182-FF80F5549516}" presName="noGeometry" presStyleCnt="0"/>
      <dgm:spPr/>
    </dgm:pt>
    <dgm:pt modelId="{873A3858-4FA5-47AC-BB0F-F1B6227873BA}" type="pres">
      <dgm:prSet presAssocID="{BA579838-0413-4577-A182-FF80F5549516}" presName="childTextVisible" presStyleLbl="bgAccFollowNode1" presStyleIdx="2" presStyleCnt="4">
        <dgm:presLayoutVars>
          <dgm:bulletEnabled val="1"/>
        </dgm:presLayoutVars>
      </dgm:prSet>
      <dgm:spPr/>
    </dgm:pt>
    <dgm:pt modelId="{DA9BA91C-2ED7-4DEA-A5ED-3FCF26888626}" type="pres">
      <dgm:prSet presAssocID="{BA579838-0413-4577-A182-FF80F5549516}" presName="childTextHidden" presStyleLbl="bgAccFollowNode1" presStyleIdx="2" presStyleCnt="4"/>
      <dgm:spPr/>
    </dgm:pt>
    <dgm:pt modelId="{3EF928B0-AE40-4CCC-9AC8-7F4622232DB9}" type="pres">
      <dgm:prSet presAssocID="{BA579838-0413-4577-A182-FF80F5549516}" presName="parentText" presStyleLbl="node1" presStyleIdx="2" presStyleCnt="4">
        <dgm:presLayoutVars>
          <dgm:chMax val="1"/>
          <dgm:bulletEnabled val="1"/>
        </dgm:presLayoutVars>
      </dgm:prSet>
      <dgm:spPr/>
    </dgm:pt>
    <dgm:pt modelId="{CF32752F-8D14-4662-AF10-704ED0D9AC3C}" type="pres">
      <dgm:prSet presAssocID="{BA579838-0413-4577-A182-FF80F5549516}" presName="aSpace" presStyleCnt="0"/>
      <dgm:spPr/>
    </dgm:pt>
    <dgm:pt modelId="{BF1976E3-97FE-4777-9836-E1C3E8400EF1}" type="pres">
      <dgm:prSet presAssocID="{C0C37D8D-7A82-4A51-A12C-6255606CE6C1}" presName="compNode" presStyleCnt="0"/>
      <dgm:spPr/>
    </dgm:pt>
    <dgm:pt modelId="{FAFA3233-7BB8-49AE-899E-5CA9CCE68CA8}" type="pres">
      <dgm:prSet presAssocID="{C0C37D8D-7A82-4A51-A12C-6255606CE6C1}" presName="noGeometry" presStyleCnt="0"/>
      <dgm:spPr/>
    </dgm:pt>
    <dgm:pt modelId="{29B467BE-B8B3-4454-8337-651F6FA8D458}" type="pres">
      <dgm:prSet presAssocID="{C0C37D8D-7A82-4A51-A12C-6255606CE6C1}" presName="childTextVisible" presStyleLbl="bgAccFollowNode1" presStyleIdx="3" presStyleCnt="4">
        <dgm:presLayoutVars>
          <dgm:bulletEnabled val="1"/>
        </dgm:presLayoutVars>
      </dgm:prSet>
      <dgm:spPr/>
    </dgm:pt>
    <dgm:pt modelId="{0435D653-E243-4536-B374-BD2656895D1D}" type="pres">
      <dgm:prSet presAssocID="{C0C37D8D-7A82-4A51-A12C-6255606CE6C1}" presName="childTextHidden" presStyleLbl="bgAccFollowNode1" presStyleIdx="3" presStyleCnt="4"/>
      <dgm:spPr/>
    </dgm:pt>
    <dgm:pt modelId="{008EABF7-B564-4A13-BF4D-CB0AEEC77A91}" type="pres">
      <dgm:prSet presAssocID="{C0C37D8D-7A82-4A51-A12C-6255606CE6C1}" presName="parentText" presStyleLbl="node1" presStyleIdx="3" presStyleCnt="4">
        <dgm:presLayoutVars>
          <dgm:chMax val="1"/>
          <dgm:bulletEnabled val="1"/>
        </dgm:presLayoutVars>
      </dgm:prSet>
      <dgm:spPr/>
    </dgm:pt>
  </dgm:ptLst>
  <dgm:cxnLst>
    <dgm:cxn modelId="{544EED02-9F67-4B53-83AB-005EEC0CD173}" srcId="{C0C37D8D-7A82-4A51-A12C-6255606CE6C1}" destId="{6C0D79B2-5054-41EC-BFF2-1D9356C1B637}" srcOrd="2" destOrd="0" parTransId="{4293A230-213D-4018-972C-4E2131313F58}" sibTransId="{8935E702-2A08-4A97-91AF-F39C20A465BF}"/>
    <dgm:cxn modelId="{22B12A05-BB93-4E70-A57A-4C9E36334E03}" srcId="{C0C37D8D-7A82-4A51-A12C-6255606CE6C1}" destId="{272F54DC-F84F-4C4A-8783-BE36B82FC24B}" srcOrd="0" destOrd="0" parTransId="{555F9769-FBC4-433A-A5A4-68A85A30EBC9}" sibTransId="{AC1A4AA7-2F7B-4899-AA96-60466ADB597F}"/>
    <dgm:cxn modelId="{D5AB3D0A-5D6C-48A3-BF04-35C3097096C1}" srcId="{C0C37D8D-7A82-4A51-A12C-6255606CE6C1}" destId="{BCE021E0-50A1-4FBA-8747-3D59FE804B9F}" srcOrd="1" destOrd="0" parTransId="{67DA1074-E633-4BC4-B456-B46B3F2AAE7D}" sibTransId="{CA24B249-CB4E-492A-8AEF-38B140626E85}"/>
    <dgm:cxn modelId="{C44F5A0B-88BE-4626-9714-9B1BB134735B}" type="presOf" srcId="{6C0D79B2-5054-41EC-BFF2-1D9356C1B637}" destId="{29B467BE-B8B3-4454-8337-651F6FA8D458}" srcOrd="0" destOrd="2" presId="urn:microsoft.com/office/officeart/2005/8/layout/hProcess6"/>
    <dgm:cxn modelId="{FC145A0E-94E6-4CF1-8D7E-EC75EC3778AA}" type="presOf" srcId="{272F54DC-F84F-4C4A-8783-BE36B82FC24B}" destId="{29B467BE-B8B3-4454-8337-651F6FA8D458}" srcOrd="0" destOrd="0" presId="urn:microsoft.com/office/officeart/2005/8/layout/hProcess6"/>
    <dgm:cxn modelId="{75E08E12-FA55-1B4E-B260-7E771D13EBA2}" type="presOf" srcId="{D926B3B8-84A5-8F48-9596-710408A9E888}" destId="{0B4B5FA3-4F31-4EF6-8F5D-F62F50985C31}" srcOrd="0" destOrd="4" presId="urn:microsoft.com/office/officeart/2005/8/layout/hProcess6"/>
    <dgm:cxn modelId="{AC786013-98D3-4A8A-B5FD-EDC9C08447EC}" type="presOf" srcId="{DF0F6825-DF12-4F31-96D3-83BA74149B42}" destId="{873A3858-4FA5-47AC-BB0F-F1B6227873BA}" srcOrd="0" destOrd="0" presId="urn:microsoft.com/office/officeart/2005/8/layout/hProcess6"/>
    <dgm:cxn modelId="{B62AE417-1DEE-436B-B222-8364E785BBED}" srcId="{D461267C-AAFC-4A04-B453-10BFCA9E3A78}" destId="{0F507754-2CDB-4CDE-BBA1-7653E69014B8}" srcOrd="1" destOrd="0" parTransId="{1C981ACF-9D2C-47CE-AC21-ABA922DCCCF2}" sibTransId="{9F2FD445-215D-4CCB-A143-77A6D3E7B958}"/>
    <dgm:cxn modelId="{05071118-1FE2-463B-8EF1-7B19BBED30EA}" srcId="{0F507754-2CDB-4CDE-BBA1-7653E69014B8}" destId="{0A336B00-8082-4814-AAAE-79C4FF2452BA}" srcOrd="0" destOrd="0" parTransId="{06F7F318-3631-4FE9-8BFA-1E057FC0B014}" sibTransId="{411DEF42-DE25-43D9-96AE-4B10252B4AA1}"/>
    <dgm:cxn modelId="{270D3E1D-A4BB-4798-A7F1-1EF6BB1676B9}" type="presOf" srcId="{0A336B00-8082-4814-AAAE-79C4FF2452BA}" destId="{0B4B5FA3-4F31-4EF6-8F5D-F62F50985C31}" srcOrd="0" destOrd="0" presId="urn:microsoft.com/office/officeart/2005/8/layout/hProcess6"/>
    <dgm:cxn modelId="{91751220-4677-204C-82A5-018BB65D65BE}" srcId="{0F507754-2CDB-4CDE-BBA1-7653E69014B8}" destId="{D926B3B8-84A5-8F48-9596-710408A9E888}" srcOrd="4" destOrd="0" parTransId="{CE88CCBE-A55A-534D-B417-4B6C154C06B8}" sibTransId="{9730A59E-B54E-D04F-9239-66EBE0992216}"/>
    <dgm:cxn modelId="{5B19EB20-FF20-4EB5-B211-F3AC9F8C4185}" type="presOf" srcId="{1494AD4D-7CCC-4CA9-ADA8-2698C8A16112}" destId="{DAB6A6D2-D462-4E24-8933-19BD0A3B8D8B}" srcOrd="1" destOrd="0" presId="urn:microsoft.com/office/officeart/2005/8/layout/hProcess6"/>
    <dgm:cxn modelId="{8928FE22-DB6A-4DEA-A4B5-8F4FBB321206}" type="presOf" srcId="{DF0F6825-DF12-4F31-96D3-83BA74149B42}" destId="{DA9BA91C-2ED7-4DEA-A5ED-3FCF26888626}" srcOrd="1" destOrd="0" presId="urn:microsoft.com/office/officeart/2005/8/layout/hProcess6"/>
    <dgm:cxn modelId="{20BAE228-094A-4379-A8CA-27981EE056B3}" type="presOf" srcId="{1494AD4D-7CCC-4CA9-ADA8-2698C8A16112}" destId="{B4484374-F97E-4A0D-B524-7BF82DA70716}" srcOrd="0" destOrd="0" presId="urn:microsoft.com/office/officeart/2005/8/layout/hProcess6"/>
    <dgm:cxn modelId="{5A013A37-C052-44B5-90C1-88B5A8566263}" type="presOf" srcId="{0A336B00-8082-4814-AAAE-79C4FF2452BA}" destId="{C3556303-A264-428D-A6C5-86980E0893FA}" srcOrd="1" destOrd="0" presId="urn:microsoft.com/office/officeart/2005/8/layout/hProcess6"/>
    <dgm:cxn modelId="{47C2FC39-A02F-486E-BE6B-5DC352E89651}" type="presOf" srcId="{5280021D-1F3F-44E0-9EE8-36BCBC28109B}" destId="{29B467BE-B8B3-4454-8337-651F6FA8D458}" srcOrd="0" destOrd="3" presId="urn:microsoft.com/office/officeart/2005/8/layout/hProcess6"/>
    <dgm:cxn modelId="{9DF4B23C-127F-4309-88AC-3A704AD1288E}" type="presOf" srcId="{F1BB2537-9B11-4835-AA26-502C41B09272}" destId="{C3556303-A264-428D-A6C5-86980E0893FA}" srcOrd="1" destOrd="3" presId="urn:microsoft.com/office/officeart/2005/8/layout/hProcess6"/>
    <dgm:cxn modelId="{AFB9E13D-4472-E043-A7C5-0682038A7C58}" type="presOf" srcId="{3130E3F4-83FB-FE48-9AA5-D91C7D2FAE55}" destId="{DA9BA91C-2ED7-4DEA-A5ED-3FCF26888626}" srcOrd="1" destOrd="3" presId="urn:microsoft.com/office/officeart/2005/8/layout/hProcess6"/>
    <dgm:cxn modelId="{0AE7ED3E-70E2-4C26-BB9A-C4777BF3B421}" type="presOf" srcId="{C0C37D8D-7A82-4A51-A12C-6255606CE6C1}" destId="{008EABF7-B564-4A13-BF4D-CB0AEEC77A91}" srcOrd="0" destOrd="0" presId="urn:microsoft.com/office/officeart/2005/8/layout/hProcess6"/>
    <dgm:cxn modelId="{37915B3F-A419-41E1-B480-A4B4A914D857}" type="presOf" srcId="{1D36EF9B-7D4F-4FA6-8F0D-03F6D3CB17C8}" destId="{DA9BA91C-2ED7-4DEA-A5ED-3FCF26888626}" srcOrd="1" destOrd="2" presId="urn:microsoft.com/office/officeart/2005/8/layout/hProcess6"/>
    <dgm:cxn modelId="{09AED23F-2F20-B045-A0EC-4888148D49C9}" srcId="{C0C37D8D-7A82-4A51-A12C-6255606CE6C1}" destId="{2EE7C3D3-EF60-0E46-A331-B00FC2B5753B}" srcOrd="4" destOrd="0" parTransId="{BB29D2B4-D9EF-FE47-98A9-088F884112E7}" sibTransId="{CB45F6D3-0393-CB4B-9210-6CC9122E84DD}"/>
    <dgm:cxn modelId="{6514CD40-164B-46E9-8191-D6B797F76991}" type="presOf" srcId="{4B8B826C-AFAA-436A-B54A-B5C6FA84EA5B}" destId="{0B4B5FA3-4F31-4EF6-8F5D-F62F50985C31}" srcOrd="0" destOrd="6" presId="urn:microsoft.com/office/officeart/2005/8/layout/hProcess6"/>
    <dgm:cxn modelId="{71280B44-EE9D-405A-91CC-66CD2E363D45}" type="presOf" srcId="{5280021D-1F3F-44E0-9EE8-36BCBC28109B}" destId="{0435D653-E243-4536-B374-BD2656895D1D}" srcOrd="1" destOrd="3" presId="urn:microsoft.com/office/officeart/2005/8/layout/hProcess6"/>
    <dgm:cxn modelId="{A20F6445-3E27-4926-8367-09D2ADB6A371}" type="presOf" srcId="{BCE021E0-50A1-4FBA-8747-3D59FE804B9F}" destId="{29B467BE-B8B3-4454-8337-651F6FA8D458}" srcOrd="0" destOrd="1" presId="urn:microsoft.com/office/officeart/2005/8/layout/hProcess6"/>
    <dgm:cxn modelId="{16F39752-799B-4D5E-B19D-6E958D1CBBA1}" type="presOf" srcId="{6C0D79B2-5054-41EC-BFF2-1D9356C1B637}" destId="{0435D653-E243-4536-B374-BD2656895D1D}" srcOrd="1" destOrd="2" presId="urn:microsoft.com/office/officeart/2005/8/layout/hProcess6"/>
    <dgm:cxn modelId="{214F9155-A51C-6D41-8C0C-2D6BAF8D2283}" type="presOf" srcId="{B55FD80A-C153-454F-8334-6B63D381B31D}" destId="{C3556303-A264-428D-A6C5-86980E0893FA}" srcOrd="1" destOrd="1" presId="urn:microsoft.com/office/officeart/2005/8/layout/hProcess6"/>
    <dgm:cxn modelId="{1A094A56-0E8D-6042-A9B2-7DA64B9B7C5E}" type="presOf" srcId="{D926B3B8-84A5-8F48-9596-710408A9E888}" destId="{C3556303-A264-428D-A6C5-86980E0893FA}" srcOrd="1" destOrd="4" presId="urn:microsoft.com/office/officeart/2005/8/layout/hProcess6"/>
    <dgm:cxn modelId="{FECFB856-DFFD-498A-AB87-8428D12D639C}" srcId="{BA579838-0413-4577-A182-FF80F5549516}" destId="{9938DC2F-BABD-4BBA-A844-4E53C2E3D05B}" srcOrd="1" destOrd="0" parTransId="{EE6FBB9E-CFDD-42FC-9495-7ADED03BEB1E}" sibTransId="{A4D3F856-F35A-42A7-9426-8BBA12A93DF9}"/>
    <dgm:cxn modelId="{EB29CA5A-2441-43EA-8D67-F1452377E665}" srcId="{D461267C-AAFC-4A04-B453-10BFCA9E3A78}" destId="{C0C37D8D-7A82-4A51-A12C-6255606CE6C1}" srcOrd="3" destOrd="0" parTransId="{27E89AE2-6449-4ED3-9B96-84B43DA6DD22}" sibTransId="{4AE1ED80-99A1-4A0E-82ED-150A20F3E704}"/>
    <dgm:cxn modelId="{DD7BC85B-240E-4C61-8DED-20683CB53694}" type="presOf" srcId="{F1BB2537-9B11-4835-AA26-502C41B09272}" destId="{0B4B5FA3-4F31-4EF6-8F5D-F62F50985C31}" srcOrd="0" destOrd="3" presId="urn:microsoft.com/office/officeart/2005/8/layout/hProcess6"/>
    <dgm:cxn modelId="{AE128A5D-6DAD-4942-A432-AE2176DE3299}" type="presOf" srcId="{BA579838-0413-4577-A182-FF80F5549516}" destId="{3EF928B0-AE40-4CCC-9AC8-7F4622232DB9}" srcOrd="0" destOrd="0" presId="urn:microsoft.com/office/officeart/2005/8/layout/hProcess6"/>
    <dgm:cxn modelId="{6809C865-DFF4-43C3-A00C-BA18E6DCA2AB}" srcId="{C0C37D8D-7A82-4A51-A12C-6255606CE6C1}" destId="{2921B3FD-1F92-4EB6-B0D5-6887B555B02C}" srcOrd="5" destOrd="0" parTransId="{A97E0A1F-74E7-43FC-BEAD-3105E1E94608}" sibTransId="{A872CE98-CDDA-4CA0-BBA3-F10DC8C8EF89}"/>
    <dgm:cxn modelId="{F6B0C467-A459-4D51-AACF-4F91CF6BAB98}" type="presOf" srcId="{EC05F70C-BD86-4BEB-AF86-377489D9198C}" destId="{873A3858-4FA5-47AC-BB0F-F1B6227873BA}" srcOrd="0" destOrd="4" presId="urn:microsoft.com/office/officeart/2005/8/layout/hProcess6"/>
    <dgm:cxn modelId="{C33CFB6C-F98F-42F9-9312-19E2708081B1}" srcId="{BA579838-0413-4577-A182-FF80F5549516}" destId="{1D36EF9B-7D4F-4FA6-8F0D-03F6D3CB17C8}" srcOrd="2" destOrd="0" parTransId="{9BB7BEC8-9D5E-4A36-9312-E69F9048F97A}" sibTransId="{7CB3A78C-3E6D-4646-A119-7D715A2A44E2}"/>
    <dgm:cxn modelId="{D520996E-EF13-4B0F-90A5-D997BD495F5F}" type="presOf" srcId="{D461267C-AAFC-4A04-B453-10BFCA9E3A78}" destId="{25A913F6-1796-44E2-86F5-34ED72C8724E}" srcOrd="0" destOrd="0" presId="urn:microsoft.com/office/officeart/2005/8/layout/hProcess6"/>
    <dgm:cxn modelId="{C82EC270-94C9-422B-97CD-A94FF2ADAE66}" type="presOf" srcId="{36C6F2A7-C5E3-4561-ABF1-EAD34C41222A}" destId="{DAB6A6D2-D462-4E24-8933-19BD0A3B8D8B}" srcOrd="1" destOrd="1" presId="urn:microsoft.com/office/officeart/2005/8/layout/hProcess6"/>
    <dgm:cxn modelId="{2460A472-1767-4FCA-9ABF-746611BE5E6B}" type="presOf" srcId="{9938DC2F-BABD-4BBA-A844-4E53C2E3D05B}" destId="{DA9BA91C-2ED7-4DEA-A5ED-3FCF26888626}" srcOrd="1" destOrd="1" presId="urn:microsoft.com/office/officeart/2005/8/layout/hProcess6"/>
    <dgm:cxn modelId="{6D977E75-082F-4554-9020-6EA074C4CF26}" srcId="{D461267C-AAFC-4A04-B453-10BFCA9E3A78}" destId="{005C1547-99FD-4E37-88D7-60AB84BCEA6D}" srcOrd="0" destOrd="0" parTransId="{8577BE6F-5409-4966-9139-BBE73303EBA0}" sibTransId="{A77B7760-54F6-479F-9408-ABD07241A059}"/>
    <dgm:cxn modelId="{57743476-0F7B-4D7F-BB55-1AB7F9FF4A85}" type="presOf" srcId="{1442A3BA-6B81-4769-9819-422941515D9C}" destId="{C3556303-A264-428D-A6C5-86980E0893FA}" srcOrd="1" destOrd="2" presId="urn:microsoft.com/office/officeart/2005/8/layout/hProcess6"/>
    <dgm:cxn modelId="{67526378-1EF9-47B3-8A8C-25B9AAA8767E}" type="presOf" srcId="{005C1547-99FD-4E37-88D7-60AB84BCEA6D}" destId="{F8992835-E712-4E11-B253-812CDA2F4A9F}" srcOrd="0" destOrd="0" presId="urn:microsoft.com/office/officeart/2005/8/layout/hProcess6"/>
    <dgm:cxn modelId="{96C03D7C-DAD6-49DD-892E-941FD86ADCBA}" srcId="{BA579838-0413-4577-A182-FF80F5549516}" destId="{EC05F70C-BD86-4BEB-AF86-377489D9198C}" srcOrd="4" destOrd="0" parTransId="{EDF2F1C6-1FD5-4887-8D74-7A7CF95C4706}" sibTransId="{C10B3B67-97E7-4F2B-8591-F02F436A31F7}"/>
    <dgm:cxn modelId="{2E51E57E-73DA-4F19-A220-E740779447D8}" type="presOf" srcId="{36C6F2A7-C5E3-4561-ABF1-EAD34C41222A}" destId="{B4484374-F97E-4A0D-B524-7BF82DA70716}" srcOrd="0" destOrd="1" presId="urn:microsoft.com/office/officeart/2005/8/layout/hProcess6"/>
    <dgm:cxn modelId="{FCF7F47E-CAAB-D04F-B321-09A834CE3EB7}" type="presOf" srcId="{2EE7C3D3-EF60-0E46-A331-B00FC2B5753B}" destId="{29B467BE-B8B3-4454-8337-651F6FA8D458}" srcOrd="0" destOrd="4" presId="urn:microsoft.com/office/officeart/2005/8/layout/hProcess6"/>
    <dgm:cxn modelId="{17E49281-37CD-4195-8B67-5FFEE9F42DA2}" type="presOf" srcId="{272F54DC-F84F-4C4A-8783-BE36B82FC24B}" destId="{0435D653-E243-4536-B374-BD2656895D1D}" srcOrd="1" destOrd="0" presId="urn:microsoft.com/office/officeart/2005/8/layout/hProcess6"/>
    <dgm:cxn modelId="{6206E084-759C-48AC-97D6-94B9F8B2C734}" srcId="{005C1547-99FD-4E37-88D7-60AB84BCEA6D}" destId="{1494AD4D-7CCC-4CA9-ADA8-2698C8A16112}" srcOrd="0" destOrd="0" parTransId="{6770035E-5DE2-4322-A291-F3A3C2427FA3}" sibTransId="{14BB6BD3-FFBF-4B27-BD90-BE7D17FD0970}"/>
    <dgm:cxn modelId="{FE5FEB84-54D7-4DF4-A333-2DF43E5F53D0}" type="presOf" srcId="{4B27A008-CB7E-4A55-B333-7F040E7561C9}" destId="{DAB6A6D2-D462-4E24-8933-19BD0A3B8D8B}" srcOrd="1" destOrd="2" presId="urn:microsoft.com/office/officeart/2005/8/layout/hProcess6"/>
    <dgm:cxn modelId="{25B18D88-3E74-304C-8BA1-F483DD1B88ED}" type="presOf" srcId="{2EE7C3D3-EF60-0E46-A331-B00FC2B5753B}" destId="{0435D653-E243-4536-B374-BD2656895D1D}" srcOrd="1" destOrd="4" presId="urn:microsoft.com/office/officeart/2005/8/layout/hProcess6"/>
    <dgm:cxn modelId="{C2BC9A8B-0B64-4430-A2B7-6061401FFD70}" type="presOf" srcId="{BCE021E0-50A1-4FBA-8747-3D59FE804B9F}" destId="{0435D653-E243-4536-B374-BD2656895D1D}" srcOrd="1" destOrd="1" presId="urn:microsoft.com/office/officeart/2005/8/layout/hProcess6"/>
    <dgm:cxn modelId="{55CDCF8F-7C07-2C4B-9551-B42BBB437F30}" srcId="{BA579838-0413-4577-A182-FF80F5549516}" destId="{3130E3F4-83FB-FE48-9AA5-D91C7D2FAE55}" srcOrd="3" destOrd="0" parTransId="{1E9E38A5-1630-5145-A511-3A8F36A88CB8}" sibTransId="{5C1F125E-50D0-6241-8B9E-660FA6A6B0A7}"/>
    <dgm:cxn modelId="{70F38291-C5AE-A940-B5FE-11C5194EBC49}" type="presOf" srcId="{6F371B0F-E39B-BB4A-A9F0-8431B444D1E0}" destId="{0B4B5FA3-4F31-4EF6-8F5D-F62F50985C31}" srcOrd="0" destOrd="5" presId="urn:microsoft.com/office/officeart/2005/8/layout/hProcess6"/>
    <dgm:cxn modelId="{246F8A91-6534-0940-A617-B752A271F2E2}" srcId="{0F507754-2CDB-4CDE-BBA1-7653E69014B8}" destId="{6F371B0F-E39B-BB4A-A9F0-8431B444D1E0}" srcOrd="5" destOrd="0" parTransId="{EEBCB173-EAA7-C241-AA88-E8F63D803841}" sibTransId="{EE1E0C2D-01DD-A547-BA5B-6FFD569B10DD}"/>
    <dgm:cxn modelId="{64089195-5B67-45DB-B19D-8B3D9D54BF6B}" srcId="{005C1547-99FD-4E37-88D7-60AB84BCEA6D}" destId="{36C6F2A7-C5E3-4561-ABF1-EAD34C41222A}" srcOrd="1" destOrd="0" parTransId="{3D93ECB6-DD98-4B5D-B616-530E57B25ADB}" sibTransId="{2E642E7F-DB80-451A-B01E-057D9F7BC291}"/>
    <dgm:cxn modelId="{6C7B8EA7-9812-43B7-966F-72FDB3DBF86A}" type="presOf" srcId="{4B8B826C-AFAA-436A-B54A-B5C6FA84EA5B}" destId="{C3556303-A264-428D-A6C5-86980E0893FA}" srcOrd="1" destOrd="6" presId="urn:microsoft.com/office/officeart/2005/8/layout/hProcess6"/>
    <dgm:cxn modelId="{A8FC36B3-3E71-4560-AEBB-D05822D851FF}" type="presOf" srcId="{1D36EF9B-7D4F-4FA6-8F0D-03F6D3CB17C8}" destId="{873A3858-4FA5-47AC-BB0F-F1B6227873BA}" srcOrd="0" destOrd="2" presId="urn:microsoft.com/office/officeart/2005/8/layout/hProcess6"/>
    <dgm:cxn modelId="{19A65AB6-EAB1-468A-BE03-AB8733FD21C3}" type="presOf" srcId="{4B27A008-CB7E-4A55-B333-7F040E7561C9}" destId="{B4484374-F97E-4A0D-B524-7BF82DA70716}" srcOrd="0" destOrd="2" presId="urn:microsoft.com/office/officeart/2005/8/layout/hProcess6"/>
    <dgm:cxn modelId="{F9509CBC-D6CB-4AD6-844E-C893C0D1E66B}" srcId="{0F507754-2CDB-4CDE-BBA1-7653E69014B8}" destId="{F1BB2537-9B11-4835-AA26-502C41B09272}" srcOrd="3" destOrd="0" parTransId="{2DD4DA26-F8E9-4297-AC99-B6BC81875F4F}" sibTransId="{C175A8A7-2770-49C1-8853-4472C5B65636}"/>
    <dgm:cxn modelId="{C3A5B3BE-BA75-41F3-A005-82FED1D023C7}" type="presOf" srcId="{2921B3FD-1F92-4EB6-B0D5-6887B555B02C}" destId="{0435D653-E243-4536-B374-BD2656895D1D}" srcOrd="1" destOrd="5" presId="urn:microsoft.com/office/officeart/2005/8/layout/hProcess6"/>
    <dgm:cxn modelId="{069426C0-CCE6-B844-B130-A759445D28BC}" type="presOf" srcId="{6F371B0F-E39B-BB4A-A9F0-8431B444D1E0}" destId="{C3556303-A264-428D-A6C5-86980E0893FA}" srcOrd="1" destOrd="5" presId="urn:microsoft.com/office/officeart/2005/8/layout/hProcess6"/>
    <dgm:cxn modelId="{D96C19CA-F964-41E7-80E7-EE40AC4C6169}" type="presOf" srcId="{0F507754-2CDB-4CDE-BBA1-7653E69014B8}" destId="{87A2D63B-EA13-41CD-A82C-BDD669DBC70C}" srcOrd="0" destOrd="0" presId="urn:microsoft.com/office/officeart/2005/8/layout/hProcess6"/>
    <dgm:cxn modelId="{C4E17CCB-D2D8-4411-B974-A8FE8CF6821F}" type="presOf" srcId="{2921B3FD-1F92-4EB6-B0D5-6887B555B02C}" destId="{29B467BE-B8B3-4454-8337-651F6FA8D458}" srcOrd="0" destOrd="5" presId="urn:microsoft.com/office/officeart/2005/8/layout/hProcess6"/>
    <dgm:cxn modelId="{6BFACACE-A564-4258-A7FD-4CD64DB1EB9C}" srcId="{BA579838-0413-4577-A182-FF80F5549516}" destId="{DF0F6825-DF12-4F31-96D3-83BA74149B42}" srcOrd="0" destOrd="0" parTransId="{8266A661-00CD-443D-8398-00EC28E3CC3D}" sibTransId="{27448AA4-5B90-4F3E-BCC1-1655A601717A}"/>
    <dgm:cxn modelId="{9D9D9DD3-F2F7-4744-A5AD-38D625D24A00}" srcId="{C0C37D8D-7A82-4A51-A12C-6255606CE6C1}" destId="{5280021D-1F3F-44E0-9EE8-36BCBC28109B}" srcOrd="3" destOrd="0" parTransId="{7B74D699-649A-4E4B-AE69-00BBEDD978E8}" sibTransId="{59C3EA00-0B91-4398-AD11-C4ACA21DA08E}"/>
    <dgm:cxn modelId="{C929FED6-942A-4078-8334-27576648150D}" srcId="{0F507754-2CDB-4CDE-BBA1-7653E69014B8}" destId="{1442A3BA-6B81-4769-9819-422941515D9C}" srcOrd="2" destOrd="0" parTransId="{340E7BE0-85E6-4F1A-A857-5757E82F3F81}" sibTransId="{0FB39568-200A-4ABA-AF97-67115BDE5A57}"/>
    <dgm:cxn modelId="{D34417D9-ACB1-4706-B780-BB78A374F318}" type="presOf" srcId="{9938DC2F-BABD-4BBA-A844-4E53C2E3D05B}" destId="{873A3858-4FA5-47AC-BB0F-F1B6227873BA}" srcOrd="0" destOrd="1" presId="urn:microsoft.com/office/officeart/2005/8/layout/hProcess6"/>
    <dgm:cxn modelId="{D45C3EDD-1650-41E7-9B41-82853B8B79F2}" type="presOf" srcId="{EC05F70C-BD86-4BEB-AF86-377489D9198C}" destId="{DA9BA91C-2ED7-4DEA-A5ED-3FCF26888626}" srcOrd="1" destOrd="4" presId="urn:microsoft.com/office/officeart/2005/8/layout/hProcess6"/>
    <dgm:cxn modelId="{828037EA-4D34-44A6-83F0-B8EF6A0E5A63}" type="presOf" srcId="{1442A3BA-6B81-4769-9819-422941515D9C}" destId="{0B4B5FA3-4F31-4EF6-8F5D-F62F50985C31}" srcOrd="0" destOrd="2" presId="urn:microsoft.com/office/officeart/2005/8/layout/hProcess6"/>
    <dgm:cxn modelId="{C8A690EE-EA89-FB4C-AB9D-CD1DED382BE9}" srcId="{0F507754-2CDB-4CDE-BBA1-7653E69014B8}" destId="{B55FD80A-C153-454F-8334-6B63D381B31D}" srcOrd="1" destOrd="0" parTransId="{ED6C3C42-E48C-8F4F-AB02-12FADB18D5DD}" sibTransId="{B02D5179-690C-B046-AC42-D1FD90B636F3}"/>
    <dgm:cxn modelId="{1F56F6F3-946A-BE44-90F0-3DDA3E1CF2E3}" type="presOf" srcId="{B55FD80A-C153-454F-8334-6B63D381B31D}" destId="{0B4B5FA3-4F31-4EF6-8F5D-F62F50985C31}" srcOrd="0" destOrd="1" presId="urn:microsoft.com/office/officeart/2005/8/layout/hProcess6"/>
    <dgm:cxn modelId="{39DF36FA-2C99-544A-9093-40FB0DE55D1B}" type="presOf" srcId="{3130E3F4-83FB-FE48-9AA5-D91C7D2FAE55}" destId="{873A3858-4FA5-47AC-BB0F-F1B6227873BA}" srcOrd="0" destOrd="3" presId="urn:microsoft.com/office/officeart/2005/8/layout/hProcess6"/>
    <dgm:cxn modelId="{3E5115FB-1634-409F-9B47-BCBD5D70A282}" srcId="{005C1547-99FD-4E37-88D7-60AB84BCEA6D}" destId="{4B27A008-CB7E-4A55-B333-7F040E7561C9}" srcOrd="2" destOrd="0" parTransId="{180B7EB8-4100-43FE-AE9E-DCA894DB84C5}" sibTransId="{4730FED8-3ADE-42FA-BBCE-5F6CC990E871}"/>
    <dgm:cxn modelId="{0A7245FB-AF47-4C0A-89C7-B5F1E809E3E9}" srcId="{0F507754-2CDB-4CDE-BBA1-7653E69014B8}" destId="{4B8B826C-AFAA-436A-B54A-B5C6FA84EA5B}" srcOrd="6" destOrd="0" parTransId="{85FAAC9C-B0E7-42D8-BA9C-570B9A59BE13}" sibTransId="{DA0A3252-B45A-4D95-9173-D34A423A5613}"/>
    <dgm:cxn modelId="{88DBA1FB-F303-4DBC-92F1-ECC4A1A4B31E}" srcId="{D461267C-AAFC-4A04-B453-10BFCA9E3A78}" destId="{BA579838-0413-4577-A182-FF80F5549516}" srcOrd="2" destOrd="0" parTransId="{F1BDB688-CCC1-4564-A38C-F5FDAA22CB13}" sibTransId="{2279A675-23DF-4502-B2FB-27B479AC59E8}"/>
    <dgm:cxn modelId="{5946533C-3B68-474C-AC17-1A72E402AD30}" type="presParOf" srcId="{25A913F6-1796-44E2-86F5-34ED72C8724E}" destId="{5DFF7897-A45B-4A05-A53C-480927982C02}" srcOrd="0" destOrd="0" presId="urn:microsoft.com/office/officeart/2005/8/layout/hProcess6"/>
    <dgm:cxn modelId="{CE28000F-C72D-4AB5-93DC-5D957253C9E4}" type="presParOf" srcId="{5DFF7897-A45B-4A05-A53C-480927982C02}" destId="{F71992BA-4E83-4A4A-B9D8-DF5E267C38B0}" srcOrd="0" destOrd="0" presId="urn:microsoft.com/office/officeart/2005/8/layout/hProcess6"/>
    <dgm:cxn modelId="{52293604-9E44-4F37-A11D-2E9DB9C600EE}" type="presParOf" srcId="{5DFF7897-A45B-4A05-A53C-480927982C02}" destId="{B4484374-F97E-4A0D-B524-7BF82DA70716}" srcOrd="1" destOrd="0" presId="urn:microsoft.com/office/officeart/2005/8/layout/hProcess6"/>
    <dgm:cxn modelId="{31BF1EDB-5E77-423E-BB0C-E550B76C792D}" type="presParOf" srcId="{5DFF7897-A45B-4A05-A53C-480927982C02}" destId="{DAB6A6D2-D462-4E24-8933-19BD0A3B8D8B}" srcOrd="2" destOrd="0" presId="urn:microsoft.com/office/officeart/2005/8/layout/hProcess6"/>
    <dgm:cxn modelId="{A9799F92-2FE9-4523-AA80-641E60421B3E}" type="presParOf" srcId="{5DFF7897-A45B-4A05-A53C-480927982C02}" destId="{F8992835-E712-4E11-B253-812CDA2F4A9F}" srcOrd="3" destOrd="0" presId="urn:microsoft.com/office/officeart/2005/8/layout/hProcess6"/>
    <dgm:cxn modelId="{2B2C9DBB-0966-4428-9AF7-531A4FEBC69A}" type="presParOf" srcId="{25A913F6-1796-44E2-86F5-34ED72C8724E}" destId="{997B86B2-1CD7-41B6-A03A-04C51334E035}" srcOrd="1" destOrd="0" presId="urn:microsoft.com/office/officeart/2005/8/layout/hProcess6"/>
    <dgm:cxn modelId="{9B33E69F-0F55-4847-8A9B-6EDA5A881FA1}" type="presParOf" srcId="{25A913F6-1796-44E2-86F5-34ED72C8724E}" destId="{098967BF-8C35-4AD7-9E58-1420868166BE}" srcOrd="2" destOrd="0" presId="urn:microsoft.com/office/officeart/2005/8/layout/hProcess6"/>
    <dgm:cxn modelId="{4F086EF7-7DEC-4D7F-B556-02CAECAAA6B4}" type="presParOf" srcId="{098967BF-8C35-4AD7-9E58-1420868166BE}" destId="{335371D7-0293-4547-9202-4418F89086F6}" srcOrd="0" destOrd="0" presId="urn:microsoft.com/office/officeart/2005/8/layout/hProcess6"/>
    <dgm:cxn modelId="{6CEBF3E3-E7BB-4445-883A-67196EEF7FB1}" type="presParOf" srcId="{098967BF-8C35-4AD7-9E58-1420868166BE}" destId="{0B4B5FA3-4F31-4EF6-8F5D-F62F50985C31}" srcOrd="1" destOrd="0" presId="urn:microsoft.com/office/officeart/2005/8/layout/hProcess6"/>
    <dgm:cxn modelId="{0FA89AD9-3B3E-4DAB-9AC7-90B1C86E95C3}" type="presParOf" srcId="{098967BF-8C35-4AD7-9E58-1420868166BE}" destId="{C3556303-A264-428D-A6C5-86980E0893FA}" srcOrd="2" destOrd="0" presId="urn:microsoft.com/office/officeart/2005/8/layout/hProcess6"/>
    <dgm:cxn modelId="{7AF2A5B6-D508-427F-B2BB-4F56E5E26C29}" type="presParOf" srcId="{098967BF-8C35-4AD7-9E58-1420868166BE}" destId="{87A2D63B-EA13-41CD-A82C-BDD669DBC70C}" srcOrd="3" destOrd="0" presId="urn:microsoft.com/office/officeart/2005/8/layout/hProcess6"/>
    <dgm:cxn modelId="{2A75041B-CEAD-4CBA-8C0D-46285C3F9D99}" type="presParOf" srcId="{25A913F6-1796-44E2-86F5-34ED72C8724E}" destId="{EDA26482-546D-4479-9AEC-EF0EA02C2180}" srcOrd="3" destOrd="0" presId="urn:microsoft.com/office/officeart/2005/8/layout/hProcess6"/>
    <dgm:cxn modelId="{F24C6CFA-56DE-44D1-9F98-CE4757579460}" type="presParOf" srcId="{25A913F6-1796-44E2-86F5-34ED72C8724E}" destId="{6A90C15B-3C9B-45EF-8C0F-AC5BA2DD0A91}" srcOrd="4" destOrd="0" presId="urn:microsoft.com/office/officeart/2005/8/layout/hProcess6"/>
    <dgm:cxn modelId="{9C8B670B-4280-4198-B9F3-6A9572BF6E2C}" type="presParOf" srcId="{6A90C15B-3C9B-45EF-8C0F-AC5BA2DD0A91}" destId="{66FCE5C4-75CE-4371-AB3F-5FE8C8237DFA}" srcOrd="0" destOrd="0" presId="urn:microsoft.com/office/officeart/2005/8/layout/hProcess6"/>
    <dgm:cxn modelId="{412D9038-43CD-4BBF-9702-91465CE7C96B}" type="presParOf" srcId="{6A90C15B-3C9B-45EF-8C0F-AC5BA2DD0A91}" destId="{873A3858-4FA5-47AC-BB0F-F1B6227873BA}" srcOrd="1" destOrd="0" presId="urn:microsoft.com/office/officeart/2005/8/layout/hProcess6"/>
    <dgm:cxn modelId="{B357AFB0-E6BF-485B-85E3-C8F869C55380}" type="presParOf" srcId="{6A90C15B-3C9B-45EF-8C0F-AC5BA2DD0A91}" destId="{DA9BA91C-2ED7-4DEA-A5ED-3FCF26888626}" srcOrd="2" destOrd="0" presId="urn:microsoft.com/office/officeart/2005/8/layout/hProcess6"/>
    <dgm:cxn modelId="{C2F71E56-73FC-4AB4-A91B-13498978A339}" type="presParOf" srcId="{6A90C15B-3C9B-45EF-8C0F-AC5BA2DD0A91}" destId="{3EF928B0-AE40-4CCC-9AC8-7F4622232DB9}" srcOrd="3" destOrd="0" presId="urn:microsoft.com/office/officeart/2005/8/layout/hProcess6"/>
    <dgm:cxn modelId="{BAFD7876-673D-4446-BA62-3A14F3E7E62D}" type="presParOf" srcId="{25A913F6-1796-44E2-86F5-34ED72C8724E}" destId="{CF32752F-8D14-4662-AF10-704ED0D9AC3C}" srcOrd="5" destOrd="0" presId="urn:microsoft.com/office/officeart/2005/8/layout/hProcess6"/>
    <dgm:cxn modelId="{CBD8F9EC-4046-47CE-9622-8481C9335E7E}" type="presParOf" srcId="{25A913F6-1796-44E2-86F5-34ED72C8724E}" destId="{BF1976E3-97FE-4777-9836-E1C3E8400EF1}" srcOrd="6" destOrd="0" presId="urn:microsoft.com/office/officeart/2005/8/layout/hProcess6"/>
    <dgm:cxn modelId="{6EAFC9F1-0121-48B3-8D12-B7DF025F1EE0}" type="presParOf" srcId="{BF1976E3-97FE-4777-9836-E1C3E8400EF1}" destId="{FAFA3233-7BB8-49AE-899E-5CA9CCE68CA8}" srcOrd="0" destOrd="0" presId="urn:microsoft.com/office/officeart/2005/8/layout/hProcess6"/>
    <dgm:cxn modelId="{E795F981-D370-4363-834E-7D9A38490D8E}" type="presParOf" srcId="{BF1976E3-97FE-4777-9836-E1C3E8400EF1}" destId="{29B467BE-B8B3-4454-8337-651F6FA8D458}" srcOrd="1" destOrd="0" presId="urn:microsoft.com/office/officeart/2005/8/layout/hProcess6"/>
    <dgm:cxn modelId="{6CDDBB5A-12A5-4206-90F0-8F0401DAE719}" type="presParOf" srcId="{BF1976E3-97FE-4777-9836-E1C3E8400EF1}" destId="{0435D653-E243-4536-B374-BD2656895D1D}" srcOrd="2" destOrd="0" presId="urn:microsoft.com/office/officeart/2005/8/layout/hProcess6"/>
    <dgm:cxn modelId="{6366A2F8-E430-42A7-9AA9-4C04737F3F7F}" type="presParOf" srcId="{BF1976E3-97FE-4777-9836-E1C3E8400EF1}" destId="{008EABF7-B564-4A13-BF4D-CB0AEEC77A91}" srcOrd="3" destOrd="0" presId="urn:microsoft.com/office/officeart/2005/8/layout/hProcess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461267C-AAFC-4A04-B453-10BFCA9E3A78}" type="doc">
      <dgm:prSet loTypeId="urn:microsoft.com/office/officeart/2005/8/layout/hProcess6" loCatId="process" qsTypeId="urn:microsoft.com/office/officeart/2005/8/quickstyle/simple1" qsCatId="simple" csTypeId="urn:microsoft.com/office/officeart/2005/8/colors/accent1_2" csCatId="accent1" phldr="1"/>
      <dgm:spPr/>
      <dgm:t>
        <a:bodyPr/>
        <a:lstStyle/>
        <a:p>
          <a:endParaRPr lang="en-GB"/>
        </a:p>
      </dgm:t>
    </dgm:pt>
    <dgm:pt modelId="{005C1547-99FD-4E37-88D7-60AB84BCEA6D}">
      <dgm:prSet phldrT="[Text]"/>
      <dgm:spPr>
        <a:solidFill>
          <a:schemeClr val="bg2">
            <a:lumMod val="50000"/>
          </a:schemeClr>
        </a:solidFill>
      </dgm:spPr>
      <dgm:t>
        <a:bodyPr/>
        <a:lstStyle/>
        <a:p>
          <a:r>
            <a:rPr lang="en-GB"/>
            <a:t>1</a:t>
          </a:r>
          <a:r>
            <a:rPr lang="en-GB" baseline="30000"/>
            <a:t>st</a:t>
          </a:r>
          <a:r>
            <a:rPr lang="en-GB"/>
            <a:t> </a:t>
          </a:r>
          <a:r>
            <a:rPr lang="en-GB" err="1"/>
            <a:t>Qtr</a:t>
          </a:r>
          <a:endParaRPr lang="en-GB"/>
        </a:p>
      </dgm:t>
    </dgm:pt>
    <dgm:pt modelId="{8577BE6F-5409-4966-9139-BBE73303EBA0}" type="parTrans" cxnId="{6D977E75-082F-4554-9020-6EA074C4CF26}">
      <dgm:prSet/>
      <dgm:spPr/>
      <dgm:t>
        <a:bodyPr/>
        <a:lstStyle/>
        <a:p>
          <a:endParaRPr lang="en-GB"/>
        </a:p>
      </dgm:t>
    </dgm:pt>
    <dgm:pt modelId="{A77B7760-54F6-479F-9408-ABD07241A059}" type="sibTrans" cxnId="{6D977E75-082F-4554-9020-6EA074C4CF26}">
      <dgm:prSet/>
      <dgm:spPr/>
      <dgm:t>
        <a:bodyPr/>
        <a:lstStyle/>
        <a:p>
          <a:endParaRPr lang="en-GB"/>
        </a:p>
      </dgm:t>
    </dgm:pt>
    <dgm:pt modelId="{0F507754-2CDB-4CDE-BBA1-7653E69014B8}">
      <dgm:prSet phldrT="[Text]"/>
      <dgm:spPr>
        <a:solidFill>
          <a:schemeClr val="bg2">
            <a:lumMod val="50000"/>
          </a:schemeClr>
        </a:solidFill>
      </dgm:spPr>
      <dgm:t>
        <a:bodyPr/>
        <a:lstStyle/>
        <a:p>
          <a:r>
            <a:rPr lang="en-GB"/>
            <a:t>2</a:t>
          </a:r>
          <a:r>
            <a:rPr lang="en-GB" baseline="30000"/>
            <a:t>nd</a:t>
          </a:r>
          <a:r>
            <a:rPr lang="en-GB"/>
            <a:t> </a:t>
          </a:r>
          <a:r>
            <a:rPr lang="en-GB" err="1"/>
            <a:t>Qtr</a:t>
          </a:r>
          <a:endParaRPr lang="en-GB"/>
        </a:p>
      </dgm:t>
    </dgm:pt>
    <dgm:pt modelId="{1C981ACF-9D2C-47CE-AC21-ABA922DCCCF2}" type="parTrans" cxnId="{B62AE417-1DEE-436B-B222-8364E785BBED}">
      <dgm:prSet/>
      <dgm:spPr/>
      <dgm:t>
        <a:bodyPr/>
        <a:lstStyle/>
        <a:p>
          <a:endParaRPr lang="en-GB"/>
        </a:p>
      </dgm:t>
    </dgm:pt>
    <dgm:pt modelId="{9F2FD445-215D-4CCB-A143-77A6D3E7B958}" type="sibTrans" cxnId="{B62AE417-1DEE-436B-B222-8364E785BBED}">
      <dgm:prSet/>
      <dgm:spPr/>
      <dgm:t>
        <a:bodyPr/>
        <a:lstStyle/>
        <a:p>
          <a:endParaRPr lang="en-GB"/>
        </a:p>
      </dgm:t>
    </dgm:pt>
    <dgm:pt modelId="{BA579838-0413-4577-A182-FF80F5549516}">
      <dgm:prSet phldrT="[Text]"/>
      <dgm:spPr>
        <a:solidFill>
          <a:schemeClr val="bg2">
            <a:lumMod val="50000"/>
          </a:schemeClr>
        </a:solidFill>
      </dgm:spPr>
      <dgm:t>
        <a:bodyPr/>
        <a:lstStyle/>
        <a:p>
          <a:r>
            <a:rPr lang="en-GB"/>
            <a:t>3</a:t>
          </a:r>
          <a:r>
            <a:rPr lang="en-GB" baseline="30000"/>
            <a:t>rd</a:t>
          </a:r>
          <a:r>
            <a:rPr lang="en-GB"/>
            <a:t> </a:t>
          </a:r>
          <a:r>
            <a:rPr lang="en-GB" err="1"/>
            <a:t>Qtr</a:t>
          </a:r>
          <a:endParaRPr lang="en-GB"/>
        </a:p>
      </dgm:t>
    </dgm:pt>
    <dgm:pt modelId="{F1BDB688-CCC1-4564-A38C-F5FDAA22CB13}" type="parTrans" cxnId="{88DBA1FB-F303-4DBC-92F1-ECC4A1A4B31E}">
      <dgm:prSet/>
      <dgm:spPr/>
      <dgm:t>
        <a:bodyPr/>
        <a:lstStyle/>
        <a:p>
          <a:endParaRPr lang="en-GB"/>
        </a:p>
      </dgm:t>
    </dgm:pt>
    <dgm:pt modelId="{2279A675-23DF-4502-B2FB-27B479AC59E8}" type="sibTrans" cxnId="{88DBA1FB-F303-4DBC-92F1-ECC4A1A4B31E}">
      <dgm:prSet/>
      <dgm:spPr/>
      <dgm:t>
        <a:bodyPr/>
        <a:lstStyle/>
        <a:p>
          <a:endParaRPr lang="en-GB"/>
        </a:p>
      </dgm:t>
    </dgm:pt>
    <dgm:pt modelId="{C0C37D8D-7A82-4A51-A12C-6255606CE6C1}">
      <dgm:prSet phldrT="[Text]"/>
      <dgm:spPr>
        <a:solidFill>
          <a:schemeClr val="bg2">
            <a:lumMod val="50000"/>
          </a:schemeClr>
        </a:solidFill>
      </dgm:spPr>
      <dgm:t>
        <a:bodyPr/>
        <a:lstStyle/>
        <a:p>
          <a:r>
            <a:rPr lang="en-GB"/>
            <a:t>4</a:t>
          </a:r>
          <a:r>
            <a:rPr lang="en-GB" baseline="30000"/>
            <a:t>th</a:t>
          </a:r>
          <a:r>
            <a:rPr lang="en-GB"/>
            <a:t> </a:t>
          </a:r>
          <a:r>
            <a:rPr lang="en-GB" err="1"/>
            <a:t>Qtr</a:t>
          </a:r>
          <a:endParaRPr lang="en-GB"/>
        </a:p>
      </dgm:t>
    </dgm:pt>
    <dgm:pt modelId="{27E89AE2-6449-4ED3-9B96-84B43DA6DD22}" type="parTrans" cxnId="{EB29CA5A-2441-43EA-8D67-F1452377E665}">
      <dgm:prSet/>
      <dgm:spPr/>
      <dgm:t>
        <a:bodyPr/>
        <a:lstStyle/>
        <a:p>
          <a:endParaRPr lang="en-GB"/>
        </a:p>
      </dgm:t>
    </dgm:pt>
    <dgm:pt modelId="{4AE1ED80-99A1-4A0E-82ED-150A20F3E704}" type="sibTrans" cxnId="{EB29CA5A-2441-43EA-8D67-F1452377E665}">
      <dgm:prSet/>
      <dgm:spPr/>
      <dgm:t>
        <a:bodyPr/>
        <a:lstStyle/>
        <a:p>
          <a:endParaRPr lang="en-GB"/>
        </a:p>
      </dgm:t>
    </dgm:pt>
    <dgm:pt modelId="{272F54DC-F84F-4C4A-8783-BE36B82FC24B}">
      <dgm:prSet phldrT="[Text]" custT="1"/>
      <dgm:spPr>
        <a:solidFill>
          <a:schemeClr val="accent6">
            <a:lumMod val="20000"/>
            <a:lumOff val="80000"/>
          </a:schemeClr>
        </a:solidFill>
        <a:ln>
          <a:noFill/>
        </a:ln>
      </dgm:spPr>
      <dgm:t>
        <a:bodyPr/>
        <a:lstStyle/>
        <a:p>
          <a:endParaRPr lang="en-GB" sz="1000"/>
        </a:p>
      </dgm:t>
    </dgm:pt>
    <dgm:pt modelId="{555F9769-FBC4-433A-A5A4-68A85A30EBC9}" type="parTrans" cxnId="{22B12A05-BB93-4E70-A57A-4C9E36334E03}">
      <dgm:prSet/>
      <dgm:spPr/>
      <dgm:t>
        <a:bodyPr/>
        <a:lstStyle/>
        <a:p>
          <a:endParaRPr lang="en-GB"/>
        </a:p>
      </dgm:t>
    </dgm:pt>
    <dgm:pt modelId="{AC1A4AA7-2F7B-4899-AA96-60466ADB597F}" type="sibTrans" cxnId="{22B12A05-BB93-4E70-A57A-4C9E36334E03}">
      <dgm:prSet/>
      <dgm:spPr/>
      <dgm:t>
        <a:bodyPr/>
        <a:lstStyle/>
        <a:p>
          <a:endParaRPr lang="en-GB"/>
        </a:p>
      </dgm:t>
    </dgm:pt>
    <dgm:pt modelId="{BCE021E0-50A1-4FBA-8747-3D59FE804B9F}">
      <dgm:prSet phldrT="[Text]" custT="1"/>
      <dgm:spPr>
        <a:solidFill>
          <a:schemeClr val="accent6">
            <a:lumMod val="20000"/>
            <a:lumOff val="80000"/>
          </a:schemeClr>
        </a:solidFill>
        <a:ln>
          <a:noFill/>
        </a:ln>
      </dgm:spPr>
      <dgm:t>
        <a:bodyPr/>
        <a:lstStyle/>
        <a:p>
          <a:pPr>
            <a:buFont typeface="Arial" panose="020B0604020202020204" pitchFamily="34" charset="0"/>
            <a:buChar char="•"/>
          </a:pPr>
          <a:r>
            <a:rPr lang="en-GB" sz="1000"/>
            <a:t>Finalize FY27 Budget </a:t>
          </a:r>
        </a:p>
      </dgm:t>
    </dgm:pt>
    <dgm:pt modelId="{67DA1074-E633-4BC4-B456-B46B3F2AAE7D}" type="parTrans" cxnId="{D5AB3D0A-5D6C-48A3-BF04-35C3097096C1}">
      <dgm:prSet/>
      <dgm:spPr/>
      <dgm:t>
        <a:bodyPr/>
        <a:lstStyle/>
        <a:p>
          <a:endParaRPr lang="en-GB"/>
        </a:p>
      </dgm:t>
    </dgm:pt>
    <dgm:pt modelId="{CA24B249-CB4E-492A-8AEF-38B140626E85}" type="sibTrans" cxnId="{D5AB3D0A-5D6C-48A3-BF04-35C3097096C1}">
      <dgm:prSet/>
      <dgm:spPr/>
      <dgm:t>
        <a:bodyPr/>
        <a:lstStyle/>
        <a:p>
          <a:endParaRPr lang="en-GB"/>
        </a:p>
      </dgm:t>
    </dgm:pt>
    <dgm:pt modelId="{EC05F70C-BD86-4BEB-AF86-377489D9198C}">
      <dgm:prSet phldrT="[Text]" custT="1"/>
      <dgm:spPr>
        <a:solidFill>
          <a:schemeClr val="accent6">
            <a:lumMod val="20000"/>
            <a:lumOff val="80000"/>
          </a:schemeClr>
        </a:solidFill>
        <a:ln>
          <a:noFill/>
        </a:ln>
      </dgm:spPr>
      <dgm:t>
        <a:bodyPr/>
        <a:lstStyle/>
        <a:p>
          <a:endParaRPr lang="en-GB" sz="1000"/>
        </a:p>
      </dgm:t>
    </dgm:pt>
    <dgm:pt modelId="{EDF2F1C6-1FD5-4887-8D74-7A7CF95C4706}" type="parTrans" cxnId="{96C03D7C-DAD6-49DD-892E-941FD86ADCBA}">
      <dgm:prSet/>
      <dgm:spPr/>
      <dgm:t>
        <a:bodyPr/>
        <a:lstStyle/>
        <a:p>
          <a:endParaRPr lang="en-GB"/>
        </a:p>
      </dgm:t>
    </dgm:pt>
    <dgm:pt modelId="{C10B3B67-97E7-4F2B-8591-F02F436A31F7}" type="sibTrans" cxnId="{96C03D7C-DAD6-49DD-892E-941FD86ADCBA}">
      <dgm:prSet/>
      <dgm:spPr/>
      <dgm:t>
        <a:bodyPr/>
        <a:lstStyle/>
        <a:p>
          <a:endParaRPr lang="en-GB"/>
        </a:p>
      </dgm:t>
    </dgm:pt>
    <dgm:pt modelId="{DF0F6825-DF12-4F31-96D3-83BA74149B42}">
      <dgm:prSet phldrT="[Text]" custT="1"/>
      <dgm:spPr>
        <a:solidFill>
          <a:schemeClr val="accent6">
            <a:lumMod val="20000"/>
            <a:lumOff val="80000"/>
          </a:schemeClr>
        </a:solidFill>
        <a:ln>
          <a:noFill/>
        </a:ln>
      </dgm:spPr>
      <dgm:t>
        <a:bodyPr/>
        <a:lstStyle/>
        <a:p>
          <a:r>
            <a:rPr lang="en-GB" sz="1000"/>
            <a:t>Provide reliable network</a:t>
          </a:r>
        </a:p>
      </dgm:t>
    </dgm:pt>
    <dgm:pt modelId="{8266A661-00CD-443D-8398-00EC28E3CC3D}" type="parTrans" cxnId="{6BFACACE-A564-4258-A7FD-4CD64DB1EB9C}">
      <dgm:prSet/>
      <dgm:spPr/>
      <dgm:t>
        <a:bodyPr/>
        <a:lstStyle/>
        <a:p>
          <a:endParaRPr lang="en-US"/>
        </a:p>
      </dgm:t>
    </dgm:pt>
    <dgm:pt modelId="{27448AA4-5B90-4F3E-BCC1-1655A601717A}" type="sibTrans" cxnId="{6BFACACE-A564-4258-A7FD-4CD64DB1EB9C}">
      <dgm:prSet/>
      <dgm:spPr/>
      <dgm:t>
        <a:bodyPr/>
        <a:lstStyle/>
        <a:p>
          <a:endParaRPr lang="en-US"/>
        </a:p>
      </dgm:t>
    </dgm:pt>
    <dgm:pt modelId="{0A336B00-8082-4814-AAAE-79C4FF2452BA}">
      <dgm:prSet phldrT="[Text]" custT="1"/>
      <dgm:spPr>
        <a:solidFill>
          <a:schemeClr val="accent6">
            <a:lumMod val="20000"/>
            <a:lumOff val="80000"/>
          </a:schemeClr>
        </a:solidFill>
        <a:ln>
          <a:noFill/>
        </a:ln>
      </dgm:spPr>
      <dgm:t>
        <a:bodyPr/>
        <a:lstStyle/>
        <a:p>
          <a:endParaRPr lang="en-GB" sz="1000"/>
        </a:p>
      </dgm:t>
    </dgm:pt>
    <dgm:pt modelId="{06F7F318-3631-4FE9-8BFA-1E057FC0B014}" type="parTrans" cxnId="{05071118-1FE2-463B-8EF1-7B19BBED30EA}">
      <dgm:prSet/>
      <dgm:spPr/>
      <dgm:t>
        <a:bodyPr/>
        <a:lstStyle/>
        <a:p>
          <a:endParaRPr lang="en-US"/>
        </a:p>
      </dgm:t>
    </dgm:pt>
    <dgm:pt modelId="{411DEF42-DE25-43D9-96AE-4B10252B4AA1}" type="sibTrans" cxnId="{05071118-1FE2-463B-8EF1-7B19BBED30EA}">
      <dgm:prSet/>
      <dgm:spPr/>
      <dgm:t>
        <a:bodyPr/>
        <a:lstStyle/>
        <a:p>
          <a:endParaRPr lang="en-US"/>
        </a:p>
      </dgm:t>
    </dgm:pt>
    <dgm:pt modelId="{4B8B826C-AFAA-436A-B54A-B5C6FA84EA5B}">
      <dgm:prSet custT="1"/>
      <dgm:spPr/>
      <dgm:t>
        <a:bodyPr/>
        <a:lstStyle/>
        <a:p>
          <a:endParaRPr lang="en-US" sz="1000"/>
        </a:p>
      </dgm:t>
    </dgm:pt>
    <dgm:pt modelId="{85FAAC9C-B0E7-42D8-BA9C-570B9A59BE13}" type="parTrans" cxnId="{0A7245FB-AF47-4C0A-89C7-B5F1E809E3E9}">
      <dgm:prSet/>
      <dgm:spPr/>
      <dgm:t>
        <a:bodyPr/>
        <a:lstStyle/>
        <a:p>
          <a:endParaRPr lang="en-US"/>
        </a:p>
      </dgm:t>
    </dgm:pt>
    <dgm:pt modelId="{DA0A3252-B45A-4D95-9173-D34A423A5613}" type="sibTrans" cxnId="{0A7245FB-AF47-4C0A-89C7-B5F1E809E3E9}">
      <dgm:prSet/>
      <dgm:spPr/>
      <dgm:t>
        <a:bodyPr/>
        <a:lstStyle/>
        <a:p>
          <a:endParaRPr lang="en-US"/>
        </a:p>
      </dgm:t>
    </dgm:pt>
    <dgm:pt modelId="{2921B3FD-1F92-4EB6-B0D5-6887B555B02C}">
      <dgm:prSet phldrT="[Text]" custT="1"/>
      <dgm:spPr>
        <a:solidFill>
          <a:schemeClr val="accent6">
            <a:lumMod val="20000"/>
            <a:lumOff val="80000"/>
          </a:schemeClr>
        </a:solidFill>
        <a:ln>
          <a:noFill/>
        </a:ln>
      </dgm:spPr>
      <dgm:t>
        <a:bodyPr/>
        <a:lstStyle/>
        <a:p>
          <a:pPr>
            <a:buFont typeface="Arial" panose="020B0604020202020204" pitchFamily="34" charset="0"/>
            <a:buChar char="•"/>
          </a:pPr>
          <a:endParaRPr lang="en-GB" sz="1000"/>
        </a:p>
      </dgm:t>
    </dgm:pt>
    <dgm:pt modelId="{A97E0A1F-74E7-43FC-BEAD-3105E1E94608}" type="parTrans" cxnId="{6809C865-DFF4-43C3-A00C-BA18E6DCA2AB}">
      <dgm:prSet/>
      <dgm:spPr/>
      <dgm:t>
        <a:bodyPr/>
        <a:lstStyle/>
        <a:p>
          <a:endParaRPr lang="en-US"/>
        </a:p>
      </dgm:t>
    </dgm:pt>
    <dgm:pt modelId="{A872CE98-CDDA-4CA0-BBA3-F10DC8C8EF89}" type="sibTrans" cxnId="{6809C865-DFF4-43C3-A00C-BA18E6DCA2AB}">
      <dgm:prSet/>
      <dgm:spPr/>
      <dgm:t>
        <a:bodyPr/>
        <a:lstStyle/>
        <a:p>
          <a:endParaRPr lang="en-US"/>
        </a:p>
      </dgm:t>
    </dgm:pt>
    <dgm:pt modelId="{1494AD4D-7CCC-4CA9-ADA8-2698C8A16112}">
      <dgm:prSet phldrT="[Text]" custT="1"/>
      <dgm:spPr>
        <a:solidFill>
          <a:schemeClr val="accent6">
            <a:lumMod val="20000"/>
            <a:lumOff val="80000"/>
          </a:schemeClr>
        </a:solidFill>
        <a:ln>
          <a:noFill/>
        </a:ln>
      </dgm:spPr>
      <dgm:t>
        <a:bodyPr/>
        <a:lstStyle/>
        <a:p>
          <a:pPr>
            <a:buFont typeface="Arial" panose="020B0604020202020204" pitchFamily="34" charset="0"/>
            <a:buChar char="•"/>
          </a:pPr>
          <a:r>
            <a:rPr lang="en-GB" sz="1000"/>
            <a:t>Clearly defined Network services</a:t>
          </a:r>
        </a:p>
      </dgm:t>
    </dgm:pt>
    <dgm:pt modelId="{14BB6BD3-FFBF-4B27-BD90-BE7D17FD0970}" type="sibTrans" cxnId="{6206E084-759C-48AC-97D6-94B9F8B2C734}">
      <dgm:prSet/>
      <dgm:spPr/>
      <dgm:t>
        <a:bodyPr/>
        <a:lstStyle/>
        <a:p>
          <a:endParaRPr lang="en-GB"/>
        </a:p>
      </dgm:t>
    </dgm:pt>
    <dgm:pt modelId="{6770035E-5DE2-4322-A291-F3A3C2427FA3}" type="parTrans" cxnId="{6206E084-759C-48AC-97D6-94B9F8B2C734}">
      <dgm:prSet/>
      <dgm:spPr/>
      <dgm:t>
        <a:bodyPr/>
        <a:lstStyle/>
        <a:p>
          <a:endParaRPr lang="en-GB"/>
        </a:p>
      </dgm:t>
    </dgm:pt>
    <dgm:pt modelId="{B55FD80A-C153-454F-8334-6B63D381B31D}">
      <dgm:prSet custT="1"/>
      <dgm:spPr>
        <a:solidFill>
          <a:schemeClr val="accent6">
            <a:lumMod val="20000"/>
            <a:lumOff val="80000"/>
          </a:schemeClr>
        </a:solidFill>
        <a:ln>
          <a:noFill/>
        </a:ln>
      </dgm:spPr>
      <dgm:t>
        <a:bodyPr/>
        <a:lstStyle/>
        <a:p>
          <a:r>
            <a:rPr lang="en-GB" sz="1000"/>
            <a:t>Operate Network efficiently</a:t>
          </a:r>
        </a:p>
      </dgm:t>
    </dgm:pt>
    <dgm:pt modelId="{ED6C3C42-E48C-8F4F-AB02-12FADB18D5DD}" type="parTrans" cxnId="{C8A690EE-EA89-FB4C-AB9D-CD1DED382BE9}">
      <dgm:prSet/>
      <dgm:spPr/>
      <dgm:t>
        <a:bodyPr/>
        <a:lstStyle/>
        <a:p>
          <a:endParaRPr lang="en-US"/>
        </a:p>
      </dgm:t>
    </dgm:pt>
    <dgm:pt modelId="{B02D5179-690C-B046-AC42-D1FD90B636F3}" type="sibTrans" cxnId="{C8A690EE-EA89-FB4C-AB9D-CD1DED382BE9}">
      <dgm:prSet/>
      <dgm:spPr/>
      <dgm:t>
        <a:bodyPr/>
        <a:lstStyle/>
        <a:p>
          <a:endParaRPr lang="en-US"/>
        </a:p>
      </dgm:t>
    </dgm:pt>
    <dgm:pt modelId="{36C6F2A7-C5E3-4561-ABF1-EAD34C41222A}">
      <dgm:prSet phldrT="[Text]" custT="1"/>
      <dgm:spPr>
        <a:solidFill>
          <a:schemeClr val="accent6">
            <a:lumMod val="20000"/>
            <a:lumOff val="80000"/>
          </a:schemeClr>
        </a:solidFill>
        <a:ln>
          <a:noFill/>
        </a:ln>
      </dgm:spPr>
      <dgm:t>
        <a:bodyPr/>
        <a:lstStyle/>
        <a:p>
          <a:pPr>
            <a:buFont typeface="Arial" panose="020B0604020202020204" pitchFamily="34" charset="0"/>
            <a:buChar char="•"/>
          </a:pPr>
          <a:r>
            <a:rPr lang="en-GB" sz="1000"/>
            <a:t>Operate Network efficiently</a:t>
          </a:r>
        </a:p>
      </dgm:t>
    </dgm:pt>
    <dgm:pt modelId="{2E642E7F-DB80-451A-B01E-057D9F7BC291}" type="sibTrans" cxnId="{64089195-5B67-45DB-B19D-8B3D9D54BF6B}">
      <dgm:prSet/>
      <dgm:spPr/>
      <dgm:t>
        <a:bodyPr/>
        <a:lstStyle/>
        <a:p>
          <a:endParaRPr lang="en-GB"/>
        </a:p>
      </dgm:t>
    </dgm:pt>
    <dgm:pt modelId="{3D93ECB6-DD98-4B5D-B616-530E57B25ADB}" type="parTrans" cxnId="{64089195-5B67-45DB-B19D-8B3D9D54BF6B}">
      <dgm:prSet/>
      <dgm:spPr/>
      <dgm:t>
        <a:bodyPr/>
        <a:lstStyle/>
        <a:p>
          <a:endParaRPr lang="en-GB"/>
        </a:p>
      </dgm:t>
    </dgm:pt>
    <dgm:pt modelId="{4B27A008-CB7E-4A55-B333-7F040E7561C9}">
      <dgm:prSet phldrT="[Text]" custT="1"/>
      <dgm:spPr>
        <a:solidFill>
          <a:schemeClr val="accent6">
            <a:lumMod val="20000"/>
            <a:lumOff val="80000"/>
          </a:schemeClr>
        </a:solidFill>
        <a:ln>
          <a:noFill/>
        </a:ln>
      </dgm:spPr>
      <dgm:t>
        <a:bodyPr/>
        <a:lstStyle/>
        <a:p>
          <a:pPr>
            <a:buFont typeface="Arial" panose="020B0604020202020204" pitchFamily="34" charset="0"/>
            <a:buChar char="•"/>
          </a:pPr>
          <a:r>
            <a:rPr lang="en-GB" sz="1000"/>
            <a:t>Network stability</a:t>
          </a:r>
        </a:p>
      </dgm:t>
    </dgm:pt>
    <dgm:pt modelId="{4730FED8-3ADE-42FA-BBCE-5F6CC990E871}" type="sibTrans" cxnId="{3E5115FB-1634-409F-9B47-BCBD5D70A282}">
      <dgm:prSet/>
      <dgm:spPr/>
      <dgm:t>
        <a:bodyPr/>
        <a:lstStyle/>
        <a:p>
          <a:endParaRPr lang="en-US"/>
        </a:p>
      </dgm:t>
    </dgm:pt>
    <dgm:pt modelId="{180B7EB8-4100-43FE-AE9E-DCA894DB84C5}" type="parTrans" cxnId="{3E5115FB-1634-409F-9B47-BCBD5D70A282}">
      <dgm:prSet/>
      <dgm:spPr/>
      <dgm:t>
        <a:bodyPr/>
        <a:lstStyle/>
        <a:p>
          <a:endParaRPr lang="en-US"/>
        </a:p>
      </dgm:t>
    </dgm:pt>
    <dgm:pt modelId="{D6B2E01B-0CFB-5C40-9EDF-47488218F3D8}">
      <dgm:prSet phldrT="[Text]" custT="1"/>
      <dgm:spPr>
        <a:solidFill>
          <a:schemeClr val="accent6">
            <a:lumMod val="20000"/>
            <a:lumOff val="80000"/>
          </a:schemeClr>
        </a:solidFill>
        <a:ln>
          <a:noFill/>
        </a:ln>
      </dgm:spPr>
      <dgm:t>
        <a:bodyPr/>
        <a:lstStyle/>
        <a:p>
          <a:r>
            <a:rPr lang="en-GB" sz="1000"/>
            <a:t>Operate Network efficiently</a:t>
          </a:r>
        </a:p>
      </dgm:t>
    </dgm:pt>
    <dgm:pt modelId="{B12F30A1-40C2-CF4E-94ED-5FF21F7CEE06}" type="parTrans" cxnId="{1B28EAE3-560C-B64C-ACBF-B7CE8FBA4B1E}">
      <dgm:prSet/>
      <dgm:spPr/>
      <dgm:t>
        <a:bodyPr/>
        <a:lstStyle/>
        <a:p>
          <a:endParaRPr lang="en-US"/>
        </a:p>
      </dgm:t>
    </dgm:pt>
    <dgm:pt modelId="{903BDA5F-B613-2B43-A495-501C860D9EC2}" type="sibTrans" cxnId="{1B28EAE3-560C-B64C-ACBF-B7CE8FBA4B1E}">
      <dgm:prSet/>
      <dgm:spPr/>
      <dgm:t>
        <a:bodyPr/>
        <a:lstStyle/>
        <a:p>
          <a:endParaRPr lang="en-US"/>
        </a:p>
      </dgm:t>
    </dgm:pt>
    <dgm:pt modelId="{6F371B0F-E39B-BB4A-A9F0-8431B444D1E0}">
      <dgm:prSet custT="1"/>
      <dgm:spPr>
        <a:solidFill>
          <a:schemeClr val="accent6">
            <a:lumMod val="20000"/>
            <a:lumOff val="80000"/>
          </a:schemeClr>
        </a:solidFill>
        <a:ln>
          <a:noFill/>
        </a:ln>
      </dgm:spPr>
      <dgm:t>
        <a:bodyPr/>
        <a:lstStyle/>
        <a:p>
          <a:endParaRPr lang="en-GB" sz="1000"/>
        </a:p>
      </dgm:t>
    </dgm:pt>
    <dgm:pt modelId="{EEBCB173-EAA7-C241-AA88-E8F63D803841}" type="parTrans" cxnId="{246F8A91-6534-0940-A617-B752A271F2E2}">
      <dgm:prSet/>
      <dgm:spPr/>
      <dgm:t>
        <a:bodyPr/>
        <a:lstStyle/>
        <a:p>
          <a:endParaRPr lang="en-US"/>
        </a:p>
      </dgm:t>
    </dgm:pt>
    <dgm:pt modelId="{EE1E0C2D-01DD-A547-BA5B-6FFD569B10DD}" type="sibTrans" cxnId="{246F8A91-6534-0940-A617-B752A271F2E2}">
      <dgm:prSet/>
      <dgm:spPr/>
      <dgm:t>
        <a:bodyPr/>
        <a:lstStyle/>
        <a:p>
          <a:endParaRPr lang="en-US"/>
        </a:p>
      </dgm:t>
    </dgm:pt>
    <dgm:pt modelId="{54C1D77B-4B54-5E49-8694-32DF7C071155}">
      <dgm:prSet custT="1"/>
      <dgm:spPr>
        <a:solidFill>
          <a:schemeClr val="accent6">
            <a:lumMod val="20000"/>
            <a:lumOff val="80000"/>
          </a:schemeClr>
        </a:solidFill>
        <a:ln>
          <a:noFill/>
        </a:ln>
      </dgm:spPr>
      <dgm:t>
        <a:bodyPr/>
        <a:lstStyle/>
        <a:p>
          <a:pPr>
            <a:buFont typeface="Arial" panose="020B0604020202020204" pitchFamily="34" charset="0"/>
            <a:buChar char="•"/>
          </a:pPr>
          <a:r>
            <a:rPr lang="en-GB" sz="1000"/>
            <a:t>Clearly defined Network services</a:t>
          </a:r>
        </a:p>
      </dgm:t>
    </dgm:pt>
    <dgm:pt modelId="{8639B1D1-59A9-0345-8B95-90F29652CF63}" type="parTrans" cxnId="{584C8944-FC6B-B940-A254-6BF47E83EDDC}">
      <dgm:prSet/>
      <dgm:spPr/>
      <dgm:t>
        <a:bodyPr/>
        <a:lstStyle/>
        <a:p>
          <a:endParaRPr lang="en-US"/>
        </a:p>
      </dgm:t>
    </dgm:pt>
    <dgm:pt modelId="{7C657310-D2F0-1945-97FC-65DF48CE889F}" type="sibTrans" cxnId="{584C8944-FC6B-B940-A254-6BF47E83EDDC}">
      <dgm:prSet/>
      <dgm:spPr/>
      <dgm:t>
        <a:bodyPr/>
        <a:lstStyle/>
        <a:p>
          <a:endParaRPr lang="en-US"/>
        </a:p>
      </dgm:t>
    </dgm:pt>
    <dgm:pt modelId="{D926B3B8-84A5-8F48-9596-710408A9E888}">
      <dgm:prSet custT="1"/>
      <dgm:spPr>
        <a:solidFill>
          <a:schemeClr val="accent6">
            <a:lumMod val="20000"/>
            <a:lumOff val="80000"/>
          </a:schemeClr>
        </a:solidFill>
        <a:ln>
          <a:noFill/>
        </a:ln>
      </dgm:spPr>
      <dgm:t>
        <a:bodyPr/>
        <a:lstStyle/>
        <a:p>
          <a:pPr>
            <a:buFont typeface="Arial" panose="020B0604020202020204" pitchFamily="34" charset="0"/>
            <a:buChar char="•"/>
          </a:pPr>
          <a:endParaRPr lang="en-GB" sz="1000"/>
        </a:p>
      </dgm:t>
    </dgm:pt>
    <dgm:pt modelId="{CE88CCBE-A55A-534D-B417-4B6C154C06B8}" type="parTrans" cxnId="{91751220-4677-204C-82A5-018BB65D65BE}">
      <dgm:prSet/>
      <dgm:spPr/>
      <dgm:t>
        <a:bodyPr/>
        <a:lstStyle/>
        <a:p>
          <a:endParaRPr lang="en-US"/>
        </a:p>
      </dgm:t>
    </dgm:pt>
    <dgm:pt modelId="{9730A59E-B54E-D04F-9239-66EBE0992216}" type="sibTrans" cxnId="{91751220-4677-204C-82A5-018BB65D65BE}">
      <dgm:prSet/>
      <dgm:spPr/>
      <dgm:t>
        <a:bodyPr/>
        <a:lstStyle/>
        <a:p>
          <a:endParaRPr lang="en-US"/>
        </a:p>
      </dgm:t>
    </dgm:pt>
    <dgm:pt modelId="{3130E3F4-83FB-FE48-9AA5-D91C7D2FAE55}">
      <dgm:prSet phldrT="[Text]" custT="1"/>
      <dgm:spPr>
        <a:solidFill>
          <a:schemeClr val="accent6">
            <a:lumMod val="20000"/>
            <a:lumOff val="80000"/>
          </a:schemeClr>
        </a:solidFill>
        <a:ln>
          <a:noFill/>
        </a:ln>
      </dgm:spPr>
      <dgm:t>
        <a:bodyPr/>
        <a:lstStyle/>
        <a:p>
          <a:endParaRPr lang="en-GB" sz="1000"/>
        </a:p>
      </dgm:t>
    </dgm:pt>
    <dgm:pt modelId="{1E9E38A5-1630-5145-A511-3A8F36A88CB8}" type="parTrans" cxnId="{55CDCF8F-7C07-2C4B-9551-B42BBB437F30}">
      <dgm:prSet/>
      <dgm:spPr/>
      <dgm:t>
        <a:bodyPr/>
        <a:lstStyle/>
        <a:p>
          <a:endParaRPr lang="en-US"/>
        </a:p>
      </dgm:t>
    </dgm:pt>
    <dgm:pt modelId="{5C1F125E-50D0-6241-8B9E-660FA6A6B0A7}" type="sibTrans" cxnId="{55CDCF8F-7C07-2C4B-9551-B42BBB437F30}">
      <dgm:prSet/>
      <dgm:spPr/>
      <dgm:t>
        <a:bodyPr/>
        <a:lstStyle/>
        <a:p>
          <a:endParaRPr lang="en-US"/>
        </a:p>
      </dgm:t>
    </dgm:pt>
    <dgm:pt modelId="{4EB52C01-023A-D34F-990F-FC10E61C7C4F}">
      <dgm:prSet custT="1"/>
      <dgm:spPr/>
      <dgm:t>
        <a:bodyPr/>
        <a:lstStyle/>
        <a:p>
          <a:pPr>
            <a:buFont typeface="Arial" panose="020B0604020202020204" pitchFamily="34" charset="0"/>
            <a:buChar char="•"/>
          </a:pPr>
          <a:r>
            <a:rPr lang="en-GB" sz="1000"/>
            <a:t>Clearly defined Network services</a:t>
          </a:r>
          <a:endParaRPr lang="en-US" sz="1000"/>
        </a:p>
      </dgm:t>
    </dgm:pt>
    <dgm:pt modelId="{87EAF7E4-B9EC-AC48-9DE2-862FFEF96EC7}" type="parTrans" cxnId="{7739E38A-06C8-1B44-B1A8-D15DAD789C41}">
      <dgm:prSet/>
      <dgm:spPr/>
      <dgm:t>
        <a:bodyPr/>
        <a:lstStyle/>
        <a:p>
          <a:endParaRPr lang="en-US"/>
        </a:p>
      </dgm:t>
    </dgm:pt>
    <dgm:pt modelId="{48EA8363-CC15-FE4F-A497-F2E072210276}" type="sibTrans" cxnId="{7739E38A-06C8-1B44-B1A8-D15DAD789C41}">
      <dgm:prSet/>
      <dgm:spPr/>
      <dgm:t>
        <a:bodyPr/>
        <a:lstStyle/>
        <a:p>
          <a:endParaRPr lang="en-US"/>
        </a:p>
      </dgm:t>
    </dgm:pt>
    <dgm:pt modelId="{E1711EED-53EA-D741-B15C-21A17109518B}">
      <dgm:prSet custT="1"/>
      <dgm:spPr/>
      <dgm:t>
        <a:bodyPr/>
        <a:lstStyle/>
        <a:p>
          <a:pPr>
            <a:buFont typeface="Arial" panose="020B0604020202020204" pitchFamily="34" charset="0"/>
            <a:buChar char="•"/>
          </a:pPr>
          <a:r>
            <a:rPr lang="en-GB" sz="1000"/>
            <a:t>Provide reliable network</a:t>
          </a:r>
          <a:endParaRPr lang="en-US" sz="1000"/>
        </a:p>
      </dgm:t>
    </dgm:pt>
    <dgm:pt modelId="{73DB400C-6757-2741-BCDA-D1B70C56DAE0}" type="parTrans" cxnId="{42DBB203-CDAF-F34D-A29F-BC2D764DD447}">
      <dgm:prSet/>
      <dgm:spPr/>
      <dgm:t>
        <a:bodyPr/>
        <a:lstStyle/>
        <a:p>
          <a:endParaRPr lang="en-US"/>
        </a:p>
      </dgm:t>
    </dgm:pt>
    <dgm:pt modelId="{A40F6816-D48C-EC43-A2B8-727E7F811C3D}" type="sibTrans" cxnId="{42DBB203-CDAF-F34D-A29F-BC2D764DD447}">
      <dgm:prSet/>
      <dgm:spPr/>
      <dgm:t>
        <a:bodyPr/>
        <a:lstStyle/>
        <a:p>
          <a:endParaRPr lang="en-US"/>
        </a:p>
      </dgm:t>
    </dgm:pt>
    <dgm:pt modelId="{2EE7C3D3-EF60-0E46-A331-B00FC2B5753B}">
      <dgm:prSet custT="1"/>
      <dgm:spPr/>
      <dgm:t>
        <a:bodyPr/>
        <a:lstStyle/>
        <a:p>
          <a:pPr>
            <a:buFont typeface="Arial" panose="020B0604020202020204" pitchFamily="34" charset="0"/>
            <a:buChar char="•"/>
          </a:pPr>
          <a:endParaRPr lang="en-US" sz="1000"/>
        </a:p>
      </dgm:t>
    </dgm:pt>
    <dgm:pt modelId="{BB29D2B4-D9EF-FE47-98A9-088F884112E7}" type="parTrans" cxnId="{09AED23F-2F20-B045-A0EC-4888148D49C9}">
      <dgm:prSet/>
      <dgm:spPr/>
      <dgm:t>
        <a:bodyPr/>
        <a:lstStyle/>
        <a:p>
          <a:endParaRPr lang="en-US"/>
        </a:p>
      </dgm:t>
    </dgm:pt>
    <dgm:pt modelId="{CB45F6D3-0393-CB4B-9210-6CC9122E84DD}" type="sibTrans" cxnId="{09AED23F-2F20-B045-A0EC-4888148D49C9}">
      <dgm:prSet/>
      <dgm:spPr/>
      <dgm:t>
        <a:bodyPr/>
        <a:lstStyle/>
        <a:p>
          <a:endParaRPr lang="en-US"/>
        </a:p>
      </dgm:t>
    </dgm:pt>
    <dgm:pt modelId="{25A913F6-1796-44E2-86F5-34ED72C8724E}" type="pres">
      <dgm:prSet presAssocID="{D461267C-AAFC-4A04-B453-10BFCA9E3A78}" presName="theList" presStyleCnt="0">
        <dgm:presLayoutVars>
          <dgm:dir/>
          <dgm:animLvl val="lvl"/>
          <dgm:resizeHandles val="exact"/>
        </dgm:presLayoutVars>
      </dgm:prSet>
      <dgm:spPr/>
    </dgm:pt>
    <dgm:pt modelId="{5DFF7897-A45B-4A05-A53C-480927982C02}" type="pres">
      <dgm:prSet presAssocID="{005C1547-99FD-4E37-88D7-60AB84BCEA6D}" presName="compNode" presStyleCnt="0"/>
      <dgm:spPr/>
    </dgm:pt>
    <dgm:pt modelId="{F71992BA-4E83-4A4A-B9D8-DF5E267C38B0}" type="pres">
      <dgm:prSet presAssocID="{005C1547-99FD-4E37-88D7-60AB84BCEA6D}" presName="noGeometry" presStyleCnt="0"/>
      <dgm:spPr/>
    </dgm:pt>
    <dgm:pt modelId="{B4484374-F97E-4A0D-B524-7BF82DA70716}" type="pres">
      <dgm:prSet presAssocID="{005C1547-99FD-4E37-88D7-60AB84BCEA6D}" presName="childTextVisible" presStyleLbl="bgAccFollowNode1" presStyleIdx="0" presStyleCnt="4">
        <dgm:presLayoutVars>
          <dgm:bulletEnabled val="1"/>
        </dgm:presLayoutVars>
      </dgm:prSet>
      <dgm:spPr/>
    </dgm:pt>
    <dgm:pt modelId="{DAB6A6D2-D462-4E24-8933-19BD0A3B8D8B}" type="pres">
      <dgm:prSet presAssocID="{005C1547-99FD-4E37-88D7-60AB84BCEA6D}" presName="childTextHidden" presStyleLbl="bgAccFollowNode1" presStyleIdx="0" presStyleCnt="4"/>
      <dgm:spPr/>
    </dgm:pt>
    <dgm:pt modelId="{F8992835-E712-4E11-B253-812CDA2F4A9F}" type="pres">
      <dgm:prSet presAssocID="{005C1547-99FD-4E37-88D7-60AB84BCEA6D}" presName="parentText" presStyleLbl="node1" presStyleIdx="0" presStyleCnt="4">
        <dgm:presLayoutVars>
          <dgm:chMax val="1"/>
          <dgm:bulletEnabled val="1"/>
        </dgm:presLayoutVars>
      </dgm:prSet>
      <dgm:spPr/>
    </dgm:pt>
    <dgm:pt modelId="{997B86B2-1CD7-41B6-A03A-04C51334E035}" type="pres">
      <dgm:prSet presAssocID="{005C1547-99FD-4E37-88D7-60AB84BCEA6D}" presName="aSpace" presStyleCnt="0"/>
      <dgm:spPr/>
    </dgm:pt>
    <dgm:pt modelId="{098967BF-8C35-4AD7-9E58-1420868166BE}" type="pres">
      <dgm:prSet presAssocID="{0F507754-2CDB-4CDE-BBA1-7653E69014B8}" presName="compNode" presStyleCnt="0"/>
      <dgm:spPr/>
    </dgm:pt>
    <dgm:pt modelId="{335371D7-0293-4547-9202-4418F89086F6}" type="pres">
      <dgm:prSet presAssocID="{0F507754-2CDB-4CDE-BBA1-7653E69014B8}" presName="noGeometry" presStyleCnt="0"/>
      <dgm:spPr/>
    </dgm:pt>
    <dgm:pt modelId="{0B4B5FA3-4F31-4EF6-8F5D-F62F50985C31}" type="pres">
      <dgm:prSet presAssocID="{0F507754-2CDB-4CDE-BBA1-7653E69014B8}" presName="childTextVisible" presStyleLbl="bgAccFollowNode1" presStyleIdx="1" presStyleCnt="4" custLinFactNeighborX="-279" custLinFactNeighborY="4029">
        <dgm:presLayoutVars>
          <dgm:bulletEnabled val="1"/>
        </dgm:presLayoutVars>
      </dgm:prSet>
      <dgm:spPr/>
    </dgm:pt>
    <dgm:pt modelId="{C3556303-A264-428D-A6C5-86980E0893FA}" type="pres">
      <dgm:prSet presAssocID="{0F507754-2CDB-4CDE-BBA1-7653E69014B8}" presName="childTextHidden" presStyleLbl="bgAccFollowNode1" presStyleIdx="1" presStyleCnt="4"/>
      <dgm:spPr/>
    </dgm:pt>
    <dgm:pt modelId="{87A2D63B-EA13-41CD-A82C-BDD669DBC70C}" type="pres">
      <dgm:prSet presAssocID="{0F507754-2CDB-4CDE-BBA1-7653E69014B8}" presName="parentText" presStyleLbl="node1" presStyleIdx="1" presStyleCnt="4" custLinFactNeighborX="56" custLinFactNeighborY="10185">
        <dgm:presLayoutVars>
          <dgm:chMax val="1"/>
          <dgm:bulletEnabled val="1"/>
        </dgm:presLayoutVars>
      </dgm:prSet>
      <dgm:spPr/>
    </dgm:pt>
    <dgm:pt modelId="{EDA26482-546D-4479-9AEC-EF0EA02C2180}" type="pres">
      <dgm:prSet presAssocID="{0F507754-2CDB-4CDE-BBA1-7653E69014B8}" presName="aSpace" presStyleCnt="0"/>
      <dgm:spPr/>
    </dgm:pt>
    <dgm:pt modelId="{6A90C15B-3C9B-45EF-8C0F-AC5BA2DD0A91}" type="pres">
      <dgm:prSet presAssocID="{BA579838-0413-4577-A182-FF80F5549516}" presName="compNode" presStyleCnt="0"/>
      <dgm:spPr/>
    </dgm:pt>
    <dgm:pt modelId="{66FCE5C4-75CE-4371-AB3F-5FE8C8237DFA}" type="pres">
      <dgm:prSet presAssocID="{BA579838-0413-4577-A182-FF80F5549516}" presName="noGeometry" presStyleCnt="0"/>
      <dgm:spPr/>
    </dgm:pt>
    <dgm:pt modelId="{873A3858-4FA5-47AC-BB0F-F1B6227873BA}" type="pres">
      <dgm:prSet presAssocID="{BA579838-0413-4577-A182-FF80F5549516}" presName="childTextVisible" presStyleLbl="bgAccFollowNode1" presStyleIdx="2" presStyleCnt="4">
        <dgm:presLayoutVars>
          <dgm:bulletEnabled val="1"/>
        </dgm:presLayoutVars>
      </dgm:prSet>
      <dgm:spPr/>
    </dgm:pt>
    <dgm:pt modelId="{DA9BA91C-2ED7-4DEA-A5ED-3FCF26888626}" type="pres">
      <dgm:prSet presAssocID="{BA579838-0413-4577-A182-FF80F5549516}" presName="childTextHidden" presStyleLbl="bgAccFollowNode1" presStyleIdx="2" presStyleCnt="4"/>
      <dgm:spPr/>
    </dgm:pt>
    <dgm:pt modelId="{3EF928B0-AE40-4CCC-9AC8-7F4622232DB9}" type="pres">
      <dgm:prSet presAssocID="{BA579838-0413-4577-A182-FF80F5549516}" presName="parentText" presStyleLbl="node1" presStyleIdx="2" presStyleCnt="4">
        <dgm:presLayoutVars>
          <dgm:chMax val="1"/>
          <dgm:bulletEnabled val="1"/>
        </dgm:presLayoutVars>
      </dgm:prSet>
      <dgm:spPr/>
    </dgm:pt>
    <dgm:pt modelId="{CF32752F-8D14-4662-AF10-704ED0D9AC3C}" type="pres">
      <dgm:prSet presAssocID="{BA579838-0413-4577-A182-FF80F5549516}" presName="aSpace" presStyleCnt="0"/>
      <dgm:spPr/>
    </dgm:pt>
    <dgm:pt modelId="{BF1976E3-97FE-4777-9836-E1C3E8400EF1}" type="pres">
      <dgm:prSet presAssocID="{C0C37D8D-7A82-4A51-A12C-6255606CE6C1}" presName="compNode" presStyleCnt="0"/>
      <dgm:spPr/>
    </dgm:pt>
    <dgm:pt modelId="{FAFA3233-7BB8-49AE-899E-5CA9CCE68CA8}" type="pres">
      <dgm:prSet presAssocID="{C0C37D8D-7A82-4A51-A12C-6255606CE6C1}" presName="noGeometry" presStyleCnt="0"/>
      <dgm:spPr/>
    </dgm:pt>
    <dgm:pt modelId="{29B467BE-B8B3-4454-8337-651F6FA8D458}" type="pres">
      <dgm:prSet presAssocID="{C0C37D8D-7A82-4A51-A12C-6255606CE6C1}" presName="childTextVisible" presStyleLbl="bgAccFollowNode1" presStyleIdx="3" presStyleCnt="4">
        <dgm:presLayoutVars>
          <dgm:bulletEnabled val="1"/>
        </dgm:presLayoutVars>
      </dgm:prSet>
      <dgm:spPr/>
    </dgm:pt>
    <dgm:pt modelId="{0435D653-E243-4536-B374-BD2656895D1D}" type="pres">
      <dgm:prSet presAssocID="{C0C37D8D-7A82-4A51-A12C-6255606CE6C1}" presName="childTextHidden" presStyleLbl="bgAccFollowNode1" presStyleIdx="3" presStyleCnt="4"/>
      <dgm:spPr/>
    </dgm:pt>
    <dgm:pt modelId="{008EABF7-B564-4A13-BF4D-CB0AEEC77A91}" type="pres">
      <dgm:prSet presAssocID="{C0C37D8D-7A82-4A51-A12C-6255606CE6C1}" presName="parentText" presStyleLbl="node1" presStyleIdx="3" presStyleCnt="4">
        <dgm:presLayoutVars>
          <dgm:chMax val="1"/>
          <dgm:bulletEnabled val="1"/>
        </dgm:presLayoutVars>
      </dgm:prSet>
      <dgm:spPr/>
    </dgm:pt>
  </dgm:ptLst>
  <dgm:cxnLst>
    <dgm:cxn modelId="{42DBB203-CDAF-F34D-A29F-BC2D764DD447}" srcId="{C0C37D8D-7A82-4A51-A12C-6255606CE6C1}" destId="{E1711EED-53EA-D741-B15C-21A17109518B}" srcOrd="3" destOrd="0" parTransId="{73DB400C-6757-2741-BCDA-D1B70C56DAE0}" sibTransId="{A40F6816-D48C-EC43-A2B8-727E7F811C3D}"/>
    <dgm:cxn modelId="{22B12A05-BB93-4E70-A57A-4C9E36334E03}" srcId="{C0C37D8D-7A82-4A51-A12C-6255606CE6C1}" destId="{272F54DC-F84F-4C4A-8783-BE36B82FC24B}" srcOrd="0" destOrd="0" parTransId="{555F9769-FBC4-433A-A5A4-68A85A30EBC9}" sibTransId="{AC1A4AA7-2F7B-4899-AA96-60466ADB597F}"/>
    <dgm:cxn modelId="{D5AB3D0A-5D6C-48A3-BF04-35C3097096C1}" srcId="{C0C37D8D-7A82-4A51-A12C-6255606CE6C1}" destId="{BCE021E0-50A1-4FBA-8747-3D59FE804B9F}" srcOrd="1" destOrd="0" parTransId="{67DA1074-E633-4BC4-B456-B46B3F2AAE7D}" sibTransId="{CA24B249-CB4E-492A-8AEF-38B140626E85}"/>
    <dgm:cxn modelId="{4DC3510A-5985-8F4E-9C5E-999E761E5E9F}" type="presOf" srcId="{E1711EED-53EA-D741-B15C-21A17109518B}" destId="{29B467BE-B8B3-4454-8337-651F6FA8D458}" srcOrd="0" destOrd="3" presId="urn:microsoft.com/office/officeart/2005/8/layout/hProcess6"/>
    <dgm:cxn modelId="{FC145A0E-94E6-4CF1-8D7E-EC75EC3778AA}" type="presOf" srcId="{272F54DC-F84F-4C4A-8783-BE36B82FC24B}" destId="{29B467BE-B8B3-4454-8337-651F6FA8D458}" srcOrd="0" destOrd="0" presId="urn:microsoft.com/office/officeart/2005/8/layout/hProcess6"/>
    <dgm:cxn modelId="{75E08E12-FA55-1B4E-B260-7E771D13EBA2}" type="presOf" srcId="{D926B3B8-84A5-8F48-9596-710408A9E888}" destId="{0B4B5FA3-4F31-4EF6-8F5D-F62F50985C31}" srcOrd="0" destOrd="3" presId="urn:microsoft.com/office/officeart/2005/8/layout/hProcess6"/>
    <dgm:cxn modelId="{AC786013-98D3-4A8A-B5FD-EDC9C08447EC}" type="presOf" srcId="{DF0F6825-DF12-4F31-96D3-83BA74149B42}" destId="{873A3858-4FA5-47AC-BB0F-F1B6227873BA}" srcOrd="0" destOrd="0" presId="urn:microsoft.com/office/officeart/2005/8/layout/hProcess6"/>
    <dgm:cxn modelId="{B62AE417-1DEE-436B-B222-8364E785BBED}" srcId="{D461267C-AAFC-4A04-B453-10BFCA9E3A78}" destId="{0F507754-2CDB-4CDE-BBA1-7653E69014B8}" srcOrd="1" destOrd="0" parTransId="{1C981ACF-9D2C-47CE-AC21-ABA922DCCCF2}" sibTransId="{9F2FD445-215D-4CCB-A143-77A6D3E7B958}"/>
    <dgm:cxn modelId="{05071118-1FE2-463B-8EF1-7B19BBED30EA}" srcId="{0F507754-2CDB-4CDE-BBA1-7653E69014B8}" destId="{0A336B00-8082-4814-AAAE-79C4FF2452BA}" srcOrd="0" destOrd="0" parTransId="{06F7F318-3631-4FE9-8BFA-1E057FC0B014}" sibTransId="{411DEF42-DE25-43D9-96AE-4B10252B4AA1}"/>
    <dgm:cxn modelId="{AE38EB18-23F7-AA4E-8F54-79FD9BAB77A1}" type="presOf" srcId="{4EB52C01-023A-D34F-990F-FC10E61C7C4F}" destId="{29B467BE-B8B3-4454-8337-651F6FA8D458}" srcOrd="0" destOrd="2" presId="urn:microsoft.com/office/officeart/2005/8/layout/hProcess6"/>
    <dgm:cxn modelId="{270D3E1D-A4BB-4798-A7F1-1EF6BB1676B9}" type="presOf" srcId="{0A336B00-8082-4814-AAAE-79C4FF2452BA}" destId="{0B4B5FA3-4F31-4EF6-8F5D-F62F50985C31}" srcOrd="0" destOrd="0" presId="urn:microsoft.com/office/officeart/2005/8/layout/hProcess6"/>
    <dgm:cxn modelId="{91751220-4677-204C-82A5-018BB65D65BE}" srcId="{0F507754-2CDB-4CDE-BBA1-7653E69014B8}" destId="{D926B3B8-84A5-8F48-9596-710408A9E888}" srcOrd="3" destOrd="0" parTransId="{CE88CCBE-A55A-534D-B417-4B6C154C06B8}" sibTransId="{9730A59E-B54E-D04F-9239-66EBE0992216}"/>
    <dgm:cxn modelId="{5B19EB20-FF20-4EB5-B211-F3AC9F8C4185}" type="presOf" srcId="{1494AD4D-7CCC-4CA9-ADA8-2698C8A16112}" destId="{DAB6A6D2-D462-4E24-8933-19BD0A3B8D8B}" srcOrd="1" destOrd="0" presId="urn:microsoft.com/office/officeart/2005/8/layout/hProcess6"/>
    <dgm:cxn modelId="{8928FE22-DB6A-4DEA-A4B5-8F4FBB321206}" type="presOf" srcId="{DF0F6825-DF12-4F31-96D3-83BA74149B42}" destId="{DA9BA91C-2ED7-4DEA-A5ED-3FCF26888626}" srcOrd="1" destOrd="0" presId="urn:microsoft.com/office/officeart/2005/8/layout/hProcess6"/>
    <dgm:cxn modelId="{20BAE228-094A-4379-A8CA-27981EE056B3}" type="presOf" srcId="{1494AD4D-7CCC-4CA9-ADA8-2698C8A16112}" destId="{B4484374-F97E-4A0D-B524-7BF82DA70716}" srcOrd="0" destOrd="0" presId="urn:microsoft.com/office/officeart/2005/8/layout/hProcess6"/>
    <dgm:cxn modelId="{5A013A37-C052-44B5-90C1-88B5A8566263}" type="presOf" srcId="{0A336B00-8082-4814-AAAE-79C4FF2452BA}" destId="{C3556303-A264-428D-A6C5-86980E0893FA}" srcOrd="1" destOrd="0" presId="urn:microsoft.com/office/officeart/2005/8/layout/hProcess6"/>
    <dgm:cxn modelId="{AFB9E13D-4472-E043-A7C5-0682038A7C58}" type="presOf" srcId="{3130E3F4-83FB-FE48-9AA5-D91C7D2FAE55}" destId="{DA9BA91C-2ED7-4DEA-A5ED-3FCF26888626}" srcOrd="1" destOrd="2" presId="urn:microsoft.com/office/officeart/2005/8/layout/hProcess6"/>
    <dgm:cxn modelId="{F2B80F3E-90B7-6647-9304-A98DE2D2193C}" type="presOf" srcId="{54C1D77B-4B54-5E49-8694-32DF7C071155}" destId="{C3556303-A264-428D-A6C5-86980E0893FA}" srcOrd="1" destOrd="2" presId="urn:microsoft.com/office/officeart/2005/8/layout/hProcess6"/>
    <dgm:cxn modelId="{0AE7ED3E-70E2-4C26-BB9A-C4777BF3B421}" type="presOf" srcId="{C0C37D8D-7A82-4A51-A12C-6255606CE6C1}" destId="{008EABF7-B564-4A13-BF4D-CB0AEEC77A91}" srcOrd="0" destOrd="0" presId="urn:microsoft.com/office/officeart/2005/8/layout/hProcess6"/>
    <dgm:cxn modelId="{09AED23F-2F20-B045-A0EC-4888148D49C9}" srcId="{C0C37D8D-7A82-4A51-A12C-6255606CE6C1}" destId="{2EE7C3D3-EF60-0E46-A331-B00FC2B5753B}" srcOrd="4" destOrd="0" parTransId="{BB29D2B4-D9EF-FE47-98A9-088F884112E7}" sibTransId="{CB45F6D3-0393-CB4B-9210-6CC9122E84DD}"/>
    <dgm:cxn modelId="{6514CD40-164B-46E9-8191-D6B797F76991}" type="presOf" srcId="{4B8B826C-AFAA-436A-B54A-B5C6FA84EA5B}" destId="{0B4B5FA3-4F31-4EF6-8F5D-F62F50985C31}" srcOrd="0" destOrd="5" presId="urn:microsoft.com/office/officeart/2005/8/layout/hProcess6"/>
    <dgm:cxn modelId="{584C8944-FC6B-B940-A254-6BF47E83EDDC}" srcId="{0F507754-2CDB-4CDE-BBA1-7653E69014B8}" destId="{54C1D77B-4B54-5E49-8694-32DF7C071155}" srcOrd="2" destOrd="0" parTransId="{8639B1D1-59A9-0345-8B95-90F29652CF63}" sibTransId="{7C657310-D2F0-1945-97FC-65DF48CE889F}"/>
    <dgm:cxn modelId="{A20F6445-3E27-4926-8367-09D2ADB6A371}" type="presOf" srcId="{BCE021E0-50A1-4FBA-8747-3D59FE804B9F}" destId="{29B467BE-B8B3-4454-8337-651F6FA8D458}" srcOrd="0" destOrd="1" presId="urn:microsoft.com/office/officeart/2005/8/layout/hProcess6"/>
    <dgm:cxn modelId="{4783F049-8F9D-234E-898D-824B5F079DE8}" type="presOf" srcId="{D6B2E01B-0CFB-5C40-9EDF-47488218F3D8}" destId="{873A3858-4FA5-47AC-BB0F-F1B6227873BA}" srcOrd="0" destOrd="1" presId="urn:microsoft.com/office/officeart/2005/8/layout/hProcess6"/>
    <dgm:cxn modelId="{214F9155-A51C-6D41-8C0C-2D6BAF8D2283}" type="presOf" srcId="{B55FD80A-C153-454F-8334-6B63D381B31D}" destId="{C3556303-A264-428D-A6C5-86980E0893FA}" srcOrd="1" destOrd="1" presId="urn:microsoft.com/office/officeart/2005/8/layout/hProcess6"/>
    <dgm:cxn modelId="{1A094A56-0E8D-6042-A9B2-7DA64B9B7C5E}" type="presOf" srcId="{D926B3B8-84A5-8F48-9596-710408A9E888}" destId="{C3556303-A264-428D-A6C5-86980E0893FA}" srcOrd="1" destOrd="3" presId="urn:microsoft.com/office/officeart/2005/8/layout/hProcess6"/>
    <dgm:cxn modelId="{EB29CA5A-2441-43EA-8D67-F1452377E665}" srcId="{D461267C-AAFC-4A04-B453-10BFCA9E3A78}" destId="{C0C37D8D-7A82-4A51-A12C-6255606CE6C1}" srcOrd="3" destOrd="0" parTransId="{27E89AE2-6449-4ED3-9B96-84B43DA6DD22}" sibTransId="{4AE1ED80-99A1-4A0E-82ED-150A20F3E704}"/>
    <dgm:cxn modelId="{AE128A5D-6DAD-4942-A432-AE2176DE3299}" type="presOf" srcId="{BA579838-0413-4577-A182-FF80F5549516}" destId="{3EF928B0-AE40-4CCC-9AC8-7F4622232DB9}" srcOrd="0" destOrd="0" presId="urn:microsoft.com/office/officeart/2005/8/layout/hProcess6"/>
    <dgm:cxn modelId="{6809C865-DFF4-43C3-A00C-BA18E6DCA2AB}" srcId="{C0C37D8D-7A82-4A51-A12C-6255606CE6C1}" destId="{2921B3FD-1F92-4EB6-B0D5-6887B555B02C}" srcOrd="5" destOrd="0" parTransId="{A97E0A1F-74E7-43FC-BEAD-3105E1E94608}" sibTransId="{A872CE98-CDDA-4CA0-BBA3-F10DC8C8EF89}"/>
    <dgm:cxn modelId="{F6B0C467-A459-4D51-AACF-4F91CF6BAB98}" type="presOf" srcId="{EC05F70C-BD86-4BEB-AF86-377489D9198C}" destId="{873A3858-4FA5-47AC-BB0F-F1B6227873BA}" srcOrd="0" destOrd="3" presId="urn:microsoft.com/office/officeart/2005/8/layout/hProcess6"/>
    <dgm:cxn modelId="{E4F7A069-08C8-3A44-9CBA-0F2222995D82}" type="presOf" srcId="{4EB52C01-023A-D34F-990F-FC10E61C7C4F}" destId="{0435D653-E243-4536-B374-BD2656895D1D}" srcOrd="1" destOrd="2" presId="urn:microsoft.com/office/officeart/2005/8/layout/hProcess6"/>
    <dgm:cxn modelId="{D520996E-EF13-4B0F-90A5-D997BD495F5F}" type="presOf" srcId="{D461267C-AAFC-4A04-B453-10BFCA9E3A78}" destId="{25A913F6-1796-44E2-86F5-34ED72C8724E}" srcOrd="0" destOrd="0" presId="urn:microsoft.com/office/officeart/2005/8/layout/hProcess6"/>
    <dgm:cxn modelId="{C82EC270-94C9-422B-97CD-A94FF2ADAE66}" type="presOf" srcId="{36C6F2A7-C5E3-4561-ABF1-EAD34C41222A}" destId="{DAB6A6D2-D462-4E24-8933-19BD0A3B8D8B}" srcOrd="1" destOrd="1" presId="urn:microsoft.com/office/officeart/2005/8/layout/hProcess6"/>
    <dgm:cxn modelId="{6D977E75-082F-4554-9020-6EA074C4CF26}" srcId="{D461267C-AAFC-4A04-B453-10BFCA9E3A78}" destId="{005C1547-99FD-4E37-88D7-60AB84BCEA6D}" srcOrd="0" destOrd="0" parTransId="{8577BE6F-5409-4966-9139-BBE73303EBA0}" sibTransId="{A77B7760-54F6-479F-9408-ABD07241A059}"/>
    <dgm:cxn modelId="{67526378-1EF9-47B3-8A8C-25B9AAA8767E}" type="presOf" srcId="{005C1547-99FD-4E37-88D7-60AB84BCEA6D}" destId="{F8992835-E712-4E11-B253-812CDA2F4A9F}" srcOrd="0" destOrd="0" presId="urn:microsoft.com/office/officeart/2005/8/layout/hProcess6"/>
    <dgm:cxn modelId="{96C03D7C-DAD6-49DD-892E-941FD86ADCBA}" srcId="{BA579838-0413-4577-A182-FF80F5549516}" destId="{EC05F70C-BD86-4BEB-AF86-377489D9198C}" srcOrd="3" destOrd="0" parTransId="{EDF2F1C6-1FD5-4887-8D74-7A7CF95C4706}" sibTransId="{C10B3B67-97E7-4F2B-8591-F02F436A31F7}"/>
    <dgm:cxn modelId="{2E51E57E-73DA-4F19-A220-E740779447D8}" type="presOf" srcId="{36C6F2A7-C5E3-4561-ABF1-EAD34C41222A}" destId="{B4484374-F97E-4A0D-B524-7BF82DA70716}" srcOrd="0" destOrd="1" presId="urn:microsoft.com/office/officeart/2005/8/layout/hProcess6"/>
    <dgm:cxn modelId="{FCF7F47E-CAAB-D04F-B321-09A834CE3EB7}" type="presOf" srcId="{2EE7C3D3-EF60-0E46-A331-B00FC2B5753B}" destId="{29B467BE-B8B3-4454-8337-651F6FA8D458}" srcOrd="0" destOrd="4" presId="urn:microsoft.com/office/officeart/2005/8/layout/hProcess6"/>
    <dgm:cxn modelId="{17E49281-37CD-4195-8B67-5FFEE9F42DA2}" type="presOf" srcId="{272F54DC-F84F-4C4A-8783-BE36B82FC24B}" destId="{0435D653-E243-4536-B374-BD2656895D1D}" srcOrd="1" destOrd="0" presId="urn:microsoft.com/office/officeart/2005/8/layout/hProcess6"/>
    <dgm:cxn modelId="{6206E084-759C-48AC-97D6-94B9F8B2C734}" srcId="{005C1547-99FD-4E37-88D7-60AB84BCEA6D}" destId="{1494AD4D-7CCC-4CA9-ADA8-2698C8A16112}" srcOrd="0" destOrd="0" parTransId="{6770035E-5DE2-4322-A291-F3A3C2427FA3}" sibTransId="{14BB6BD3-FFBF-4B27-BD90-BE7D17FD0970}"/>
    <dgm:cxn modelId="{FE5FEB84-54D7-4DF4-A333-2DF43E5F53D0}" type="presOf" srcId="{4B27A008-CB7E-4A55-B333-7F040E7561C9}" destId="{DAB6A6D2-D462-4E24-8933-19BD0A3B8D8B}" srcOrd="1" destOrd="2" presId="urn:microsoft.com/office/officeart/2005/8/layout/hProcess6"/>
    <dgm:cxn modelId="{25B18D88-3E74-304C-8BA1-F483DD1B88ED}" type="presOf" srcId="{2EE7C3D3-EF60-0E46-A331-B00FC2B5753B}" destId="{0435D653-E243-4536-B374-BD2656895D1D}" srcOrd="1" destOrd="4" presId="urn:microsoft.com/office/officeart/2005/8/layout/hProcess6"/>
    <dgm:cxn modelId="{7739E38A-06C8-1B44-B1A8-D15DAD789C41}" srcId="{C0C37D8D-7A82-4A51-A12C-6255606CE6C1}" destId="{4EB52C01-023A-D34F-990F-FC10E61C7C4F}" srcOrd="2" destOrd="0" parTransId="{87EAF7E4-B9EC-AC48-9DE2-862FFEF96EC7}" sibTransId="{48EA8363-CC15-FE4F-A497-F2E072210276}"/>
    <dgm:cxn modelId="{C2BC9A8B-0B64-4430-A2B7-6061401FFD70}" type="presOf" srcId="{BCE021E0-50A1-4FBA-8747-3D59FE804B9F}" destId="{0435D653-E243-4536-B374-BD2656895D1D}" srcOrd="1" destOrd="1" presId="urn:microsoft.com/office/officeart/2005/8/layout/hProcess6"/>
    <dgm:cxn modelId="{55CDCF8F-7C07-2C4B-9551-B42BBB437F30}" srcId="{BA579838-0413-4577-A182-FF80F5549516}" destId="{3130E3F4-83FB-FE48-9AA5-D91C7D2FAE55}" srcOrd="2" destOrd="0" parTransId="{1E9E38A5-1630-5145-A511-3A8F36A88CB8}" sibTransId="{5C1F125E-50D0-6241-8B9E-660FA6A6B0A7}"/>
    <dgm:cxn modelId="{70F38291-C5AE-A940-B5FE-11C5194EBC49}" type="presOf" srcId="{6F371B0F-E39B-BB4A-A9F0-8431B444D1E0}" destId="{0B4B5FA3-4F31-4EF6-8F5D-F62F50985C31}" srcOrd="0" destOrd="4" presId="urn:microsoft.com/office/officeart/2005/8/layout/hProcess6"/>
    <dgm:cxn modelId="{246F8A91-6534-0940-A617-B752A271F2E2}" srcId="{0F507754-2CDB-4CDE-BBA1-7653E69014B8}" destId="{6F371B0F-E39B-BB4A-A9F0-8431B444D1E0}" srcOrd="4" destOrd="0" parTransId="{EEBCB173-EAA7-C241-AA88-E8F63D803841}" sibTransId="{EE1E0C2D-01DD-A547-BA5B-6FFD569B10DD}"/>
    <dgm:cxn modelId="{64089195-5B67-45DB-B19D-8B3D9D54BF6B}" srcId="{005C1547-99FD-4E37-88D7-60AB84BCEA6D}" destId="{36C6F2A7-C5E3-4561-ABF1-EAD34C41222A}" srcOrd="1" destOrd="0" parTransId="{3D93ECB6-DD98-4B5D-B616-530E57B25ADB}" sibTransId="{2E642E7F-DB80-451A-B01E-057D9F7BC291}"/>
    <dgm:cxn modelId="{6C7B8EA7-9812-43B7-966F-72FDB3DBF86A}" type="presOf" srcId="{4B8B826C-AFAA-436A-B54A-B5C6FA84EA5B}" destId="{C3556303-A264-428D-A6C5-86980E0893FA}" srcOrd="1" destOrd="5" presId="urn:microsoft.com/office/officeart/2005/8/layout/hProcess6"/>
    <dgm:cxn modelId="{2ED731B3-5D0E-DA48-AB67-B5CA62F6526D}" type="presOf" srcId="{D6B2E01B-0CFB-5C40-9EDF-47488218F3D8}" destId="{DA9BA91C-2ED7-4DEA-A5ED-3FCF26888626}" srcOrd="1" destOrd="1" presId="urn:microsoft.com/office/officeart/2005/8/layout/hProcess6"/>
    <dgm:cxn modelId="{02C1D8B3-7A0E-3646-9186-3B74F9F185A0}" type="presOf" srcId="{54C1D77B-4B54-5E49-8694-32DF7C071155}" destId="{0B4B5FA3-4F31-4EF6-8F5D-F62F50985C31}" srcOrd="0" destOrd="2" presId="urn:microsoft.com/office/officeart/2005/8/layout/hProcess6"/>
    <dgm:cxn modelId="{19A65AB6-EAB1-468A-BE03-AB8733FD21C3}" type="presOf" srcId="{4B27A008-CB7E-4A55-B333-7F040E7561C9}" destId="{B4484374-F97E-4A0D-B524-7BF82DA70716}" srcOrd="0" destOrd="2" presId="urn:microsoft.com/office/officeart/2005/8/layout/hProcess6"/>
    <dgm:cxn modelId="{C3A5B3BE-BA75-41F3-A005-82FED1D023C7}" type="presOf" srcId="{2921B3FD-1F92-4EB6-B0D5-6887B555B02C}" destId="{0435D653-E243-4536-B374-BD2656895D1D}" srcOrd="1" destOrd="5" presId="urn:microsoft.com/office/officeart/2005/8/layout/hProcess6"/>
    <dgm:cxn modelId="{069426C0-CCE6-B844-B130-A759445D28BC}" type="presOf" srcId="{6F371B0F-E39B-BB4A-A9F0-8431B444D1E0}" destId="{C3556303-A264-428D-A6C5-86980E0893FA}" srcOrd="1" destOrd="4" presId="urn:microsoft.com/office/officeart/2005/8/layout/hProcess6"/>
    <dgm:cxn modelId="{D96C19CA-F964-41E7-80E7-EE40AC4C6169}" type="presOf" srcId="{0F507754-2CDB-4CDE-BBA1-7653E69014B8}" destId="{87A2D63B-EA13-41CD-A82C-BDD669DBC70C}" srcOrd="0" destOrd="0" presId="urn:microsoft.com/office/officeart/2005/8/layout/hProcess6"/>
    <dgm:cxn modelId="{C4E17CCB-D2D8-4411-B974-A8FE8CF6821F}" type="presOf" srcId="{2921B3FD-1F92-4EB6-B0D5-6887B555B02C}" destId="{29B467BE-B8B3-4454-8337-651F6FA8D458}" srcOrd="0" destOrd="5" presId="urn:microsoft.com/office/officeart/2005/8/layout/hProcess6"/>
    <dgm:cxn modelId="{6BFACACE-A564-4258-A7FD-4CD64DB1EB9C}" srcId="{BA579838-0413-4577-A182-FF80F5549516}" destId="{DF0F6825-DF12-4F31-96D3-83BA74149B42}" srcOrd="0" destOrd="0" parTransId="{8266A661-00CD-443D-8398-00EC28E3CC3D}" sibTransId="{27448AA4-5B90-4F3E-BCC1-1655A601717A}"/>
    <dgm:cxn modelId="{D45C3EDD-1650-41E7-9B41-82853B8B79F2}" type="presOf" srcId="{EC05F70C-BD86-4BEB-AF86-377489D9198C}" destId="{DA9BA91C-2ED7-4DEA-A5ED-3FCF26888626}" srcOrd="1" destOrd="3" presId="urn:microsoft.com/office/officeart/2005/8/layout/hProcess6"/>
    <dgm:cxn modelId="{1B28EAE3-560C-B64C-ACBF-B7CE8FBA4B1E}" srcId="{BA579838-0413-4577-A182-FF80F5549516}" destId="{D6B2E01B-0CFB-5C40-9EDF-47488218F3D8}" srcOrd="1" destOrd="0" parTransId="{B12F30A1-40C2-CF4E-94ED-5FF21F7CEE06}" sibTransId="{903BDA5F-B613-2B43-A495-501C860D9EC2}"/>
    <dgm:cxn modelId="{C8A690EE-EA89-FB4C-AB9D-CD1DED382BE9}" srcId="{0F507754-2CDB-4CDE-BBA1-7653E69014B8}" destId="{B55FD80A-C153-454F-8334-6B63D381B31D}" srcOrd="1" destOrd="0" parTransId="{ED6C3C42-E48C-8F4F-AB02-12FADB18D5DD}" sibTransId="{B02D5179-690C-B046-AC42-D1FD90B636F3}"/>
    <dgm:cxn modelId="{1F56F6F3-946A-BE44-90F0-3DDA3E1CF2E3}" type="presOf" srcId="{B55FD80A-C153-454F-8334-6B63D381B31D}" destId="{0B4B5FA3-4F31-4EF6-8F5D-F62F50985C31}" srcOrd="0" destOrd="1" presId="urn:microsoft.com/office/officeart/2005/8/layout/hProcess6"/>
    <dgm:cxn modelId="{39DF36FA-2C99-544A-9093-40FB0DE55D1B}" type="presOf" srcId="{3130E3F4-83FB-FE48-9AA5-D91C7D2FAE55}" destId="{873A3858-4FA5-47AC-BB0F-F1B6227873BA}" srcOrd="0" destOrd="2" presId="urn:microsoft.com/office/officeart/2005/8/layout/hProcess6"/>
    <dgm:cxn modelId="{AF8DF3FA-DE92-CA4A-BAFC-80A691C057AD}" type="presOf" srcId="{E1711EED-53EA-D741-B15C-21A17109518B}" destId="{0435D653-E243-4536-B374-BD2656895D1D}" srcOrd="1" destOrd="3" presId="urn:microsoft.com/office/officeart/2005/8/layout/hProcess6"/>
    <dgm:cxn modelId="{3E5115FB-1634-409F-9B47-BCBD5D70A282}" srcId="{005C1547-99FD-4E37-88D7-60AB84BCEA6D}" destId="{4B27A008-CB7E-4A55-B333-7F040E7561C9}" srcOrd="2" destOrd="0" parTransId="{180B7EB8-4100-43FE-AE9E-DCA894DB84C5}" sibTransId="{4730FED8-3ADE-42FA-BBCE-5F6CC990E871}"/>
    <dgm:cxn modelId="{0A7245FB-AF47-4C0A-89C7-B5F1E809E3E9}" srcId="{0F507754-2CDB-4CDE-BBA1-7653E69014B8}" destId="{4B8B826C-AFAA-436A-B54A-B5C6FA84EA5B}" srcOrd="5" destOrd="0" parTransId="{85FAAC9C-B0E7-42D8-BA9C-570B9A59BE13}" sibTransId="{DA0A3252-B45A-4D95-9173-D34A423A5613}"/>
    <dgm:cxn modelId="{88DBA1FB-F303-4DBC-92F1-ECC4A1A4B31E}" srcId="{D461267C-AAFC-4A04-B453-10BFCA9E3A78}" destId="{BA579838-0413-4577-A182-FF80F5549516}" srcOrd="2" destOrd="0" parTransId="{F1BDB688-CCC1-4564-A38C-F5FDAA22CB13}" sibTransId="{2279A675-23DF-4502-B2FB-27B479AC59E8}"/>
    <dgm:cxn modelId="{5946533C-3B68-474C-AC17-1A72E402AD30}" type="presParOf" srcId="{25A913F6-1796-44E2-86F5-34ED72C8724E}" destId="{5DFF7897-A45B-4A05-A53C-480927982C02}" srcOrd="0" destOrd="0" presId="urn:microsoft.com/office/officeart/2005/8/layout/hProcess6"/>
    <dgm:cxn modelId="{CE28000F-C72D-4AB5-93DC-5D957253C9E4}" type="presParOf" srcId="{5DFF7897-A45B-4A05-A53C-480927982C02}" destId="{F71992BA-4E83-4A4A-B9D8-DF5E267C38B0}" srcOrd="0" destOrd="0" presId="urn:microsoft.com/office/officeart/2005/8/layout/hProcess6"/>
    <dgm:cxn modelId="{52293604-9E44-4F37-A11D-2E9DB9C600EE}" type="presParOf" srcId="{5DFF7897-A45B-4A05-A53C-480927982C02}" destId="{B4484374-F97E-4A0D-B524-7BF82DA70716}" srcOrd="1" destOrd="0" presId="urn:microsoft.com/office/officeart/2005/8/layout/hProcess6"/>
    <dgm:cxn modelId="{31BF1EDB-5E77-423E-BB0C-E550B76C792D}" type="presParOf" srcId="{5DFF7897-A45B-4A05-A53C-480927982C02}" destId="{DAB6A6D2-D462-4E24-8933-19BD0A3B8D8B}" srcOrd="2" destOrd="0" presId="urn:microsoft.com/office/officeart/2005/8/layout/hProcess6"/>
    <dgm:cxn modelId="{A9799F92-2FE9-4523-AA80-641E60421B3E}" type="presParOf" srcId="{5DFF7897-A45B-4A05-A53C-480927982C02}" destId="{F8992835-E712-4E11-B253-812CDA2F4A9F}" srcOrd="3" destOrd="0" presId="urn:microsoft.com/office/officeart/2005/8/layout/hProcess6"/>
    <dgm:cxn modelId="{2B2C9DBB-0966-4428-9AF7-531A4FEBC69A}" type="presParOf" srcId="{25A913F6-1796-44E2-86F5-34ED72C8724E}" destId="{997B86B2-1CD7-41B6-A03A-04C51334E035}" srcOrd="1" destOrd="0" presId="urn:microsoft.com/office/officeart/2005/8/layout/hProcess6"/>
    <dgm:cxn modelId="{9B33E69F-0F55-4847-8A9B-6EDA5A881FA1}" type="presParOf" srcId="{25A913F6-1796-44E2-86F5-34ED72C8724E}" destId="{098967BF-8C35-4AD7-9E58-1420868166BE}" srcOrd="2" destOrd="0" presId="urn:microsoft.com/office/officeart/2005/8/layout/hProcess6"/>
    <dgm:cxn modelId="{4F086EF7-7DEC-4D7F-B556-02CAECAAA6B4}" type="presParOf" srcId="{098967BF-8C35-4AD7-9E58-1420868166BE}" destId="{335371D7-0293-4547-9202-4418F89086F6}" srcOrd="0" destOrd="0" presId="urn:microsoft.com/office/officeart/2005/8/layout/hProcess6"/>
    <dgm:cxn modelId="{6CEBF3E3-E7BB-4445-883A-67196EEF7FB1}" type="presParOf" srcId="{098967BF-8C35-4AD7-9E58-1420868166BE}" destId="{0B4B5FA3-4F31-4EF6-8F5D-F62F50985C31}" srcOrd="1" destOrd="0" presId="urn:microsoft.com/office/officeart/2005/8/layout/hProcess6"/>
    <dgm:cxn modelId="{0FA89AD9-3B3E-4DAB-9AC7-90B1C86E95C3}" type="presParOf" srcId="{098967BF-8C35-4AD7-9E58-1420868166BE}" destId="{C3556303-A264-428D-A6C5-86980E0893FA}" srcOrd="2" destOrd="0" presId="urn:microsoft.com/office/officeart/2005/8/layout/hProcess6"/>
    <dgm:cxn modelId="{7AF2A5B6-D508-427F-B2BB-4F56E5E26C29}" type="presParOf" srcId="{098967BF-8C35-4AD7-9E58-1420868166BE}" destId="{87A2D63B-EA13-41CD-A82C-BDD669DBC70C}" srcOrd="3" destOrd="0" presId="urn:microsoft.com/office/officeart/2005/8/layout/hProcess6"/>
    <dgm:cxn modelId="{2A75041B-CEAD-4CBA-8C0D-46285C3F9D99}" type="presParOf" srcId="{25A913F6-1796-44E2-86F5-34ED72C8724E}" destId="{EDA26482-546D-4479-9AEC-EF0EA02C2180}" srcOrd="3" destOrd="0" presId="urn:microsoft.com/office/officeart/2005/8/layout/hProcess6"/>
    <dgm:cxn modelId="{F24C6CFA-56DE-44D1-9F98-CE4757579460}" type="presParOf" srcId="{25A913F6-1796-44E2-86F5-34ED72C8724E}" destId="{6A90C15B-3C9B-45EF-8C0F-AC5BA2DD0A91}" srcOrd="4" destOrd="0" presId="urn:microsoft.com/office/officeart/2005/8/layout/hProcess6"/>
    <dgm:cxn modelId="{9C8B670B-4280-4198-B9F3-6A9572BF6E2C}" type="presParOf" srcId="{6A90C15B-3C9B-45EF-8C0F-AC5BA2DD0A91}" destId="{66FCE5C4-75CE-4371-AB3F-5FE8C8237DFA}" srcOrd="0" destOrd="0" presId="urn:microsoft.com/office/officeart/2005/8/layout/hProcess6"/>
    <dgm:cxn modelId="{412D9038-43CD-4BBF-9702-91465CE7C96B}" type="presParOf" srcId="{6A90C15B-3C9B-45EF-8C0F-AC5BA2DD0A91}" destId="{873A3858-4FA5-47AC-BB0F-F1B6227873BA}" srcOrd="1" destOrd="0" presId="urn:microsoft.com/office/officeart/2005/8/layout/hProcess6"/>
    <dgm:cxn modelId="{B357AFB0-E6BF-485B-85E3-C8F869C55380}" type="presParOf" srcId="{6A90C15B-3C9B-45EF-8C0F-AC5BA2DD0A91}" destId="{DA9BA91C-2ED7-4DEA-A5ED-3FCF26888626}" srcOrd="2" destOrd="0" presId="urn:microsoft.com/office/officeart/2005/8/layout/hProcess6"/>
    <dgm:cxn modelId="{C2F71E56-73FC-4AB4-A91B-13498978A339}" type="presParOf" srcId="{6A90C15B-3C9B-45EF-8C0F-AC5BA2DD0A91}" destId="{3EF928B0-AE40-4CCC-9AC8-7F4622232DB9}" srcOrd="3" destOrd="0" presId="urn:microsoft.com/office/officeart/2005/8/layout/hProcess6"/>
    <dgm:cxn modelId="{BAFD7876-673D-4446-BA62-3A14F3E7E62D}" type="presParOf" srcId="{25A913F6-1796-44E2-86F5-34ED72C8724E}" destId="{CF32752F-8D14-4662-AF10-704ED0D9AC3C}" srcOrd="5" destOrd="0" presId="urn:microsoft.com/office/officeart/2005/8/layout/hProcess6"/>
    <dgm:cxn modelId="{CBD8F9EC-4046-47CE-9622-8481C9335E7E}" type="presParOf" srcId="{25A913F6-1796-44E2-86F5-34ED72C8724E}" destId="{BF1976E3-97FE-4777-9836-E1C3E8400EF1}" srcOrd="6" destOrd="0" presId="urn:microsoft.com/office/officeart/2005/8/layout/hProcess6"/>
    <dgm:cxn modelId="{6EAFC9F1-0121-48B3-8D12-B7DF025F1EE0}" type="presParOf" srcId="{BF1976E3-97FE-4777-9836-E1C3E8400EF1}" destId="{FAFA3233-7BB8-49AE-899E-5CA9CCE68CA8}" srcOrd="0" destOrd="0" presId="urn:microsoft.com/office/officeart/2005/8/layout/hProcess6"/>
    <dgm:cxn modelId="{E795F981-D370-4363-834E-7D9A38490D8E}" type="presParOf" srcId="{BF1976E3-97FE-4777-9836-E1C3E8400EF1}" destId="{29B467BE-B8B3-4454-8337-651F6FA8D458}" srcOrd="1" destOrd="0" presId="urn:microsoft.com/office/officeart/2005/8/layout/hProcess6"/>
    <dgm:cxn modelId="{6CDDBB5A-12A5-4206-90F0-8F0401DAE719}" type="presParOf" srcId="{BF1976E3-97FE-4777-9836-E1C3E8400EF1}" destId="{0435D653-E243-4536-B374-BD2656895D1D}" srcOrd="2" destOrd="0" presId="urn:microsoft.com/office/officeart/2005/8/layout/hProcess6"/>
    <dgm:cxn modelId="{6366A2F8-E430-42A7-9AA9-4C04737F3F7F}" type="presParOf" srcId="{BF1976E3-97FE-4777-9836-E1C3E8400EF1}" destId="{008EABF7-B564-4A13-BF4D-CB0AEEC77A91}" srcOrd="3" destOrd="0" presId="urn:microsoft.com/office/officeart/2005/8/layout/hProcess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461267C-AAFC-4A04-B453-10BFCA9E3A78}" type="doc">
      <dgm:prSet loTypeId="urn:microsoft.com/office/officeart/2005/8/layout/hProcess6" loCatId="process" qsTypeId="urn:microsoft.com/office/officeart/2005/8/quickstyle/simple1" qsCatId="simple" csTypeId="urn:microsoft.com/office/officeart/2005/8/colors/accent1_2" csCatId="accent1" phldr="1"/>
      <dgm:spPr/>
      <dgm:t>
        <a:bodyPr/>
        <a:lstStyle/>
        <a:p>
          <a:endParaRPr lang="en-GB"/>
        </a:p>
      </dgm:t>
    </dgm:pt>
    <dgm:pt modelId="{005C1547-99FD-4E37-88D7-60AB84BCEA6D}">
      <dgm:prSet phldrT="[Text]"/>
      <dgm:spPr>
        <a:solidFill>
          <a:schemeClr val="bg2">
            <a:lumMod val="50000"/>
          </a:schemeClr>
        </a:solidFill>
      </dgm:spPr>
      <dgm:t>
        <a:bodyPr/>
        <a:lstStyle/>
        <a:p>
          <a:r>
            <a:rPr lang="en-GB"/>
            <a:t>1</a:t>
          </a:r>
          <a:r>
            <a:rPr lang="en-GB" baseline="30000"/>
            <a:t>st</a:t>
          </a:r>
          <a:r>
            <a:rPr lang="en-GB"/>
            <a:t> </a:t>
          </a:r>
          <a:r>
            <a:rPr lang="en-GB" err="1"/>
            <a:t>Qtr</a:t>
          </a:r>
          <a:endParaRPr lang="en-GB"/>
        </a:p>
      </dgm:t>
    </dgm:pt>
    <dgm:pt modelId="{8577BE6F-5409-4966-9139-BBE73303EBA0}" type="parTrans" cxnId="{6D977E75-082F-4554-9020-6EA074C4CF26}">
      <dgm:prSet/>
      <dgm:spPr/>
      <dgm:t>
        <a:bodyPr/>
        <a:lstStyle/>
        <a:p>
          <a:endParaRPr lang="en-GB"/>
        </a:p>
      </dgm:t>
    </dgm:pt>
    <dgm:pt modelId="{A77B7760-54F6-479F-9408-ABD07241A059}" type="sibTrans" cxnId="{6D977E75-082F-4554-9020-6EA074C4CF26}">
      <dgm:prSet/>
      <dgm:spPr/>
      <dgm:t>
        <a:bodyPr/>
        <a:lstStyle/>
        <a:p>
          <a:endParaRPr lang="en-GB"/>
        </a:p>
      </dgm:t>
    </dgm:pt>
    <dgm:pt modelId="{0F507754-2CDB-4CDE-BBA1-7653E69014B8}">
      <dgm:prSet phldrT="[Text]"/>
      <dgm:spPr>
        <a:solidFill>
          <a:schemeClr val="bg2">
            <a:lumMod val="50000"/>
          </a:schemeClr>
        </a:solidFill>
      </dgm:spPr>
      <dgm:t>
        <a:bodyPr/>
        <a:lstStyle/>
        <a:p>
          <a:r>
            <a:rPr lang="en-GB"/>
            <a:t>2</a:t>
          </a:r>
          <a:r>
            <a:rPr lang="en-GB" baseline="30000"/>
            <a:t>nd</a:t>
          </a:r>
          <a:r>
            <a:rPr lang="en-GB"/>
            <a:t> </a:t>
          </a:r>
          <a:r>
            <a:rPr lang="en-GB" err="1"/>
            <a:t>Qtr</a:t>
          </a:r>
          <a:endParaRPr lang="en-GB"/>
        </a:p>
      </dgm:t>
    </dgm:pt>
    <dgm:pt modelId="{1C981ACF-9D2C-47CE-AC21-ABA922DCCCF2}" type="parTrans" cxnId="{B62AE417-1DEE-436B-B222-8364E785BBED}">
      <dgm:prSet/>
      <dgm:spPr/>
      <dgm:t>
        <a:bodyPr/>
        <a:lstStyle/>
        <a:p>
          <a:endParaRPr lang="en-GB"/>
        </a:p>
      </dgm:t>
    </dgm:pt>
    <dgm:pt modelId="{9F2FD445-215D-4CCB-A143-77A6D3E7B958}" type="sibTrans" cxnId="{B62AE417-1DEE-436B-B222-8364E785BBED}">
      <dgm:prSet/>
      <dgm:spPr/>
      <dgm:t>
        <a:bodyPr/>
        <a:lstStyle/>
        <a:p>
          <a:endParaRPr lang="en-GB"/>
        </a:p>
      </dgm:t>
    </dgm:pt>
    <dgm:pt modelId="{BA579838-0413-4577-A182-FF80F5549516}">
      <dgm:prSet phldrT="[Text]"/>
      <dgm:spPr>
        <a:solidFill>
          <a:schemeClr val="bg2">
            <a:lumMod val="50000"/>
          </a:schemeClr>
        </a:solidFill>
      </dgm:spPr>
      <dgm:t>
        <a:bodyPr/>
        <a:lstStyle/>
        <a:p>
          <a:r>
            <a:rPr lang="en-GB"/>
            <a:t>3</a:t>
          </a:r>
          <a:r>
            <a:rPr lang="en-GB" baseline="30000"/>
            <a:t>rd</a:t>
          </a:r>
          <a:r>
            <a:rPr lang="en-GB"/>
            <a:t> </a:t>
          </a:r>
          <a:r>
            <a:rPr lang="en-GB" err="1"/>
            <a:t>Qtr</a:t>
          </a:r>
          <a:endParaRPr lang="en-GB"/>
        </a:p>
      </dgm:t>
    </dgm:pt>
    <dgm:pt modelId="{F1BDB688-CCC1-4564-A38C-F5FDAA22CB13}" type="parTrans" cxnId="{88DBA1FB-F303-4DBC-92F1-ECC4A1A4B31E}">
      <dgm:prSet/>
      <dgm:spPr/>
      <dgm:t>
        <a:bodyPr/>
        <a:lstStyle/>
        <a:p>
          <a:endParaRPr lang="en-GB"/>
        </a:p>
      </dgm:t>
    </dgm:pt>
    <dgm:pt modelId="{2279A675-23DF-4502-B2FB-27B479AC59E8}" type="sibTrans" cxnId="{88DBA1FB-F303-4DBC-92F1-ECC4A1A4B31E}">
      <dgm:prSet/>
      <dgm:spPr/>
      <dgm:t>
        <a:bodyPr/>
        <a:lstStyle/>
        <a:p>
          <a:endParaRPr lang="en-GB"/>
        </a:p>
      </dgm:t>
    </dgm:pt>
    <dgm:pt modelId="{C0C37D8D-7A82-4A51-A12C-6255606CE6C1}">
      <dgm:prSet phldrT="[Text]"/>
      <dgm:spPr>
        <a:solidFill>
          <a:schemeClr val="bg2">
            <a:lumMod val="50000"/>
          </a:schemeClr>
        </a:solidFill>
      </dgm:spPr>
      <dgm:t>
        <a:bodyPr/>
        <a:lstStyle/>
        <a:p>
          <a:r>
            <a:rPr lang="en-GB"/>
            <a:t>4</a:t>
          </a:r>
          <a:r>
            <a:rPr lang="en-GB" baseline="30000"/>
            <a:t>th</a:t>
          </a:r>
          <a:r>
            <a:rPr lang="en-GB"/>
            <a:t> </a:t>
          </a:r>
          <a:r>
            <a:rPr lang="en-GB" err="1"/>
            <a:t>Qtr</a:t>
          </a:r>
          <a:endParaRPr lang="en-GB"/>
        </a:p>
      </dgm:t>
    </dgm:pt>
    <dgm:pt modelId="{27E89AE2-6449-4ED3-9B96-84B43DA6DD22}" type="parTrans" cxnId="{EB29CA5A-2441-43EA-8D67-F1452377E665}">
      <dgm:prSet/>
      <dgm:spPr/>
      <dgm:t>
        <a:bodyPr/>
        <a:lstStyle/>
        <a:p>
          <a:endParaRPr lang="en-GB"/>
        </a:p>
      </dgm:t>
    </dgm:pt>
    <dgm:pt modelId="{4AE1ED80-99A1-4A0E-82ED-150A20F3E704}" type="sibTrans" cxnId="{EB29CA5A-2441-43EA-8D67-F1452377E665}">
      <dgm:prSet/>
      <dgm:spPr/>
      <dgm:t>
        <a:bodyPr/>
        <a:lstStyle/>
        <a:p>
          <a:endParaRPr lang="en-GB"/>
        </a:p>
      </dgm:t>
    </dgm:pt>
    <dgm:pt modelId="{272F54DC-F84F-4C4A-8783-BE36B82FC24B}">
      <dgm:prSet phldrT="[Text]" custT="1"/>
      <dgm:spPr>
        <a:solidFill>
          <a:schemeClr val="accent6">
            <a:lumMod val="20000"/>
            <a:lumOff val="80000"/>
          </a:schemeClr>
        </a:solidFill>
        <a:ln>
          <a:noFill/>
        </a:ln>
      </dgm:spPr>
      <dgm:t>
        <a:bodyPr/>
        <a:lstStyle/>
        <a:p>
          <a:endParaRPr lang="en-GB" sz="800"/>
        </a:p>
      </dgm:t>
    </dgm:pt>
    <dgm:pt modelId="{555F9769-FBC4-433A-A5A4-68A85A30EBC9}" type="parTrans" cxnId="{22B12A05-BB93-4E70-A57A-4C9E36334E03}">
      <dgm:prSet/>
      <dgm:spPr/>
      <dgm:t>
        <a:bodyPr/>
        <a:lstStyle/>
        <a:p>
          <a:endParaRPr lang="en-GB"/>
        </a:p>
      </dgm:t>
    </dgm:pt>
    <dgm:pt modelId="{AC1A4AA7-2F7B-4899-AA96-60466ADB597F}" type="sibTrans" cxnId="{22B12A05-BB93-4E70-A57A-4C9E36334E03}">
      <dgm:prSet/>
      <dgm:spPr/>
      <dgm:t>
        <a:bodyPr/>
        <a:lstStyle/>
        <a:p>
          <a:endParaRPr lang="en-GB"/>
        </a:p>
      </dgm:t>
    </dgm:pt>
    <dgm:pt modelId="{BCE021E0-50A1-4FBA-8747-3D59FE804B9F}">
      <dgm:prSet phldrT="[Text]" custT="1"/>
      <dgm:spPr>
        <a:solidFill>
          <a:schemeClr val="accent6">
            <a:lumMod val="20000"/>
            <a:lumOff val="80000"/>
          </a:schemeClr>
        </a:solidFill>
        <a:ln>
          <a:noFill/>
        </a:ln>
      </dgm:spPr>
      <dgm:t>
        <a:bodyPr/>
        <a:lstStyle/>
        <a:p>
          <a:pPr>
            <a:buFont typeface="Arial" panose="020B0604020202020204" pitchFamily="34" charset="0"/>
            <a:buChar char="•"/>
          </a:pPr>
          <a:r>
            <a:rPr lang="en-GB" sz="800"/>
            <a:t>Finalize FY27 Budget </a:t>
          </a:r>
          <a:r>
            <a:rPr lang="en-US" sz="800"/>
            <a:t>Strategic objective 1</a:t>
          </a:r>
          <a:endParaRPr lang="en-GB" sz="800"/>
        </a:p>
      </dgm:t>
    </dgm:pt>
    <dgm:pt modelId="{67DA1074-E633-4BC4-B456-B46B3F2AAE7D}" type="parTrans" cxnId="{D5AB3D0A-5D6C-48A3-BF04-35C3097096C1}">
      <dgm:prSet/>
      <dgm:spPr/>
      <dgm:t>
        <a:bodyPr/>
        <a:lstStyle/>
        <a:p>
          <a:endParaRPr lang="en-GB"/>
        </a:p>
      </dgm:t>
    </dgm:pt>
    <dgm:pt modelId="{CA24B249-CB4E-492A-8AEF-38B140626E85}" type="sibTrans" cxnId="{D5AB3D0A-5D6C-48A3-BF04-35C3097096C1}">
      <dgm:prSet/>
      <dgm:spPr/>
      <dgm:t>
        <a:bodyPr/>
        <a:lstStyle/>
        <a:p>
          <a:endParaRPr lang="en-GB"/>
        </a:p>
      </dgm:t>
    </dgm:pt>
    <dgm:pt modelId="{EC05F70C-BD86-4BEB-AF86-377489D9198C}">
      <dgm:prSet phldrT="[Text]" custT="1"/>
      <dgm:spPr>
        <a:solidFill>
          <a:schemeClr val="accent6">
            <a:lumMod val="20000"/>
            <a:lumOff val="80000"/>
          </a:schemeClr>
        </a:solidFill>
        <a:ln>
          <a:noFill/>
        </a:ln>
      </dgm:spPr>
      <dgm:t>
        <a:bodyPr/>
        <a:lstStyle/>
        <a:p>
          <a:endParaRPr lang="en-GB" sz="800"/>
        </a:p>
      </dgm:t>
    </dgm:pt>
    <dgm:pt modelId="{EDF2F1C6-1FD5-4887-8D74-7A7CF95C4706}" type="parTrans" cxnId="{96C03D7C-DAD6-49DD-892E-941FD86ADCBA}">
      <dgm:prSet/>
      <dgm:spPr/>
      <dgm:t>
        <a:bodyPr/>
        <a:lstStyle/>
        <a:p>
          <a:endParaRPr lang="en-GB"/>
        </a:p>
      </dgm:t>
    </dgm:pt>
    <dgm:pt modelId="{C10B3B67-97E7-4F2B-8591-F02F436A31F7}" type="sibTrans" cxnId="{96C03D7C-DAD6-49DD-892E-941FD86ADCBA}">
      <dgm:prSet/>
      <dgm:spPr/>
      <dgm:t>
        <a:bodyPr/>
        <a:lstStyle/>
        <a:p>
          <a:endParaRPr lang="en-GB"/>
        </a:p>
      </dgm:t>
    </dgm:pt>
    <dgm:pt modelId="{DF0F6825-DF12-4F31-96D3-83BA74149B42}">
      <dgm:prSet phldrT="[Text]" custT="1"/>
      <dgm:spPr>
        <a:solidFill>
          <a:schemeClr val="accent6">
            <a:lumMod val="20000"/>
            <a:lumOff val="80000"/>
          </a:schemeClr>
        </a:solidFill>
        <a:ln>
          <a:noFill/>
        </a:ln>
      </dgm:spPr>
      <dgm:t>
        <a:bodyPr/>
        <a:lstStyle/>
        <a:p>
          <a:r>
            <a:rPr lang="en-GB" sz="800"/>
            <a:t>Strategic objective 1</a:t>
          </a:r>
        </a:p>
      </dgm:t>
    </dgm:pt>
    <dgm:pt modelId="{8266A661-00CD-443D-8398-00EC28E3CC3D}" type="parTrans" cxnId="{6BFACACE-A564-4258-A7FD-4CD64DB1EB9C}">
      <dgm:prSet/>
      <dgm:spPr/>
      <dgm:t>
        <a:bodyPr/>
        <a:lstStyle/>
        <a:p>
          <a:endParaRPr lang="en-US"/>
        </a:p>
      </dgm:t>
    </dgm:pt>
    <dgm:pt modelId="{27448AA4-5B90-4F3E-BCC1-1655A601717A}" type="sibTrans" cxnId="{6BFACACE-A564-4258-A7FD-4CD64DB1EB9C}">
      <dgm:prSet/>
      <dgm:spPr/>
      <dgm:t>
        <a:bodyPr/>
        <a:lstStyle/>
        <a:p>
          <a:endParaRPr lang="en-US"/>
        </a:p>
      </dgm:t>
    </dgm:pt>
    <dgm:pt modelId="{0A336B00-8082-4814-AAAE-79C4FF2452BA}">
      <dgm:prSet phldrT="[Text]" custT="1"/>
      <dgm:spPr>
        <a:solidFill>
          <a:schemeClr val="accent6">
            <a:lumMod val="20000"/>
            <a:lumOff val="80000"/>
          </a:schemeClr>
        </a:solidFill>
        <a:ln>
          <a:noFill/>
        </a:ln>
      </dgm:spPr>
      <dgm:t>
        <a:bodyPr/>
        <a:lstStyle/>
        <a:p>
          <a:endParaRPr lang="en-GB" sz="800"/>
        </a:p>
      </dgm:t>
    </dgm:pt>
    <dgm:pt modelId="{06F7F318-3631-4FE9-8BFA-1E057FC0B014}" type="parTrans" cxnId="{05071118-1FE2-463B-8EF1-7B19BBED30EA}">
      <dgm:prSet/>
      <dgm:spPr/>
      <dgm:t>
        <a:bodyPr/>
        <a:lstStyle/>
        <a:p>
          <a:endParaRPr lang="en-US"/>
        </a:p>
      </dgm:t>
    </dgm:pt>
    <dgm:pt modelId="{411DEF42-DE25-43D9-96AE-4B10252B4AA1}" type="sibTrans" cxnId="{05071118-1FE2-463B-8EF1-7B19BBED30EA}">
      <dgm:prSet/>
      <dgm:spPr/>
      <dgm:t>
        <a:bodyPr/>
        <a:lstStyle/>
        <a:p>
          <a:endParaRPr lang="en-US"/>
        </a:p>
      </dgm:t>
    </dgm:pt>
    <dgm:pt modelId="{4B8B826C-AFAA-436A-B54A-B5C6FA84EA5B}">
      <dgm:prSet custT="1"/>
      <dgm:spPr/>
      <dgm:t>
        <a:bodyPr/>
        <a:lstStyle/>
        <a:p>
          <a:endParaRPr lang="en-US" sz="800"/>
        </a:p>
      </dgm:t>
    </dgm:pt>
    <dgm:pt modelId="{85FAAC9C-B0E7-42D8-BA9C-570B9A59BE13}" type="parTrans" cxnId="{0A7245FB-AF47-4C0A-89C7-B5F1E809E3E9}">
      <dgm:prSet/>
      <dgm:spPr/>
      <dgm:t>
        <a:bodyPr/>
        <a:lstStyle/>
        <a:p>
          <a:endParaRPr lang="en-US"/>
        </a:p>
      </dgm:t>
    </dgm:pt>
    <dgm:pt modelId="{DA0A3252-B45A-4D95-9173-D34A423A5613}" type="sibTrans" cxnId="{0A7245FB-AF47-4C0A-89C7-B5F1E809E3E9}">
      <dgm:prSet/>
      <dgm:spPr/>
      <dgm:t>
        <a:bodyPr/>
        <a:lstStyle/>
        <a:p>
          <a:endParaRPr lang="en-US"/>
        </a:p>
      </dgm:t>
    </dgm:pt>
    <dgm:pt modelId="{2921B3FD-1F92-4EB6-B0D5-6887B555B02C}">
      <dgm:prSet phldrT="[Text]" custT="1"/>
      <dgm:spPr>
        <a:solidFill>
          <a:schemeClr val="accent6">
            <a:lumMod val="20000"/>
            <a:lumOff val="80000"/>
          </a:schemeClr>
        </a:solidFill>
        <a:ln>
          <a:noFill/>
        </a:ln>
      </dgm:spPr>
      <dgm:t>
        <a:bodyPr/>
        <a:lstStyle/>
        <a:p>
          <a:pPr>
            <a:buFont typeface="Arial" panose="020B0604020202020204" pitchFamily="34" charset="0"/>
            <a:buChar char="•"/>
          </a:pPr>
          <a:endParaRPr lang="en-GB" sz="800"/>
        </a:p>
      </dgm:t>
    </dgm:pt>
    <dgm:pt modelId="{A97E0A1F-74E7-43FC-BEAD-3105E1E94608}" type="parTrans" cxnId="{6809C865-DFF4-43C3-A00C-BA18E6DCA2AB}">
      <dgm:prSet/>
      <dgm:spPr/>
      <dgm:t>
        <a:bodyPr/>
        <a:lstStyle/>
        <a:p>
          <a:endParaRPr lang="en-US"/>
        </a:p>
      </dgm:t>
    </dgm:pt>
    <dgm:pt modelId="{A872CE98-CDDA-4CA0-BBA3-F10DC8C8EF89}" type="sibTrans" cxnId="{6809C865-DFF4-43C3-A00C-BA18E6DCA2AB}">
      <dgm:prSet/>
      <dgm:spPr/>
      <dgm:t>
        <a:bodyPr/>
        <a:lstStyle/>
        <a:p>
          <a:endParaRPr lang="en-US"/>
        </a:p>
      </dgm:t>
    </dgm:pt>
    <dgm:pt modelId="{1494AD4D-7CCC-4CA9-ADA8-2698C8A16112}">
      <dgm:prSet phldrT="[Text]" custT="1"/>
      <dgm:spPr>
        <a:solidFill>
          <a:schemeClr val="accent6">
            <a:lumMod val="20000"/>
            <a:lumOff val="80000"/>
          </a:schemeClr>
        </a:solidFill>
        <a:ln>
          <a:noFill/>
        </a:ln>
      </dgm:spPr>
      <dgm:t>
        <a:bodyPr/>
        <a:lstStyle/>
        <a:p>
          <a:pPr rtl="0">
            <a:buFont typeface="Arial" panose="020B0604020202020204" pitchFamily="34" charset="0"/>
            <a:buChar char="•"/>
          </a:pPr>
          <a:r>
            <a:rPr lang="en-GB" sz="800">
              <a:latin typeface="Arial"/>
            </a:rPr>
            <a:t> Improve security posture</a:t>
          </a:r>
          <a:endParaRPr lang="en-GB"/>
        </a:p>
      </dgm:t>
    </dgm:pt>
    <dgm:pt modelId="{14BB6BD3-FFBF-4B27-BD90-BE7D17FD0970}" type="sibTrans" cxnId="{6206E084-759C-48AC-97D6-94B9F8B2C734}">
      <dgm:prSet/>
      <dgm:spPr/>
      <dgm:t>
        <a:bodyPr/>
        <a:lstStyle/>
        <a:p>
          <a:endParaRPr lang="en-GB"/>
        </a:p>
      </dgm:t>
    </dgm:pt>
    <dgm:pt modelId="{6770035E-5DE2-4322-A291-F3A3C2427FA3}" type="parTrans" cxnId="{6206E084-759C-48AC-97D6-94B9F8B2C734}">
      <dgm:prSet/>
      <dgm:spPr/>
      <dgm:t>
        <a:bodyPr/>
        <a:lstStyle/>
        <a:p>
          <a:endParaRPr lang="en-GB"/>
        </a:p>
      </dgm:t>
    </dgm:pt>
    <dgm:pt modelId="{B55FD80A-C153-454F-8334-6B63D381B31D}">
      <dgm:prSet custT="1"/>
      <dgm:spPr>
        <a:solidFill>
          <a:schemeClr val="accent6">
            <a:lumMod val="20000"/>
            <a:lumOff val="80000"/>
          </a:schemeClr>
        </a:solidFill>
        <a:ln>
          <a:noFill/>
        </a:ln>
      </dgm:spPr>
      <dgm:t>
        <a:bodyPr/>
        <a:lstStyle/>
        <a:p>
          <a:r>
            <a:rPr lang="en-GB" sz="800"/>
            <a:t>Strategic objective 1</a:t>
          </a:r>
        </a:p>
      </dgm:t>
    </dgm:pt>
    <dgm:pt modelId="{ED6C3C42-E48C-8F4F-AB02-12FADB18D5DD}" type="parTrans" cxnId="{C8A690EE-EA89-FB4C-AB9D-CD1DED382BE9}">
      <dgm:prSet/>
      <dgm:spPr/>
      <dgm:t>
        <a:bodyPr/>
        <a:lstStyle/>
        <a:p>
          <a:endParaRPr lang="en-US"/>
        </a:p>
      </dgm:t>
    </dgm:pt>
    <dgm:pt modelId="{B02D5179-690C-B046-AC42-D1FD90B636F3}" type="sibTrans" cxnId="{C8A690EE-EA89-FB4C-AB9D-CD1DED382BE9}">
      <dgm:prSet/>
      <dgm:spPr/>
      <dgm:t>
        <a:bodyPr/>
        <a:lstStyle/>
        <a:p>
          <a:endParaRPr lang="en-US"/>
        </a:p>
      </dgm:t>
    </dgm:pt>
    <dgm:pt modelId="{4B27A008-CB7E-4A55-B333-7F040E7561C9}">
      <dgm:prSet phldrT="[Text]" custT="1"/>
      <dgm:spPr>
        <a:solidFill>
          <a:schemeClr val="accent6">
            <a:lumMod val="20000"/>
            <a:lumOff val="80000"/>
          </a:schemeClr>
        </a:solidFill>
        <a:ln>
          <a:noFill/>
        </a:ln>
      </dgm:spPr>
      <dgm:t>
        <a:bodyPr/>
        <a:lstStyle/>
        <a:p>
          <a:pPr>
            <a:buFont typeface="Arial" panose="020B0604020202020204" pitchFamily="34" charset="0"/>
            <a:buChar char="•"/>
          </a:pPr>
          <a:r>
            <a:rPr lang="en-GB" sz="800"/>
            <a:t>Strategic objective 3</a:t>
          </a:r>
        </a:p>
      </dgm:t>
    </dgm:pt>
    <dgm:pt modelId="{4730FED8-3ADE-42FA-BBCE-5F6CC990E871}" type="sibTrans" cxnId="{3E5115FB-1634-409F-9B47-BCBD5D70A282}">
      <dgm:prSet/>
      <dgm:spPr/>
      <dgm:t>
        <a:bodyPr/>
        <a:lstStyle/>
        <a:p>
          <a:endParaRPr lang="en-US"/>
        </a:p>
      </dgm:t>
    </dgm:pt>
    <dgm:pt modelId="{180B7EB8-4100-43FE-AE9E-DCA894DB84C5}" type="parTrans" cxnId="{3E5115FB-1634-409F-9B47-BCBD5D70A282}">
      <dgm:prSet/>
      <dgm:spPr/>
      <dgm:t>
        <a:bodyPr/>
        <a:lstStyle/>
        <a:p>
          <a:endParaRPr lang="en-US"/>
        </a:p>
      </dgm:t>
    </dgm:pt>
    <dgm:pt modelId="{D6B2E01B-0CFB-5C40-9EDF-47488218F3D8}">
      <dgm:prSet phldrT="[Text]" custT="1"/>
      <dgm:spPr>
        <a:solidFill>
          <a:schemeClr val="accent6">
            <a:lumMod val="20000"/>
            <a:lumOff val="80000"/>
          </a:schemeClr>
        </a:solidFill>
        <a:ln>
          <a:noFill/>
        </a:ln>
      </dgm:spPr>
      <dgm:t>
        <a:bodyPr/>
        <a:lstStyle/>
        <a:p>
          <a:r>
            <a:rPr lang="en-US" sz="800"/>
            <a:t>Strategic objective 2</a:t>
          </a:r>
          <a:endParaRPr lang="en-GB" sz="800"/>
        </a:p>
      </dgm:t>
    </dgm:pt>
    <dgm:pt modelId="{B12F30A1-40C2-CF4E-94ED-5FF21F7CEE06}" type="parTrans" cxnId="{1B28EAE3-560C-B64C-ACBF-B7CE8FBA4B1E}">
      <dgm:prSet/>
      <dgm:spPr/>
      <dgm:t>
        <a:bodyPr/>
        <a:lstStyle/>
        <a:p>
          <a:endParaRPr lang="en-US"/>
        </a:p>
      </dgm:t>
    </dgm:pt>
    <dgm:pt modelId="{903BDA5F-B613-2B43-A495-501C860D9EC2}" type="sibTrans" cxnId="{1B28EAE3-560C-B64C-ACBF-B7CE8FBA4B1E}">
      <dgm:prSet/>
      <dgm:spPr/>
      <dgm:t>
        <a:bodyPr/>
        <a:lstStyle/>
        <a:p>
          <a:endParaRPr lang="en-US"/>
        </a:p>
      </dgm:t>
    </dgm:pt>
    <dgm:pt modelId="{6F371B0F-E39B-BB4A-A9F0-8431B444D1E0}">
      <dgm:prSet custT="1"/>
      <dgm:spPr>
        <a:solidFill>
          <a:schemeClr val="accent6">
            <a:lumMod val="20000"/>
            <a:lumOff val="80000"/>
          </a:schemeClr>
        </a:solidFill>
        <a:ln>
          <a:noFill/>
        </a:ln>
      </dgm:spPr>
      <dgm:t>
        <a:bodyPr/>
        <a:lstStyle/>
        <a:p>
          <a:endParaRPr lang="en-GB" sz="800"/>
        </a:p>
      </dgm:t>
    </dgm:pt>
    <dgm:pt modelId="{EEBCB173-EAA7-C241-AA88-E8F63D803841}" type="parTrans" cxnId="{246F8A91-6534-0940-A617-B752A271F2E2}">
      <dgm:prSet/>
      <dgm:spPr/>
      <dgm:t>
        <a:bodyPr/>
        <a:lstStyle/>
        <a:p>
          <a:endParaRPr lang="en-US"/>
        </a:p>
      </dgm:t>
    </dgm:pt>
    <dgm:pt modelId="{EE1E0C2D-01DD-A547-BA5B-6FFD569B10DD}" type="sibTrans" cxnId="{246F8A91-6534-0940-A617-B752A271F2E2}">
      <dgm:prSet/>
      <dgm:spPr/>
      <dgm:t>
        <a:bodyPr/>
        <a:lstStyle/>
        <a:p>
          <a:endParaRPr lang="en-US"/>
        </a:p>
      </dgm:t>
    </dgm:pt>
    <dgm:pt modelId="{54C1D77B-4B54-5E49-8694-32DF7C071155}">
      <dgm:prSet custT="1"/>
      <dgm:spPr>
        <a:solidFill>
          <a:schemeClr val="accent6">
            <a:lumMod val="20000"/>
            <a:lumOff val="80000"/>
          </a:schemeClr>
        </a:solidFill>
        <a:ln>
          <a:noFill/>
        </a:ln>
      </dgm:spPr>
      <dgm:t>
        <a:bodyPr/>
        <a:lstStyle/>
        <a:p>
          <a:pPr>
            <a:buFont typeface="Arial" panose="020B0604020202020204" pitchFamily="34" charset="0"/>
            <a:buChar char="•"/>
          </a:pPr>
          <a:r>
            <a:rPr lang="en-GB" sz="800"/>
            <a:t>Strategic objective 2</a:t>
          </a:r>
        </a:p>
      </dgm:t>
    </dgm:pt>
    <dgm:pt modelId="{8639B1D1-59A9-0345-8B95-90F29652CF63}" type="parTrans" cxnId="{584C8944-FC6B-B940-A254-6BF47E83EDDC}">
      <dgm:prSet/>
      <dgm:spPr/>
      <dgm:t>
        <a:bodyPr/>
        <a:lstStyle/>
        <a:p>
          <a:endParaRPr lang="en-US"/>
        </a:p>
      </dgm:t>
    </dgm:pt>
    <dgm:pt modelId="{7C657310-D2F0-1945-97FC-65DF48CE889F}" type="sibTrans" cxnId="{584C8944-FC6B-B940-A254-6BF47E83EDDC}">
      <dgm:prSet/>
      <dgm:spPr/>
      <dgm:t>
        <a:bodyPr/>
        <a:lstStyle/>
        <a:p>
          <a:endParaRPr lang="en-US"/>
        </a:p>
      </dgm:t>
    </dgm:pt>
    <dgm:pt modelId="{D926B3B8-84A5-8F48-9596-710408A9E888}">
      <dgm:prSet custT="1"/>
      <dgm:spPr>
        <a:solidFill>
          <a:schemeClr val="accent6">
            <a:lumMod val="20000"/>
            <a:lumOff val="80000"/>
          </a:schemeClr>
        </a:solidFill>
        <a:ln>
          <a:noFill/>
        </a:ln>
      </dgm:spPr>
      <dgm:t>
        <a:bodyPr/>
        <a:lstStyle/>
        <a:p>
          <a:pPr>
            <a:buFont typeface="Arial" panose="020B0604020202020204" pitchFamily="34" charset="0"/>
            <a:buChar char="•"/>
          </a:pPr>
          <a:endParaRPr lang="en-GB" sz="800"/>
        </a:p>
      </dgm:t>
    </dgm:pt>
    <dgm:pt modelId="{CE88CCBE-A55A-534D-B417-4B6C154C06B8}" type="parTrans" cxnId="{91751220-4677-204C-82A5-018BB65D65BE}">
      <dgm:prSet/>
      <dgm:spPr/>
      <dgm:t>
        <a:bodyPr/>
        <a:lstStyle/>
        <a:p>
          <a:endParaRPr lang="en-US"/>
        </a:p>
      </dgm:t>
    </dgm:pt>
    <dgm:pt modelId="{9730A59E-B54E-D04F-9239-66EBE0992216}" type="sibTrans" cxnId="{91751220-4677-204C-82A5-018BB65D65BE}">
      <dgm:prSet/>
      <dgm:spPr/>
      <dgm:t>
        <a:bodyPr/>
        <a:lstStyle/>
        <a:p>
          <a:endParaRPr lang="en-US"/>
        </a:p>
      </dgm:t>
    </dgm:pt>
    <dgm:pt modelId="{B9293085-B6D2-8545-80B8-A21753B68E0A}">
      <dgm:prSet custT="1"/>
      <dgm:spPr>
        <a:solidFill>
          <a:schemeClr val="accent6">
            <a:lumMod val="20000"/>
            <a:lumOff val="80000"/>
          </a:schemeClr>
        </a:solidFill>
        <a:ln>
          <a:noFill/>
        </a:ln>
      </dgm:spPr>
      <dgm:t>
        <a:bodyPr/>
        <a:lstStyle/>
        <a:p>
          <a:pPr>
            <a:buFont typeface="Arial" panose="020B0604020202020204" pitchFamily="34" charset="0"/>
            <a:buChar char="•"/>
          </a:pPr>
          <a:r>
            <a:rPr lang="en-GB" sz="800"/>
            <a:t>Strategic objective 3</a:t>
          </a:r>
        </a:p>
      </dgm:t>
    </dgm:pt>
    <dgm:pt modelId="{3829E838-B0B0-1C4C-88B3-61355133C43E}" type="parTrans" cxnId="{A2AF0C93-9460-9E4B-8671-22EF731DC6A8}">
      <dgm:prSet/>
      <dgm:spPr/>
      <dgm:t>
        <a:bodyPr/>
        <a:lstStyle/>
        <a:p>
          <a:endParaRPr lang="en-US"/>
        </a:p>
      </dgm:t>
    </dgm:pt>
    <dgm:pt modelId="{DFB5EE88-1125-9343-9C52-164ECCAE5205}" type="sibTrans" cxnId="{A2AF0C93-9460-9E4B-8671-22EF731DC6A8}">
      <dgm:prSet/>
      <dgm:spPr/>
      <dgm:t>
        <a:bodyPr/>
        <a:lstStyle/>
        <a:p>
          <a:endParaRPr lang="en-US"/>
        </a:p>
      </dgm:t>
    </dgm:pt>
    <dgm:pt modelId="{3130E3F4-83FB-FE48-9AA5-D91C7D2FAE55}">
      <dgm:prSet phldrT="[Text]" custT="1"/>
      <dgm:spPr>
        <a:solidFill>
          <a:schemeClr val="accent6">
            <a:lumMod val="20000"/>
            <a:lumOff val="80000"/>
          </a:schemeClr>
        </a:solidFill>
        <a:ln>
          <a:noFill/>
        </a:ln>
      </dgm:spPr>
      <dgm:t>
        <a:bodyPr/>
        <a:lstStyle/>
        <a:p>
          <a:endParaRPr lang="en-GB" sz="800"/>
        </a:p>
      </dgm:t>
    </dgm:pt>
    <dgm:pt modelId="{1E9E38A5-1630-5145-A511-3A8F36A88CB8}" type="parTrans" cxnId="{55CDCF8F-7C07-2C4B-9551-B42BBB437F30}">
      <dgm:prSet/>
      <dgm:spPr/>
      <dgm:t>
        <a:bodyPr/>
        <a:lstStyle/>
        <a:p>
          <a:endParaRPr lang="en-US"/>
        </a:p>
      </dgm:t>
    </dgm:pt>
    <dgm:pt modelId="{5C1F125E-50D0-6241-8B9E-660FA6A6B0A7}" type="sibTrans" cxnId="{55CDCF8F-7C07-2C4B-9551-B42BBB437F30}">
      <dgm:prSet/>
      <dgm:spPr/>
      <dgm:t>
        <a:bodyPr/>
        <a:lstStyle/>
        <a:p>
          <a:endParaRPr lang="en-US"/>
        </a:p>
      </dgm:t>
    </dgm:pt>
    <dgm:pt modelId="{4EB52C01-023A-D34F-990F-FC10E61C7C4F}">
      <dgm:prSet custT="1"/>
      <dgm:spPr/>
      <dgm:t>
        <a:bodyPr/>
        <a:lstStyle/>
        <a:p>
          <a:pPr>
            <a:buFont typeface="Arial" panose="020B0604020202020204" pitchFamily="34" charset="0"/>
            <a:buChar char="•"/>
          </a:pPr>
          <a:r>
            <a:rPr lang="en-US" sz="800"/>
            <a:t>Strategic objective 2</a:t>
          </a:r>
        </a:p>
      </dgm:t>
    </dgm:pt>
    <dgm:pt modelId="{87EAF7E4-B9EC-AC48-9DE2-862FFEF96EC7}" type="parTrans" cxnId="{7739E38A-06C8-1B44-B1A8-D15DAD789C41}">
      <dgm:prSet/>
      <dgm:spPr/>
      <dgm:t>
        <a:bodyPr/>
        <a:lstStyle/>
        <a:p>
          <a:endParaRPr lang="en-US"/>
        </a:p>
      </dgm:t>
    </dgm:pt>
    <dgm:pt modelId="{48EA8363-CC15-FE4F-A497-F2E072210276}" type="sibTrans" cxnId="{7739E38A-06C8-1B44-B1A8-D15DAD789C41}">
      <dgm:prSet/>
      <dgm:spPr/>
      <dgm:t>
        <a:bodyPr/>
        <a:lstStyle/>
        <a:p>
          <a:endParaRPr lang="en-US"/>
        </a:p>
      </dgm:t>
    </dgm:pt>
    <dgm:pt modelId="{E1711EED-53EA-D741-B15C-21A17109518B}">
      <dgm:prSet custT="1"/>
      <dgm:spPr/>
      <dgm:t>
        <a:bodyPr/>
        <a:lstStyle/>
        <a:p>
          <a:pPr>
            <a:buFont typeface="Arial" panose="020B0604020202020204" pitchFamily="34" charset="0"/>
            <a:buChar char="•"/>
          </a:pPr>
          <a:r>
            <a:rPr lang="en-US" sz="800"/>
            <a:t>Strategic objective 3</a:t>
          </a:r>
        </a:p>
      </dgm:t>
    </dgm:pt>
    <dgm:pt modelId="{73DB400C-6757-2741-BCDA-D1B70C56DAE0}" type="parTrans" cxnId="{42DBB203-CDAF-F34D-A29F-BC2D764DD447}">
      <dgm:prSet/>
      <dgm:spPr/>
      <dgm:t>
        <a:bodyPr/>
        <a:lstStyle/>
        <a:p>
          <a:endParaRPr lang="en-US"/>
        </a:p>
      </dgm:t>
    </dgm:pt>
    <dgm:pt modelId="{A40F6816-D48C-EC43-A2B8-727E7F811C3D}" type="sibTrans" cxnId="{42DBB203-CDAF-F34D-A29F-BC2D764DD447}">
      <dgm:prSet/>
      <dgm:spPr/>
      <dgm:t>
        <a:bodyPr/>
        <a:lstStyle/>
        <a:p>
          <a:endParaRPr lang="en-US"/>
        </a:p>
      </dgm:t>
    </dgm:pt>
    <dgm:pt modelId="{2EE7C3D3-EF60-0E46-A331-B00FC2B5753B}">
      <dgm:prSet custT="1"/>
      <dgm:spPr/>
      <dgm:t>
        <a:bodyPr/>
        <a:lstStyle/>
        <a:p>
          <a:pPr>
            <a:buFont typeface="Arial" panose="020B0604020202020204" pitchFamily="34" charset="0"/>
            <a:buChar char="•"/>
          </a:pPr>
          <a:endParaRPr lang="en-US" sz="800"/>
        </a:p>
      </dgm:t>
    </dgm:pt>
    <dgm:pt modelId="{BB29D2B4-D9EF-FE47-98A9-088F884112E7}" type="parTrans" cxnId="{09AED23F-2F20-B045-A0EC-4888148D49C9}">
      <dgm:prSet/>
      <dgm:spPr/>
      <dgm:t>
        <a:bodyPr/>
        <a:lstStyle/>
        <a:p>
          <a:endParaRPr lang="en-US"/>
        </a:p>
      </dgm:t>
    </dgm:pt>
    <dgm:pt modelId="{CB45F6D3-0393-CB4B-9210-6CC9122E84DD}" type="sibTrans" cxnId="{09AED23F-2F20-B045-A0EC-4888148D49C9}">
      <dgm:prSet/>
      <dgm:spPr/>
      <dgm:t>
        <a:bodyPr/>
        <a:lstStyle/>
        <a:p>
          <a:endParaRPr lang="en-US"/>
        </a:p>
      </dgm:t>
    </dgm:pt>
    <dgm:pt modelId="{54CF06AE-75E2-D346-AA62-2B040521EBA1}">
      <dgm:prSet custT="1"/>
      <dgm:spPr/>
      <dgm:t>
        <a:bodyPr/>
        <a:lstStyle/>
        <a:p>
          <a:r>
            <a:rPr lang="en-US" sz="800"/>
            <a:t>Strategic objective 3</a:t>
          </a:r>
        </a:p>
      </dgm:t>
    </dgm:pt>
    <dgm:pt modelId="{2729BFE9-A6CE-2645-85E9-7156E957CF28}" type="parTrans" cxnId="{78A937DA-5CC2-074F-A616-EFC28CED9B62}">
      <dgm:prSet/>
      <dgm:spPr/>
      <dgm:t>
        <a:bodyPr/>
        <a:lstStyle/>
        <a:p>
          <a:endParaRPr lang="en-US"/>
        </a:p>
      </dgm:t>
    </dgm:pt>
    <dgm:pt modelId="{2C7DBE57-1235-8E4E-9082-16A9C17708B0}" type="sibTrans" cxnId="{78A937DA-5CC2-074F-A616-EFC28CED9B62}">
      <dgm:prSet/>
      <dgm:spPr/>
      <dgm:t>
        <a:bodyPr/>
        <a:lstStyle/>
        <a:p>
          <a:endParaRPr lang="en-US"/>
        </a:p>
      </dgm:t>
    </dgm:pt>
    <dgm:pt modelId="{90874026-0648-49ED-B76A-2FC2D141C6A3}">
      <dgm:prSet phldr="0"/>
      <dgm:spPr/>
      <dgm:t>
        <a:bodyPr/>
        <a:lstStyle/>
        <a:p>
          <a:pPr rtl="0"/>
          <a:r>
            <a:rPr lang="en-GB" sz="800">
              <a:latin typeface="Arial"/>
            </a:rPr>
            <a:t> Complete VMware deprecation</a:t>
          </a:r>
        </a:p>
      </dgm:t>
    </dgm:pt>
    <dgm:pt modelId="{66380B3B-62D4-426A-943C-A26A36F99A50}" type="parTrans" cxnId="{E1273DB7-BB2A-428B-A522-ED6E64D40682}">
      <dgm:prSet/>
      <dgm:spPr/>
    </dgm:pt>
    <dgm:pt modelId="{72CA347E-97F2-4170-8603-723DD0CBFF45}" type="sibTrans" cxnId="{E1273DB7-BB2A-428B-A522-ED6E64D40682}">
      <dgm:prSet/>
      <dgm:spPr/>
    </dgm:pt>
    <dgm:pt modelId="{25A913F6-1796-44E2-86F5-34ED72C8724E}" type="pres">
      <dgm:prSet presAssocID="{D461267C-AAFC-4A04-B453-10BFCA9E3A78}" presName="theList" presStyleCnt="0">
        <dgm:presLayoutVars>
          <dgm:dir/>
          <dgm:animLvl val="lvl"/>
          <dgm:resizeHandles val="exact"/>
        </dgm:presLayoutVars>
      </dgm:prSet>
      <dgm:spPr/>
    </dgm:pt>
    <dgm:pt modelId="{5DFF7897-A45B-4A05-A53C-480927982C02}" type="pres">
      <dgm:prSet presAssocID="{005C1547-99FD-4E37-88D7-60AB84BCEA6D}" presName="compNode" presStyleCnt="0"/>
      <dgm:spPr/>
    </dgm:pt>
    <dgm:pt modelId="{F71992BA-4E83-4A4A-B9D8-DF5E267C38B0}" type="pres">
      <dgm:prSet presAssocID="{005C1547-99FD-4E37-88D7-60AB84BCEA6D}" presName="noGeometry" presStyleCnt="0"/>
      <dgm:spPr/>
    </dgm:pt>
    <dgm:pt modelId="{B4484374-F97E-4A0D-B524-7BF82DA70716}" type="pres">
      <dgm:prSet presAssocID="{005C1547-99FD-4E37-88D7-60AB84BCEA6D}" presName="childTextVisible" presStyleLbl="bgAccFollowNode1" presStyleIdx="0" presStyleCnt="4">
        <dgm:presLayoutVars>
          <dgm:bulletEnabled val="1"/>
        </dgm:presLayoutVars>
      </dgm:prSet>
      <dgm:spPr/>
    </dgm:pt>
    <dgm:pt modelId="{DAB6A6D2-D462-4E24-8933-19BD0A3B8D8B}" type="pres">
      <dgm:prSet presAssocID="{005C1547-99FD-4E37-88D7-60AB84BCEA6D}" presName="childTextHidden" presStyleLbl="bgAccFollowNode1" presStyleIdx="0" presStyleCnt="4"/>
      <dgm:spPr/>
    </dgm:pt>
    <dgm:pt modelId="{F8992835-E712-4E11-B253-812CDA2F4A9F}" type="pres">
      <dgm:prSet presAssocID="{005C1547-99FD-4E37-88D7-60AB84BCEA6D}" presName="parentText" presStyleLbl="node1" presStyleIdx="0" presStyleCnt="4">
        <dgm:presLayoutVars>
          <dgm:chMax val="1"/>
          <dgm:bulletEnabled val="1"/>
        </dgm:presLayoutVars>
      </dgm:prSet>
      <dgm:spPr/>
    </dgm:pt>
    <dgm:pt modelId="{997B86B2-1CD7-41B6-A03A-04C51334E035}" type="pres">
      <dgm:prSet presAssocID="{005C1547-99FD-4E37-88D7-60AB84BCEA6D}" presName="aSpace" presStyleCnt="0"/>
      <dgm:spPr/>
    </dgm:pt>
    <dgm:pt modelId="{098967BF-8C35-4AD7-9E58-1420868166BE}" type="pres">
      <dgm:prSet presAssocID="{0F507754-2CDB-4CDE-BBA1-7653E69014B8}" presName="compNode" presStyleCnt="0"/>
      <dgm:spPr/>
    </dgm:pt>
    <dgm:pt modelId="{335371D7-0293-4547-9202-4418F89086F6}" type="pres">
      <dgm:prSet presAssocID="{0F507754-2CDB-4CDE-BBA1-7653E69014B8}" presName="noGeometry" presStyleCnt="0"/>
      <dgm:spPr/>
    </dgm:pt>
    <dgm:pt modelId="{0B4B5FA3-4F31-4EF6-8F5D-F62F50985C31}" type="pres">
      <dgm:prSet presAssocID="{0F507754-2CDB-4CDE-BBA1-7653E69014B8}" presName="childTextVisible" presStyleLbl="bgAccFollowNode1" presStyleIdx="1" presStyleCnt="4" custLinFactNeighborX="-279" custLinFactNeighborY="4029">
        <dgm:presLayoutVars>
          <dgm:bulletEnabled val="1"/>
        </dgm:presLayoutVars>
      </dgm:prSet>
      <dgm:spPr/>
    </dgm:pt>
    <dgm:pt modelId="{C3556303-A264-428D-A6C5-86980E0893FA}" type="pres">
      <dgm:prSet presAssocID="{0F507754-2CDB-4CDE-BBA1-7653E69014B8}" presName="childTextHidden" presStyleLbl="bgAccFollowNode1" presStyleIdx="1" presStyleCnt="4"/>
      <dgm:spPr/>
    </dgm:pt>
    <dgm:pt modelId="{87A2D63B-EA13-41CD-A82C-BDD669DBC70C}" type="pres">
      <dgm:prSet presAssocID="{0F507754-2CDB-4CDE-BBA1-7653E69014B8}" presName="parentText" presStyleLbl="node1" presStyleIdx="1" presStyleCnt="4" custLinFactNeighborX="56" custLinFactNeighborY="10185">
        <dgm:presLayoutVars>
          <dgm:chMax val="1"/>
          <dgm:bulletEnabled val="1"/>
        </dgm:presLayoutVars>
      </dgm:prSet>
      <dgm:spPr/>
    </dgm:pt>
    <dgm:pt modelId="{EDA26482-546D-4479-9AEC-EF0EA02C2180}" type="pres">
      <dgm:prSet presAssocID="{0F507754-2CDB-4CDE-BBA1-7653E69014B8}" presName="aSpace" presStyleCnt="0"/>
      <dgm:spPr/>
    </dgm:pt>
    <dgm:pt modelId="{6A90C15B-3C9B-45EF-8C0F-AC5BA2DD0A91}" type="pres">
      <dgm:prSet presAssocID="{BA579838-0413-4577-A182-FF80F5549516}" presName="compNode" presStyleCnt="0"/>
      <dgm:spPr/>
    </dgm:pt>
    <dgm:pt modelId="{66FCE5C4-75CE-4371-AB3F-5FE8C8237DFA}" type="pres">
      <dgm:prSet presAssocID="{BA579838-0413-4577-A182-FF80F5549516}" presName="noGeometry" presStyleCnt="0"/>
      <dgm:spPr/>
    </dgm:pt>
    <dgm:pt modelId="{873A3858-4FA5-47AC-BB0F-F1B6227873BA}" type="pres">
      <dgm:prSet presAssocID="{BA579838-0413-4577-A182-FF80F5549516}" presName="childTextVisible" presStyleLbl="bgAccFollowNode1" presStyleIdx="2" presStyleCnt="4">
        <dgm:presLayoutVars>
          <dgm:bulletEnabled val="1"/>
        </dgm:presLayoutVars>
      </dgm:prSet>
      <dgm:spPr/>
    </dgm:pt>
    <dgm:pt modelId="{DA9BA91C-2ED7-4DEA-A5ED-3FCF26888626}" type="pres">
      <dgm:prSet presAssocID="{BA579838-0413-4577-A182-FF80F5549516}" presName="childTextHidden" presStyleLbl="bgAccFollowNode1" presStyleIdx="2" presStyleCnt="4"/>
      <dgm:spPr/>
    </dgm:pt>
    <dgm:pt modelId="{3EF928B0-AE40-4CCC-9AC8-7F4622232DB9}" type="pres">
      <dgm:prSet presAssocID="{BA579838-0413-4577-A182-FF80F5549516}" presName="parentText" presStyleLbl="node1" presStyleIdx="2" presStyleCnt="4">
        <dgm:presLayoutVars>
          <dgm:chMax val="1"/>
          <dgm:bulletEnabled val="1"/>
        </dgm:presLayoutVars>
      </dgm:prSet>
      <dgm:spPr/>
    </dgm:pt>
    <dgm:pt modelId="{CF32752F-8D14-4662-AF10-704ED0D9AC3C}" type="pres">
      <dgm:prSet presAssocID="{BA579838-0413-4577-A182-FF80F5549516}" presName="aSpace" presStyleCnt="0"/>
      <dgm:spPr/>
    </dgm:pt>
    <dgm:pt modelId="{BF1976E3-97FE-4777-9836-E1C3E8400EF1}" type="pres">
      <dgm:prSet presAssocID="{C0C37D8D-7A82-4A51-A12C-6255606CE6C1}" presName="compNode" presStyleCnt="0"/>
      <dgm:spPr/>
    </dgm:pt>
    <dgm:pt modelId="{FAFA3233-7BB8-49AE-899E-5CA9CCE68CA8}" type="pres">
      <dgm:prSet presAssocID="{C0C37D8D-7A82-4A51-A12C-6255606CE6C1}" presName="noGeometry" presStyleCnt="0"/>
      <dgm:spPr/>
    </dgm:pt>
    <dgm:pt modelId="{29B467BE-B8B3-4454-8337-651F6FA8D458}" type="pres">
      <dgm:prSet presAssocID="{C0C37D8D-7A82-4A51-A12C-6255606CE6C1}" presName="childTextVisible" presStyleLbl="bgAccFollowNode1" presStyleIdx="3" presStyleCnt="4">
        <dgm:presLayoutVars>
          <dgm:bulletEnabled val="1"/>
        </dgm:presLayoutVars>
      </dgm:prSet>
      <dgm:spPr/>
    </dgm:pt>
    <dgm:pt modelId="{0435D653-E243-4536-B374-BD2656895D1D}" type="pres">
      <dgm:prSet presAssocID="{C0C37D8D-7A82-4A51-A12C-6255606CE6C1}" presName="childTextHidden" presStyleLbl="bgAccFollowNode1" presStyleIdx="3" presStyleCnt="4"/>
      <dgm:spPr/>
    </dgm:pt>
    <dgm:pt modelId="{008EABF7-B564-4A13-BF4D-CB0AEEC77A91}" type="pres">
      <dgm:prSet presAssocID="{C0C37D8D-7A82-4A51-A12C-6255606CE6C1}" presName="parentText" presStyleLbl="node1" presStyleIdx="3" presStyleCnt="4">
        <dgm:presLayoutVars>
          <dgm:chMax val="1"/>
          <dgm:bulletEnabled val="1"/>
        </dgm:presLayoutVars>
      </dgm:prSet>
      <dgm:spPr/>
    </dgm:pt>
  </dgm:ptLst>
  <dgm:cxnLst>
    <dgm:cxn modelId="{42DBB203-CDAF-F34D-A29F-BC2D764DD447}" srcId="{C0C37D8D-7A82-4A51-A12C-6255606CE6C1}" destId="{E1711EED-53EA-D741-B15C-21A17109518B}" srcOrd="3" destOrd="0" parTransId="{73DB400C-6757-2741-BCDA-D1B70C56DAE0}" sibTransId="{A40F6816-D48C-EC43-A2B8-727E7F811C3D}"/>
    <dgm:cxn modelId="{22B12A05-BB93-4E70-A57A-4C9E36334E03}" srcId="{C0C37D8D-7A82-4A51-A12C-6255606CE6C1}" destId="{272F54DC-F84F-4C4A-8783-BE36B82FC24B}" srcOrd="0" destOrd="0" parTransId="{555F9769-FBC4-433A-A5A4-68A85A30EBC9}" sibTransId="{AC1A4AA7-2F7B-4899-AA96-60466ADB597F}"/>
    <dgm:cxn modelId="{D5AB3D0A-5D6C-48A3-BF04-35C3097096C1}" srcId="{C0C37D8D-7A82-4A51-A12C-6255606CE6C1}" destId="{BCE021E0-50A1-4FBA-8747-3D59FE804B9F}" srcOrd="1" destOrd="0" parTransId="{67DA1074-E633-4BC4-B456-B46B3F2AAE7D}" sibTransId="{CA24B249-CB4E-492A-8AEF-38B140626E85}"/>
    <dgm:cxn modelId="{658B040B-2B27-494B-82C9-FAB5D168AB75}" type="presOf" srcId="{4B8B826C-AFAA-436A-B54A-B5C6FA84EA5B}" destId="{0B4B5FA3-4F31-4EF6-8F5D-F62F50985C31}" srcOrd="0" destOrd="6" presId="urn:microsoft.com/office/officeart/2005/8/layout/hProcess6"/>
    <dgm:cxn modelId="{47F0D70B-ADEC-4D14-856D-7686E8A67768}" type="presOf" srcId="{4B27A008-CB7E-4A55-B333-7F040E7561C9}" destId="{B4484374-F97E-4A0D-B524-7BF82DA70716}" srcOrd="0" destOrd="2" presId="urn:microsoft.com/office/officeart/2005/8/layout/hProcess6"/>
    <dgm:cxn modelId="{6BA79A0C-B1DF-41B1-8762-0207B986BBB6}" type="presOf" srcId="{4EB52C01-023A-D34F-990F-FC10E61C7C4F}" destId="{29B467BE-B8B3-4454-8337-651F6FA8D458}" srcOrd="0" destOrd="2" presId="urn:microsoft.com/office/officeart/2005/8/layout/hProcess6"/>
    <dgm:cxn modelId="{D152700D-D009-48AA-9F07-BCB4D0AD09FD}" type="presOf" srcId="{DF0F6825-DF12-4F31-96D3-83BA74149B42}" destId="{DA9BA91C-2ED7-4DEA-A5ED-3FCF26888626}" srcOrd="1" destOrd="0" presId="urn:microsoft.com/office/officeart/2005/8/layout/hProcess6"/>
    <dgm:cxn modelId="{0E93CA16-7CD4-454E-86F6-D5BD80665884}" type="presOf" srcId="{E1711EED-53EA-D741-B15C-21A17109518B}" destId="{0435D653-E243-4536-B374-BD2656895D1D}" srcOrd="1" destOrd="3" presId="urn:microsoft.com/office/officeart/2005/8/layout/hProcess6"/>
    <dgm:cxn modelId="{B62AE417-1DEE-436B-B222-8364E785BBED}" srcId="{D461267C-AAFC-4A04-B453-10BFCA9E3A78}" destId="{0F507754-2CDB-4CDE-BBA1-7653E69014B8}" srcOrd="1" destOrd="0" parTransId="{1C981ACF-9D2C-47CE-AC21-ABA922DCCCF2}" sibTransId="{9F2FD445-215D-4CCB-A143-77A6D3E7B958}"/>
    <dgm:cxn modelId="{05071118-1FE2-463B-8EF1-7B19BBED30EA}" srcId="{0F507754-2CDB-4CDE-BBA1-7653E69014B8}" destId="{0A336B00-8082-4814-AAAE-79C4FF2452BA}" srcOrd="0" destOrd="0" parTransId="{06F7F318-3631-4FE9-8BFA-1E057FC0B014}" sibTransId="{411DEF42-DE25-43D9-96AE-4B10252B4AA1}"/>
    <dgm:cxn modelId="{4EFABD18-8F32-443B-ABBB-2F1B76A7AD0B}" type="presOf" srcId="{0F507754-2CDB-4CDE-BBA1-7653E69014B8}" destId="{87A2D63B-EA13-41CD-A82C-BDD669DBC70C}" srcOrd="0" destOrd="0" presId="urn:microsoft.com/office/officeart/2005/8/layout/hProcess6"/>
    <dgm:cxn modelId="{2E924F1D-D328-4086-BEC2-3D27C2CADD51}" type="presOf" srcId="{B9293085-B6D2-8545-80B8-A21753B68E0A}" destId="{C3556303-A264-428D-A6C5-86980E0893FA}" srcOrd="1" destOrd="3" presId="urn:microsoft.com/office/officeart/2005/8/layout/hProcess6"/>
    <dgm:cxn modelId="{4455101E-2908-420A-A9DE-663596704E21}" type="presOf" srcId="{54CF06AE-75E2-D346-AA62-2B040521EBA1}" destId="{873A3858-4FA5-47AC-BB0F-F1B6227873BA}" srcOrd="0" destOrd="2" presId="urn:microsoft.com/office/officeart/2005/8/layout/hProcess6"/>
    <dgm:cxn modelId="{91751220-4677-204C-82A5-018BB65D65BE}" srcId="{0F507754-2CDB-4CDE-BBA1-7653E69014B8}" destId="{D926B3B8-84A5-8F48-9596-710408A9E888}" srcOrd="4" destOrd="0" parTransId="{CE88CCBE-A55A-534D-B417-4B6C154C06B8}" sibTransId="{9730A59E-B54E-D04F-9239-66EBE0992216}"/>
    <dgm:cxn modelId="{0DAD852D-A1D2-4235-AD33-98EB175DDCFB}" type="presOf" srcId="{2921B3FD-1F92-4EB6-B0D5-6887B555B02C}" destId="{29B467BE-B8B3-4454-8337-651F6FA8D458}" srcOrd="0" destOrd="5" presId="urn:microsoft.com/office/officeart/2005/8/layout/hProcess6"/>
    <dgm:cxn modelId="{9A663D3A-BE9C-45D6-945C-418F74405FBD}" type="presOf" srcId="{6F371B0F-E39B-BB4A-A9F0-8431B444D1E0}" destId="{C3556303-A264-428D-A6C5-86980E0893FA}" srcOrd="1" destOrd="5" presId="urn:microsoft.com/office/officeart/2005/8/layout/hProcess6"/>
    <dgm:cxn modelId="{4C85DA3A-B460-4BDC-AB17-B2B71DAE8607}" type="presOf" srcId="{B55FD80A-C153-454F-8334-6B63D381B31D}" destId="{0B4B5FA3-4F31-4EF6-8F5D-F62F50985C31}" srcOrd="0" destOrd="1" presId="urn:microsoft.com/office/officeart/2005/8/layout/hProcess6"/>
    <dgm:cxn modelId="{A3A4EE3A-19F0-416A-821D-4DF7E3D189EF}" type="presOf" srcId="{54CF06AE-75E2-D346-AA62-2B040521EBA1}" destId="{DA9BA91C-2ED7-4DEA-A5ED-3FCF26888626}" srcOrd="1" destOrd="2" presId="urn:microsoft.com/office/officeart/2005/8/layout/hProcess6"/>
    <dgm:cxn modelId="{09AED23F-2F20-B045-A0EC-4888148D49C9}" srcId="{C0C37D8D-7A82-4A51-A12C-6255606CE6C1}" destId="{2EE7C3D3-EF60-0E46-A331-B00FC2B5753B}" srcOrd="4" destOrd="0" parTransId="{BB29D2B4-D9EF-FE47-98A9-088F884112E7}" sibTransId="{CB45F6D3-0393-CB4B-9210-6CC9122E84DD}"/>
    <dgm:cxn modelId="{584C8944-FC6B-B940-A254-6BF47E83EDDC}" srcId="{0F507754-2CDB-4CDE-BBA1-7653E69014B8}" destId="{54C1D77B-4B54-5E49-8694-32DF7C071155}" srcOrd="2" destOrd="0" parTransId="{8639B1D1-59A9-0345-8B95-90F29652CF63}" sibTransId="{7C657310-D2F0-1945-97FC-65DF48CE889F}"/>
    <dgm:cxn modelId="{16ED9E4B-47C5-44F9-948B-4CB9720A0886}" type="presOf" srcId="{EC05F70C-BD86-4BEB-AF86-377489D9198C}" destId="{DA9BA91C-2ED7-4DEA-A5ED-3FCF26888626}" srcOrd="1" destOrd="4" presId="urn:microsoft.com/office/officeart/2005/8/layout/hProcess6"/>
    <dgm:cxn modelId="{901E974D-13E9-4216-9095-11CE7F9A6523}" type="presOf" srcId="{D6B2E01B-0CFB-5C40-9EDF-47488218F3D8}" destId="{873A3858-4FA5-47AC-BB0F-F1B6227873BA}" srcOrd="0" destOrd="1" presId="urn:microsoft.com/office/officeart/2005/8/layout/hProcess6"/>
    <dgm:cxn modelId="{3F0AD650-D3DA-4B64-B053-9F673FD907C2}" type="presOf" srcId="{54C1D77B-4B54-5E49-8694-32DF7C071155}" destId="{0B4B5FA3-4F31-4EF6-8F5D-F62F50985C31}" srcOrd="0" destOrd="2" presId="urn:microsoft.com/office/officeart/2005/8/layout/hProcess6"/>
    <dgm:cxn modelId="{EB867757-0179-4B53-A693-501A18EEAC22}" type="presOf" srcId="{B55FD80A-C153-454F-8334-6B63D381B31D}" destId="{C3556303-A264-428D-A6C5-86980E0893FA}" srcOrd="1" destOrd="1" presId="urn:microsoft.com/office/officeart/2005/8/layout/hProcess6"/>
    <dgm:cxn modelId="{EB29CA5A-2441-43EA-8D67-F1452377E665}" srcId="{D461267C-AAFC-4A04-B453-10BFCA9E3A78}" destId="{C0C37D8D-7A82-4A51-A12C-6255606CE6C1}" srcOrd="3" destOrd="0" parTransId="{27E89AE2-6449-4ED3-9B96-84B43DA6DD22}" sibTransId="{4AE1ED80-99A1-4A0E-82ED-150A20F3E704}"/>
    <dgm:cxn modelId="{EF15B55D-96E7-4869-A067-2A4BD77F6E4B}" type="presOf" srcId="{BCE021E0-50A1-4FBA-8747-3D59FE804B9F}" destId="{0435D653-E243-4536-B374-BD2656895D1D}" srcOrd="1" destOrd="1" presId="urn:microsoft.com/office/officeart/2005/8/layout/hProcess6"/>
    <dgm:cxn modelId="{CED5D55D-8A0F-4ACA-9702-5B7A8A29D162}" type="presOf" srcId="{3130E3F4-83FB-FE48-9AA5-D91C7D2FAE55}" destId="{873A3858-4FA5-47AC-BB0F-F1B6227873BA}" srcOrd="0" destOrd="3" presId="urn:microsoft.com/office/officeart/2005/8/layout/hProcess6"/>
    <dgm:cxn modelId="{72779E5F-18AC-43BC-B7C1-BD860CEED1CE}" type="presOf" srcId="{B9293085-B6D2-8545-80B8-A21753B68E0A}" destId="{0B4B5FA3-4F31-4EF6-8F5D-F62F50985C31}" srcOrd="0" destOrd="3" presId="urn:microsoft.com/office/officeart/2005/8/layout/hProcess6"/>
    <dgm:cxn modelId="{E217B562-B373-4C0A-80A6-A5B0EE676275}" type="presOf" srcId="{C0C37D8D-7A82-4A51-A12C-6255606CE6C1}" destId="{008EABF7-B564-4A13-BF4D-CB0AEEC77A91}" srcOrd="0" destOrd="0" presId="urn:microsoft.com/office/officeart/2005/8/layout/hProcess6"/>
    <dgm:cxn modelId="{C998DA64-65E0-48BA-A345-44FA906909FC}" type="presOf" srcId="{D926B3B8-84A5-8F48-9596-710408A9E888}" destId="{0B4B5FA3-4F31-4EF6-8F5D-F62F50985C31}" srcOrd="0" destOrd="4" presId="urn:microsoft.com/office/officeart/2005/8/layout/hProcess6"/>
    <dgm:cxn modelId="{6809C865-DFF4-43C3-A00C-BA18E6DCA2AB}" srcId="{C0C37D8D-7A82-4A51-A12C-6255606CE6C1}" destId="{2921B3FD-1F92-4EB6-B0D5-6887B555B02C}" srcOrd="5" destOrd="0" parTransId="{A97E0A1F-74E7-43FC-BEAD-3105E1E94608}" sibTransId="{A872CE98-CDDA-4CA0-BBA3-F10DC8C8EF89}"/>
    <dgm:cxn modelId="{DBA90869-18D1-438F-9EAA-7BE733602F0B}" type="presOf" srcId="{4EB52C01-023A-D34F-990F-FC10E61C7C4F}" destId="{0435D653-E243-4536-B374-BD2656895D1D}" srcOrd="1" destOrd="2" presId="urn:microsoft.com/office/officeart/2005/8/layout/hProcess6"/>
    <dgm:cxn modelId="{2C41E36A-1A34-4CFB-B9C0-2C4949C0DA66}" type="presOf" srcId="{3130E3F4-83FB-FE48-9AA5-D91C7D2FAE55}" destId="{DA9BA91C-2ED7-4DEA-A5ED-3FCF26888626}" srcOrd="1" destOrd="3" presId="urn:microsoft.com/office/officeart/2005/8/layout/hProcess6"/>
    <dgm:cxn modelId="{95B67E6C-5E53-41BB-A7CC-4AF94B4EDA72}" type="presOf" srcId="{1494AD4D-7CCC-4CA9-ADA8-2698C8A16112}" destId="{DAB6A6D2-D462-4E24-8933-19BD0A3B8D8B}" srcOrd="1" destOrd="1" presId="urn:microsoft.com/office/officeart/2005/8/layout/hProcess6"/>
    <dgm:cxn modelId="{96CE236D-83B8-493E-87A0-84B9B640D095}" type="presOf" srcId="{272F54DC-F84F-4C4A-8783-BE36B82FC24B}" destId="{0435D653-E243-4536-B374-BD2656895D1D}" srcOrd="1" destOrd="0" presId="urn:microsoft.com/office/officeart/2005/8/layout/hProcess6"/>
    <dgm:cxn modelId="{D520996E-EF13-4B0F-90A5-D997BD495F5F}" type="presOf" srcId="{D461267C-AAFC-4A04-B453-10BFCA9E3A78}" destId="{25A913F6-1796-44E2-86F5-34ED72C8724E}" srcOrd="0" destOrd="0" presId="urn:microsoft.com/office/officeart/2005/8/layout/hProcess6"/>
    <dgm:cxn modelId="{B5D95B72-AC5F-4FD1-9094-3B0C00ED1832}" type="presOf" srcId="{BCE021E0-50A1-4FBA-8747-3D59FE804B9F}" destId="{29B467BE-B8B3-4454-8337-651F6FA8D458}" srcOrd="0" destOrd="1" presId="urn:microsoft.com/office/officeart/2005/8/layout/hProcess6"/>
    <dgm:cxn modelId="{6D977E75-082F-4554-9020-6EA074C4CF26}" srcId="{D461267C-AAFC-4A04-B453-10BFCA9E3A78}" destId="{005C1547-99FD-4E37-88D7-60AB84BCEA6D}" srcOrd="0" destOrd="0" parTransId="{8577BE6F-5409-4966-9139-BBE73303EBA0}" sibTransId="{A77B7760-54F6-479F-9408-ABD07241A059}"/>
    <dgm:cxn modelId="{77844279-870B-4D05-89A1-473AD1650CB8}" type="presOf" srcId="{272F54DC-F84F-4C4A-8783-BE36B82FC24B}" destId="{29B467BE-B8B3-4454-8337-651F6FA8D458}" srcOrd="0" destOrd="0" presId="urn:microsoft.com/office/officeart/2005/8/layout/hProcess6"/>
    <dgm:cxn modelId="{96C03D7C-DAD6-49DD-892E-941FD86ADCBA}" srcId="{BA579838-0413-4577-A182-FF80F5549516}" destId="{EC05F70C-BD86-4BEB-AF86-377489D9198C}" srcOrd="4" destOrd="0" parTransId="{EDF2F1C6-1FD5-4887-8D74-7A7CF95C4706}" sibTransId="{C10B3B67-97E7-4F2B-8591-F02F436A31F7}"/>
    <dgm:cxn modelId="{6A4B6582-AE0E-40B4-B47D-81043CC120E2}" type="presOf" srcId="{6F371B0F-E39B-BB4A-A9F0-8431B444D1E0}" destId="{0B4B5FA3-4F31-4EF6-8F5D-F62F50985C31}" srcOrd="0" destOrd="5" presId="urn:microsoft.com/office/officeart/2005/8/layout/hProcess6"/>
    <dgm:cxn modelId="{F7120A84-419E-4ABA-B6A6-C8041ADE1EE6}" type="presOf" srcId="{EC05F70C-BD86-4BEB-AF86-377489D9198C}" destId="{873A3858-4FA5-47AC-BB0F-F1B6227873BA}" srcOrd="0" destOrd="4" presId="urn:microsoft.com/office/officeart/2005/8/layout/hProcess6"/>
    <dgm:cxn modelId="{F2460E84-546A-4A7E-8EE6-F83CDB26431E}" type="presOf" srcId="{BA579838-0413-4577-A182-FF80F5549516}" destId="{3EF928B0-AE40-4CCC-9AC8-7F4622232DB9}" srcOrd="0" destOrd="0" presId="urn:microsoft.com/office/officeart/2005/8/layout/hProcess6"/>
    <dgm:cxn modelId="{6206E084-759C-48AC-97D6-94B9F8B2C734}" srcId="{005C1547-99FD-4E37-88D7-60AB84BCEA6D}" destId="{1494AD4D-7CCC-4CA9-ADA8-2698C8A16112}" srcOrd="1" destOrd="0" parTransId="{6770035E-5DE2-4322-A291-F3A3C2427FA3}" sibTransId="{14BB6BD3-FFBF-4B27-BD90-BE7D17FD0970}"/>
    <dgm:cxn modelId="{864E8F86-09D8-4F8F-BC72-4086A0048EC9}" type="presOf" srcId="{DF0F6825-DF12-4F31-96D3-83BA74149B42}" destId="{873A3858-4FA5-47AC-BB0F-F1B6227873BA}" srcOrd="0" destOrd="0" presId="urn:microsoft.com/office/officeart/2005/8/layout/hProcess6"/>
    <dgm:cxn modelId="{7739E38A-06C8-1B44-B1A8-D15DAD789C41}" srcId="{C0C37D8D-7A82-4A51-A12C-6255606CE6C1}" destId="{4EB52C01-023A-D34F-990F-FC10E61C7C4F}" srcOrd="2" destOrd="0" parTransId="{87EAF7E4-B9EC-AC48-9DE2-862FFEF96EC7}" sibTransId="{48EA8363-CC15-FE4F-A497-F2E072210276}"/>
    <dgm:cxn modelId="{55CDCF8F-7C07-2C4B-9551-B42BBB437F30}" srcId="{BA579838-0413-4577-A182-FF80F5549516}" destId="{3130E3F4-83FB-FE48-9AA5-D91C7D2FAE55}" srcOrd="3" destOrd="0" parTransId="{1E9E38A5-1630-5145-A511-3A8F36A88CB8}" sibTransId="{5C1F125E-50D0-6241-8B9E-660FA6A6B0A7}"/>
    <dgm:cxn modelId="{246F8A91-6534-0940-A617-B752A271F2E2}" srcId="{0F507754-2CDB-4CDE-BBA1-7653E69014B8}" destId="{6F371B0F-E39B-BB4A-A9F0-8431B444D1E0}" srcOrd="5" destOrd="0" parTransId="{EEBCB173-EAA7-C241-AA88-E8F63D803841}" sibTransId="{EE1E0C2D-01DD-A547-BA5B-6FFD569B10DD}"/>
    <dgm:cxn modelId="{A2AF0C93-9460-9E4B-8671-22EF731DC6A8}" srcId="{0F507754-2CDB-4CDE-BBA1-7653E69014B8}" destId="{B9293085-B6D2-8545-80B8-A21753B68E0A}" srcOrd="3" destOrd="0" parTransId="{3829E838-B0B0-1C4C-88B3-61355133C43E}" sibTransId="{DFB5EE88-1125-9343-9C52-164ECCAE5205}"/>
    <dgm:cxn modelId="{D42B6799-F6F3-4AA3-A163-8E05A3BCA71F}" type="presOf" srcId="{4B8B826C-AFAA-436A-B54A-B5C6FA84EA5B}" destId="{C3556303-A264-428D-A6C5-86980E0893FA}" srcOrd="1" destOrd="6" presId="urn:microsoft.com/office/officeart/2005/8/layout/hProcess6"/>
    <dgm:cxn modelId="{6AF6629B-A935-4BFB-A808-935134954E4A}" type="presOf" srcId="{2921B3FD-1F92-4EB6-B0D5-6887B555B02C}" destId="{0435D653-E243-4536-B374-BD2656895D1D}" srcOrd="1" destOrd="5" presId="urn:microsoft.com/office/officeart/2005/8/layout/hProcess6"/>
    <dgm:cxn modelId="{34742CA1-E4B9-4898-B560-3A0A9840DFD7}" type="presOf" srcId="{D6B2E01B-0CFB-5C40-9EDF-47488218F3D8}" destId="{DA9BA91C-2ED7-4DEA-A5ED-3FCF26888626}" srcOrd="1" destOrd="1" presId="urn:microsoft.com/office/officeart/2005/8/layout/hProcess6"/>
    <dgm:cxn modelId="{2A9252A7-81FC-4E27-8360-3F09F8001E45}" type="presOf" srcId="{54C1D77B-4B54-5E49-8694-32DF7C071155}" destId="{C3556303-A264-428D-A6C5-86980E0893FA}" srcOrd="1" destOrd="2" presId="urn:microsoft.com/office/officeart/2005/8/layout/hProcess6"/>
    <dgm:cxn modelId="{7397A9AC-0C08-42A2-B71B-58BFA14B500D}" type="presOf" srcId="{4B27A008-CB7E-4A55-B333-7F040E7561C9}" destId="{DAB6A6D2-D462-4E24-8933-19BD0A3B8D8B}" srcOrd="1" destOrd="2" presId="urn:microsoft.com/office/officeart/2005/8/layout/hProcess6"/>
    <dgm:cxn modelId="{E1273DB7-BB2A-428B-A522-ED6E64D40682}" srcId="{005C1547-99FD-4E37-88D7-60AB84BCEA6D}" destId="{90874026-0648-49ED-B76A-2FC2D141C6A3}" srcOrd="0" destOrd="0" parTransId="{66380B3B-62D4-426A-943C-A26A36F99A50}" sibTransId="{72CA347E-97F2-4170-8603-723DD0CBFF45}"/>
    <dgm:cxn modelId="{4ACA5EB7-D495-468D-8564-E092430E4506}" type="presOf" srcId="{2EE7C3D3-EF60-0E46-A331-B00FC2B5753B}" destId="{29B467BE-B8B3-4454-8337-651F6FA8D458}" srcOrd="0" destOrd="4" presId="urn:microsoft.com/office/officeart/2005/8/layout/hProcess6"/>
    <dgm:cxn modelId="{7BB126C2-6B5F-4DF1-850E-A21825A8FB25}" type="presOf" srcId="{0A336B00-8082-4814-AAAE-79C4FF2452BA}" destId="{C3556303-A264-428D-A6C5-86980E0893FA}" srcOrd="1" destOrd="0" presId="urn:microsoft.com/office/officeart/2005/8/layout/hProcess6"/>
    <dgm:cxn modelId="{DEA1AEC6-B4DB-4A2E-BB7A-8E39FB29B6D8}" type="presOf" srcId="{1494AD4D-7CCC-4CA9-ADA8-2698C8A16112}" destId="{B4484374-F97E-4A0D-B524-7BF82DA70716}" srcOrd="0" destOrd="1" presId="urn:microsoft.com/office/officeart/2005/8/layout/hProcess6"/>
    <dgm:cxn modelId="{011F2DC7-2BFB-44F1-A671-DBCF9B56651A}" type="presOf" srcId="{005C1547-99FD-4E37-88D7-60AB84BCEA6D}" destId="{F8992835-E712-4E11-B253-812CDA2F4A9F}" srcOrd="0" destOrd="0" presId="urn:microsoft.com/office/officeart/2005/8/layout/hProcess6"/>
    <dgm:cxn modelId="{699EDEC9-86A2-47E3-A7EB-004904DAC383}" type="presOf" srcId="{0A336B00-8082-4814-AAAE-79C4FF2452BA}" destId="{0B4B5FA3-4F31-4EF6-8F5D-F62F50985C31}" srcOrd="0" destOrd="0" presId="urn:microsoft.com/office/officeart/2005/8/layout/hProcess6"/>
    <dgm:cxn modelId="{0F9D53CE-A03E-4273-80A4-EBBA0376E004}" type="presOf" srcId="{D926B3B8-84A5-8F48-9596-710408A9E888}" destId="{C3556303-A264-428D-A6C5-86980E0893FA}" srcOrd="1" destOrd="4" presId="urn:microsoft.com/office/officeart/2005/8/layout/hProcess6"/>
    <dgm:cxn modelId="{6BFACACE-A564-4258-A7FD-4CD64DB1EB9C}" srcId="{BA579838-0413-4577-A182-FF80F5549516}" destId="{DF0F6825-DF12-4F31-96D3-83BA74149B42}" srcOrd="0" destOrd="0" parTransId="{8266A661-00CD-443D-8398-00EC28E3CC3D}" sibTransId="{27448AA4-5B90-4F3E-BCC1-1655A601717A}"/>
    <dgm:cxn modelId="{78A937DA-5CC2-074F-A616-EFC28CED9B62}" srcId="{BA579838-0413-4577-A182-FF80F5549516}" destId="{54CF06AE-75E2-D346-AA62-2B040521EBA1}" srcOrd="2" destOrd="0" parTransId="{2729BFE9-A6CE-2645-85E9-7156E957CF28}" sibTransId="{2C7DBE57-1235-8E4E-9082-16A9C17708B0}"/>
    <dgm:cxn modelId="{1B28EAE3-560C-B64C-ACBF-B7CE8FBA4B1E}" srcId="{BA579838-0413-4577-A182-FF80F5549516}" destId="{D6B2E01B-0CFB-5C40-9EDF-47488218F3D8}" srcOrd="1" destOrd="0" parTransId="{B12F30A1-40C2-CF4E-94ED-5FF21F7CEE06}" sibTransId="{903BDA5F-B613-2B43-A495-501C860D9EC2}"/>
    <dgm:cxn modelId="{C8A690EE-EA89-FB4C-AB9D-CD1DED382BE9}" srcId="{0F507754-2CDB-4CDE-BBA1-7653E69014B8}" destId="{B55FD80A-C153-454F-8334-6B63D381B31D}" srcOrd="1" destOrd="0" parTransId="{ED6C3C42-E48C-8F4F-AB02-12FADB18D5DD}" sibTransId="{B02D5179-690C-B046-AC42-D1FD90B636F3}"/>
    <dgm:cxn modelId="{9792D8F4-588D-467C-8D8D-8399D81406DF}" type="presOf" srcId="{E1711EED-53EA-D741-B15C-21A17109518B}" destId="{29B467BE-B8B3-4454-8337-651F6FA8D458}" srcOrd="0" destOrd="3" presId="urn:microsoft.com/office/officeart/2005/8/layout/hProcess6"/>
    <dgm:cxn modelId="{7C9E53F9-2DAE-45EE-B1C0-6A5FA00612E9}" type="presOf" srcId="{90874026-0648-49ED-B76A-2FC2D141C6A3}" destId="{DAB6A6D2-D462-4E24-8933-19BD0A3B8D8B}" srcOrd="1" destOrd="0" presId="urn:microsoft.com/office/officeart/2005/8/layout/hProcess6"/>
    <dgm:cxn modelId="{8CD3FFF9-7C93-44F2-B496-37364BA24285}" type="presOf" srcId="{90874026-0648-49ED-B76A-2FC2D141C6A3}" destId="{B4484374-F97E-4A0D-B524-7BF82DA70716}" srcOrd="0" destOrd="0" presId="urn:microsoft.com/office/officeart/2005/8/layout/hProcess6"/>
    <dgm:cxn modelId="{3E5115FB-1634-409F-9B47-BCBD5D70A282}" srcId="{005C1547-99FD-4E37-88D7-60AB84BCEA6D}" destId="{4B27A008-CB7E-4A55-B333-7F040E7561C9}" srcOrd="2" destOrd="0" parTransId="{180B7EB8-4100-43FE-AE9E-DCA894DB84C5}" sibTransId="{4730FED8-3ADE-42FA-BBCE-5F6CC990E871}"/>
    <dgm:cxn modelId="{0A7245FB-AF47-4C0A-89C7-B5F1E809E3E9}" srcId="{0F507754-2CDB-4CDE-BBA1-7653E69014B8}" destId="{4B8B826C-AFAA-436A-B54A-B5C6FA84EA5B}" srcOrd="6" destOrd="0" parTransId="{85FAAC9C-B0E7-42D8-BA9C-570B9A59BE13}" sibTransId="{DA0A3252-B45A-4D95-9173-D34A423A5613}"/>
    <dgm:cxn modelId="{88DBA1FB-F303-4DBC-92F1-ECC4A1A4B31E}" srcId="{D461267C-AAFC-4A04-B453-10BFCA9E3A78}" destId="{BA579838-0413-4577-A182-FF80F5549516}" srcOrd="2" destOrd="0" parTransId="{F1BDB688-CCC1-4564-A38C-F5FDAA22CB13}" sibTransId="{2279A675-23DF-4502-B2FB-27B479AC59E8}"/>
    <dgm:cxn modelId="{826A30FE-F079-4045-8950-905E0F7F99C0}" type="presOf" srcId="{2EE7C3D3-EF60-0E46-A331-B00FC2B5753B}" destId="{0435D653-E243-4536-B374-BD2656895D1D}" srcOrd="1" destOrd="4" presId="urn:microsoft.com/office/officeart/2005/8/layout/hProcess6"/>
    <dgm:cxn modelId="{DE61EDB9-02CC-4488-BD79-ABA99B25CD5C}" type="presParOf" srcId="{25A913F6-1796-44E2-86F5-34ED72C8724E}" destId="{5DFF7897-A45B-4A05-A53C-480927982C02}" srcOrd="0" destOrd="0" presId="urn:microsoft.com/office/officeart/2005/8/layout/hProcess6"/>
    <dgm:cxn modelId="{45C3AEF3-09C2-4735-AF9E-77DB23B44A86}" type="presParOf" srcId="{5DFF7897-A45B-4A05-A53C-480927982C02}" destId="{F71992BA-4E83-4A4A-B9D8-DF5E267C38B0}" srcOrd="0" destOrd="0" presId="urn:microsoft.com/office/officeart/2005/8/layout/hProcess6"/>
    <dgm:cxn modelId="{A974994C-13F8-42B2-8016-EEA28A79C1CD}" type="presParOf" srcId="{5DFF7897-A45B-4A05-A53C-480927982C02}" destId="{B4484374-F97E-4A0D-B524-7BF82DA70716}" srcOrd="1" destOrd="0" presId="urn:microsoft.com/office/officeart/2005/8/layout/hProcess6"/>
    <dgm:cxn modelId="{BEE4F767-527D-4AAA-ABC8-D026D8C0688E}" type="presParOf" srcId="{5DFF7897-A45B-4A05-A53C-480927982C02}" destId="{DAB6A6D2-D462-4E24-8933-19BD0A3B8D8B}" srcOrd="2" destOrd="0" presId="urn:microsoft.com/office/officeart/2005/8/layout/hProcess6"/>
    <dgm:cxn modelId="{B5F012C0-1242-4BC9-A3C3-90F0748667BA}" type="presParOf" srcId="{5DFF7897-A45B-4A05-A53C-480927982C02}" destId="{F8992835-E712-4E11-B253-812CDA2F4A9F}" srcOrd="3" destOrd="0" presId="urn:microsoft.com/office/officeart/2005/8/layout/hProcess6"/>
    <dgm:cxn modelId="{ED8A7C61-47E1-4C17-9463-637CBA562FA8}" type="presParOf" srcId="{25A913F6-1796-44E2-86F5-34ED72C8724E}" destId="{997B86B2-1CD7-41B6-A03A-04C51334E035}" srcOrd="1" destOrd="0" presId="urn:microsoft.com/office/officeart/2005/8/layout/hProcess6"/>
    <dgm:cxn modelId="{28D237C0-82B9-48DA-BF54-935769D57141}" type="presParOf" srcId="{25A913F6-1796-44E2-86F5-34ED72C8724E}" destId="{098967BF-8C35-4AD7-9E58-1420868166BE}" srcOrd="2" destOrd="0" presId="urn:microsoft.com/office/officeart/2005/8/layout/hProcess6"/>
    <dgm:cxn modelId="{881EAC48-6B3F-4CD7-BCDC-18228B1F8926}" type="presParOf" srcId="{098967BF-8C35-4AD7-9E58-1420868166BE}" destId="{335371D7-0293-4547-9202-4418F89086F6}" srcOrd="0" destOrd="0" presId="urn:microsoft.com/office/officeart/2005/8/layout/hProcess6"/>
    <dgm:cxn modelId="{8DBE7E41-2292-4447-873B-24EE85DAB0FE}" type="presParOf" srcId="{098967BF-8C35-4AD7-9E58-1420868166BE}" destId="{0B4B5FA3-4F31-4EF6-8F5D-F62F50985C31}" srcOrd="1" destOrd="0" presId="urn:microsoft.com/office/officeart/2005/8/layout/hProcess6"/>
    <dgm:cxn modelId="{A726C6A2-E192-41E1-A3D5-F6C02A214F21}" type="presParOf" srcId="{098967BF-8C35-4AD7-9E58-1420868166BE}" destId="{C3556303-A264-428D-A6C5-86980E0893FA}" srcOrd="2" destOrd="0" presId="urn:microsoft.com/office/officeart/2005/8/layout/hProcess6"/>
    <dgm:cxn modelId="{287075A7-C011-4FDC-907F-358801B370B8}" type="presParOf" srcId="{098967BF-8C35-4AD7-9E58-1420868166BE}" destId="{87A2D63B-EA13-41CD-A82C-BDD669DBC70C}" srcOrd="3" destOrd="0" presId="urn:microsoft.com/office/officeart/2005/8/layout/hProcess6"/>
    <dgm:cxn modelId="{25DC6D3D-B274-41AE-A106-7FFAB52DD909}" type="presParOf" srcId="{25A913F6-1796-44E2-86F5-34ED72C8724E}" destId="{EDA26482-546D-4479-9AEC-EF0EA02C2180}" srcOrd="3" destOrd="0" presId="urn:microsoft.com/office/officeart/2005/8/layout/hProcess6"/>
    <dgm:cxn modelId="{188079E9-37B1-4B37-B0F3-A55E142F6F99}" type="presParOf" srcId="{25A913F6-1796-44E2-86F5-34ED72C8724E}" destId="{6A90C15B-3C9B-45EF-8C0F-AC5BA2DD0A91}" srcOrd="4" destOrd="0" presId="urn:microsoft.com/office/officeart/2005/8/layout/hProcess6"/>
    <dgm:cxn modelId="{2605C3C7-BD5F-4079-A49B-FFC295AE5109}" type="presParOf" srcId="{6A90C15B-3C9B-45EF-8C0F-AC5BA2DD0A91}" destId="{66FCE5C4-75CE-4371-AB3F-5FE8C8237DFA}" srcOrd="0" destOrd="0" presId="urn:microsoft.com/office/officeart/2005/8/layout/hProcess6"/>
    <dgm:cxn modelId="{5BEA37BE-EACF-4586-BFF5-8F52C80F00E1}" type="presParOf" srcId="{6A90C15B-3C9B-45EF-8C0F-AC5BA2DD0A91}" destId="{873A3858-4FA5-47AC-BB0F-F1B6227873BA}" srcOrd="1" destOrd="0" presId="urn:microsoft.com/office/officeart/2005/8/layout/hProcess6"/>
    <dgm:cxn modelId="{28DFE33B-E508-4D65-BED4-6301BE43B852}" type="presParOf" srcId="{6A90C15B-3C9B-45EF-8C0F-AC5BA2DD0A91}" destId="{DA9BA91C-2ED7-4DEA-A5ED-3FCF26888626}" srcOrd="2" destOrd="0" presId="urn:microsoft.com/office/officeart/2005/8/layout/hProcess6"/>
    <dgm:cxn modelId="{CE87A3E4-1720-471F-A558-7B7427A2B9D7}" type="presParOf" srcId="{6A90C15B-3C9B-45EF-8C0F-AC5BA2DD0A91}" destId="{3EF928B0-AE40-4CCC-9AC8-7F4622232DB9}" srcOrd="3" destOrd="0" presId="urn:microsoft.com/office/officeart/2005/8/layout/hProcess6"/>
    <dgm:cxn modelId="{71B2A18B-4A40-43EA-9E31-26B4415C9A11}" type="presParOf" srcId="{25A913F6-1796-44E2-86F5-34ED72C8724E}" destId="{CF32752F-8D14-4662-AF10-704ED0D9AC3C}" srcOrd="5" destOrd="0" presId="urn:microsoft.com/office/officeart/2005/8/layout/hProcess6"/>
    <dgm:cxn modelId="{BA23EC95-837D-4C0C-BE62-A2B02AF22445}" type="presParOf" srcId="{25A913F6-1796-44E2-86F5-34ED72C8724E}" destId="{BF1976E3-97FE-4777-9836-E1C3E8400EF1}" srcOrd="6" destOrd="0" presId="urn:microsoft.com/office/officeart/2005/8/layout/hProcess6"/>
    <dgm:cxn modelId="{3D021F46-C5E3-4938-8747-95BD1AB9D7D2}" type="presParOf" srcId="{BF1976E3-97FE-4777-9836-E1C3E8400EF1}" destId="{FAFA3233-7BB8-49AE-899E-5CA9CCE68CA8}" srcOrd="0" destOrd="0" presId="urn:microsoft.com/office/officeart/2005/8/layout/hProcess6"/>
    <dgm:cxn modelId="{959E270A-BD65-4D98-BD03-DF6F02A85E75}" type="presParOf" srcId="{BF1976E3-97FE-4777-9836-E1C3E8400EF1}" destId="{29B467BE-B8B3-4454-8337-651F6FA8D458}" srcOrd="1" destOrd="0" presId="urn:microsoft.com/office/officeart/2005/8/layout/hProcess6"/>
    <dgm:cxn modelId="{7EC7030D-9393-472E-A371-E8C88245935E}" type="presParOf" srcId="{BF1976E3-97FE-4777-9836-E1C3E8400EF1}" destId="{0435D653-E243-4536-B374-BD2656895D1D}" srcOrd="2" destOrd="0" presId="urn:microsoft.com/office/officeart/2005/8/layout/hProcess6"/>
    <dgm:cxn modelId="{C4040C75-CA68-47FE-A27F-FD07CBE6F98F}" type="presParOf" srcId="{BF1976E3-97FE-4777-9836-E1C3E8400EF1}" destId="{008EABF7-B564-4A13-BF4D-CB0AEEC77A91}" srcOrd="3" destOrd="0" presId="urn:microsoft.com/office/officeart/2005/8/layout/hProcess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461267C-AAFC-4A04-B453-10BFCA9E3A78}" type="doc">
      <dgm:prSet loTypeId="urn:microsoft.com/office/officeart/2005/8/layout/hProcess6" loCatId="process" qsTypeId="urn:microsoft.com/office/officeart/2005/8/quickstyle/simple1" qsCatId="simple" csTypeId="urn:microsoft.com/office/officeart/2005/8/colors/accent1_2" csCatId="accent1" phldr="1"/>
      <dgm:spPr/>
      <dgm:t>
        <a:bodyPr/>
        <a:lstStyle/>
        <a:p>
          <a:endParaRPr lang="en-GB"/>
        </a:p>
      </dgm:t>
    </dgm:pt>
    <dgm:pt modelId="{005C1547-99FD-4E37-88D7-60AB84BCEA6D}">
      <dgm:prSet phldrT="[Text]"/>
      <dgm:spPr>
        <a:solidFill>
          <a:schemeClr val="bg2">
            <a:lumMod val="50000"/>
          </a:schemeClr>
        </a:solidFill>
      </dgm:spPr>
      <dgm:t>
        <a:bodyPr/>
        <a:lstStyle/>
        <a:p>
          <a:r>
            <a:rPr lang="en-GB"/>
            <a:t>1</a:t>
          </a:r>
          <a:r>
            <a:rPr lang="en-GB" baseline="30000"/>
            <a:t>st</a:t>
          </a:r>
          <a:r>
            <a:rPr lang="en-GB"/>
            <a:t> </a:t>
          </a:r>
          <a:r>
            <a:rPr lang="en-GB" err="1"/>
            <a:t>Qtr</a:t>
          </a:r>
          <a:endParaRPr lang="en-GB"/>
        </a:p>
      </dgm:t>
    </dgm:pt>
    <dgm:pt modelId="{8577BE6F-5409-4966-9139-BBE73303EBA0}" type="parTrans" cxnId="{6D977E75-082F-4554-9020-6EA074C4CF26}">
      <dgm:prSet/>
      <dgm:spPr/>
      <dgm:t>
        <a:bodyPr/>
        <a:lstStyle/>
        <a:p>
          <a:endParaRPr lang="en-GB"/>
        </a:p>
      </dgm:t>
    </dgm:pt>
    <dgm:pt modelId="{A77B7760-54F6-479F-9408-ABD07241A059}" type="sibTrans" cxnId="{6D977E75-082F-4554-9020-6EA074C4CF26}">
      <dgm:prSet/>
      <dgm:spPr/>
      <dgm:t>
        <a:bodyPr/>
        <a:lstStyle/>
        <a:p>
          <a:endParaRPr lang="en-GB"/>
        </a:p>
      </dgm:t>
    </dgm:pt>
    <dgm:pt modelId="{0F507754-2CDB-4CDE-BBA1-7653E69014B8}">
      <dgm:prSet phldrT="[Text]"/>
      <dgm:spPr>
        <a:solidFill>
          <a:schemeClr val="bg2">
            <a:lumMod val="50000"/>
          </a:schemeClr>
        </a:solidFill>
      </dgm:spPr>
      <dgm:t>
        <a:bodyPr/>
        <a:lstStyle/>
        <a:p>
          <a:r>
            <a:rPr lang="en-GB"/>
            <a:t>2</a:t>
          </a:r>
          <a:r>
            <a:rPr lang="en-GB" baseline="30000"/>
            <a:t>nd</a:t>
          </a:r>
          <a:r>
            <a:rPr lang="en-GB"/>
            <a:t> </a:t>
          </a:r>
          <a:r>
            <a:rPr lang="en-GB" err="1"/>
            <a:t>Qtr</a:t>
          </a:r>
          <a:endParaRPr lang="en-GB"/>
        </a:p>
      </dgm:t>
    </dgm:pt>
    <dgm:pt modelId="{1C981ACF-9D2C-47CE-AC21-ABA922DCCCF2}" type="parTrans" cxnId="{B62AE417-1DEE-436B-B222-8364E785BBED}">
      <dgm:prSet/>
      <dgm:spPr/>
      <dgm:t>
        <a:bodyPr/>
        <a:lstStyle/>
        <a:p>
          <a:endParaRPr lang="en-GB"/>
        </a:p>
      </dgm:t>
    </dgm:pt>
    <dgm:pt modelId="{9F2FD445-215D-4CCB-A143-77A6D3E7B958}" type="sibTrans" cxnId="{B62AE417-1DEE-436B-B222-8364E785BBED}">
      <dgm:prSet/>
      <dgm:spPr/>
      <dgm:t>
        <a:bodyPr/>
        <a:lstStyle/>
        <a:p>
          <a:endParaRPr lang="en-GB"/>
        </a:p>
      </dgm:t>
    </dgm:pt>
    <dgm:pt modelId="{BA579838-0413-4577-A182-FF80F5549516}">
      <dgm:prSet phldrT="[Text]"/>
      <dgm:spPr>
        <a:solidFill>
          <a:schemeClr val="bg2">
            <a:lumMod val="50000"/>
          </a:schemeClr>
        </a:solidFill>
      </dgm:spPr>
      <dgm:t>
        <a:bodyPr/>
        <a:lstStyle/>
        <a:p>
          <a:r>
            <a:rPr lang="en-GB"/>
            <a:t>3</a:t>
          </a:r>
          <a:r>
            <a:rPr lang="en-GB" baseline="30000"/>
            <a:t>rd</a:t>
          </a:r>
          <a:r>
            <a:rPr lang="en-GB"/>
            <a:t> </a:t>
          </a:r>
          <a:r>
            <a:rPr lang="en-GB" err="1"/>
            <a:t>Qtr</a:t>
          </a:r>
          <a:endParaRPr lang="en-GB"/>
        </a:p>
      </dgm:t>
    </dgm:pt>
    <dgm:pt modelId="{F1BDB688-CCC1-4564-A38C-F5FDAA22CB13}" type="parTrans" cxnId="{88DBA1FB-F303-4DBC-92F1-ECC4A1A4B31E}">
      <dgm:prSet/>
      <dgm:spPr/>
      <dgm:t>
        <a:bodyPr/>
        <a:lstStyle/>
        <a:p>
          <a:endParaRPr lang="en-GB"/>
        </a:p>
      </dgm:t>
    </dgm:pt>
    <dgm:pt modelId="{2279A675-23DF-4502-B2FB-27B479AC59E8}" type="sibTrans" cxnId="{88DBA1FB-F303-4DBC-92F1-ECC4A1A4B31E}">
      <dgm:prSet/>
      <dgm:spPr/>
      <dgm:t>
        <a:bodyPr/>
        <a:lstStyle/>
        <a:p>
          <a:endParaRPr lang="en-GB"/>
        </a:p>
      </dgm:t>
    </dgm:pt>
    <dgm:pt modelId="{C0C37D8D-7A82-4A51-A12C-6255606CE6C1}">
      <dgm:prSet phldrT="[Text]"/>
      <dgm:spPr>
        <a:solidFill>
          <a:schemeClr val="bg2">
            <a:lumMod val="50000"/>
          </a:schemeClr>
        </a:solidFill>
      </dgm:spPr>
      <dgm:t>
        <a:bodyPr/>
        <a:lstStyle/>
        <a:p>
          <a:r>
            <a:rPr lang="en-GB"/>
            <a:t>4</a:t>
          </a:r>
          <a:r>
            <a:rPr lang="en-GB" baseline="30000"/>
            <a:t>th</a:t>
          </a:r>
          <a:r>
            <a:rPr lang="en-GB"/>
            <a:t> </a:t>
          </a:r>
          <a:r>
            <a:rPr lang="en-GB" err="1"/>
            <a:t>Qtr</a:t>
          </a:r>
          <a:endParaRPr lang="en-GB"/>
        </a:p>
      </dgm:t>
    </dgm:pt>
    <dgm:pt modelId="{27E89AE2-6449-4ED3-9B96-84B43DA6DD22}" type="parTrans" cxnId="{EB29CA5A-2441-43EA-8D67-F1452377E665}">
      <dgm:prSet/>
      <dgm:spPr/>
      <dgm:t>
        <a:bodyPr/>
        <a:lstStyle/>
        <a:p>
          <a:endParaRPr lang="en-GB"/>
        </a:p>
      </dgm:t>
    </dgm:pt>
    <dgm:pt modelId="{4AE1ED80-99A1-4A0E-82ED-150A20F3E704}" type="sibTrans" cxnId="{EB29CA5A-2441-43EA-8D67-F1452377E665}">
      <dgm:prSet/>
      <dgm:spPr/>
      <dgm:t>
        <a:bodyPr/>
        <a:lstStyle/>
        <a:p>
          <a:endParaRPr lang="en-GB"/>
        </a:p>
      </dgm:t>
    </dgm:pt>
    <dgm:pt modelId="{EC05F70C-BD86-4BEB-AF86-377489D9198C}">
      <dgm:prSet phldrT="[Text]" custT="1"/>
      <dgm:spPr>
        <a:solidFill>
          <a:schemeClr val="accent6">
            <a:lumMod val="20000"/>
            <a:lumOff val="80000"/>
          </a:schemeClr>
        </a:solidFill>
        <a:ln>
          <a:noFill/>
        </a:ln>
      </dgm:spPr>
      <dgm:t>
        <a:bodyPr/>
        <a:lstStyle/>
        <a:p>
          <a:endParaRPr lang="en-GB" sz="800"/>
        </a:p>
      </dgm:t>
    </dgm:pt>
    <dgm:pt modelId="{EDF2F1C6-1FD5-4887-8D74-7A7CF95C4706}" type="parTrans" cxnId="{96C03D7C-DAD6-49DD-892E-941FD86ADCBA}">
      <dgm:prSet/>
      <dgm:spPr/>
      <dgm:t>
        <a:bodyPr/>
        <a:lstStyle/>
        <a:p>
          <a:endParaRPr lang="en-GB"/>
        </a:p>
      </dgm:t>
    </dgm:pt>
    <dgm:pt modelId="{C10B3B67-97E7-4F2B-8591-F02F436A31F7}" type="sibTrans" cxnId="{96C03D7C-DAD6-49DD-892E-941FD86ADCBA}">
      <dgm:prSet/>
      <dgm:spPr/>
      <dgm:t>
        <a:bodyPr/>
        <a:lstStyle/>
        <a:p>
          <a:endParaRPr lang="en-GB"/>
        </a:p>
      </dgm:t>
    </dgm:pt>
    <dgm:pt modelId="{DF0F6825-DF12-4F31-96D3-83BA74149B42}">
      <dgm:prSet phldrT="[Text]" custT="1"/>
      <dgm:spPr>
        <a:solidFill>
          <a:schemeClr val="accent6">
            <a:lumMod val="20000"/>
            <a:lumOff val="80000"/>
          </a:schemeClr>
        </a:solidFill>
        <a:ln>
          <a:noFill/>
        </a:ln>
      </dgm:spPr>
      <dgm:t>
        <a:bodyPr/>
        <a:lstStyle/>
        <a:p>
          <a:r>
            <a:rPr lang="en-GB" sz="800"/>
            <a:t>Maximize Operational Efficiency</a:t>
          </a:r>
        </a:p>
      </dgm:t>
    </dgm:pt>
    <dgm:pt modelId="{8266A661-00CD-443D-8398-00EC28E3CC3D}" type="parTrans" cxnId="{6BFACACE-A564-4258-A7FD-4CD64DB1EB9C}">
      <dgm:prSet/>
      <dgm:spPr/>
      <dgm:t>
        <a:bodyPr/>
        <a:lstStyle/>
        <a:p>
          <a:endParaRPr lang="en-US"/>
        </a:p>
      </dgm:t>
    </dgm:pt>
    <dgm:pt modelId="{27448AA4-5B90-4F3E-BCC1-1655A601717A}" type="sibTrans" cxnId="{6BFACACE-A564-4258-A7FD-4CD64DB1EB9C}">
      <dgm:prSet/>
      <dgm:spPr/>
      <dgm:t>
        <a:bodyPr/>
        <a:lstStyle/>
        <a:p>
          <a:endParaRPr lang="en-US"/>
        </a:p>
      </dgm:t>
    </dgm:pt>
    <dgm:pt modelId="{0A336B00-8082-4814-AAAE-79C4FF2452BA}">
      <dgm:prSet phldrT="[Text]" custT="1"/>
      <dgm:spPr>
        <a:solidFill>
          <a:schemeClr val="accent6">
            <a:lumMod val="20000"/>
            <a:lumOff val="80000"/>
          </a:schemeClr>
        </a:solidFill>
        <a:ln>
          <a:noFill/>
        </a:ln>
      </dgm:spPr>
      <dgm:t>
        <a:bodyPr/>
        <a:lstStyle/>
        <a:p>
          <a:endParaRPr lang="en-GB" sz="800"/>
        </a:p>
      </dgm:t>
    </dgm:pt>
    <dgm:pt modelId="{06F7F318-3631-4FE9-8BFA-1E057FC0B014}" type="parTrans" cxnId="{05071118-1FE2-463B-8EF1-7B19BBED30EA}">
      <dgm:prSet/>
      <dgm:spPr/>
      <dgm:t>
        <a:bodyPr/>
        <a:lstStyle/>
        <a:p>
          <a:endParaRPr lang="en-US"/>
        </a:p>
      </dgm:t>
    </dgm:pt>
    <dgm:pt modelId="{411DEF42-DE25-43D9-96AE-4B10252B4AA1}" type="sibTrans" cxnId="{05071118-1FE2-463B-8EF1-7B19BBED30EA}">
      <dgm:prSet/>
      <dgm:spPr/>
      <dgm:t>
        <a:bodyPr/>
        <a:lstStyle/>
        <a:p>
          <a:endParaRPr lang="en-US"/>
        </a:p>
      </dgm:t>
    </dgm:pt>
    <dgm:pt modelId="{4B8B826C-AFAA-436A-B54A-B5C6FA84EA5B}">
      <dgm:prSet custT="1"/>
      <dgm:spPr/>
      <dgm:t>
        <a:bodyPr/>
        <a:lstStyle/>
        <a:p>
          <a:endParaRPr lang="en-US" sz="800"/>
        </a:p>
      </dgm:t>
    </dgm:pt>
    <dgm:pt modelId="{85FAAC9C-B0E7-42D8-BA9C-570B9A59BE13}" type="parTrans" cxnId="{0A7245FB-AF47-4C0A-89C7-B5F1E809E3E9}">
      <dgm:prSet/>
      <dgm:spPr/>
      <dgm:t>
        <a:bodyPr/>
        <a:lstStyle/>
        <a:p>
          <a:endParaRPr lang="en-US"/>
        </a:p>
      </dgm:t>
    </dgm:pt>
    <dgm:pt modelId="{DA0A3252-B45A-4D95-9173-D34A423A5613}" type="sibTrans" cxnId="{0A7245FB-AF47-4C0A-89C7-B5F1E809E3E9}">
      <dgm:prSet/>
      <dgm:spPr/>
      <dgm:t>
        <a:bodyPr/>
        <a:lstStyle/>
        <a:p>
          <a:endParaRPr lang="en-US"/>
        </a:p>
      </dgm:t>
    </dgm:pt>
    <dgm:pt modelId="{1494AD4D-7CCC-4CA9-ADA8-2698C8A16112}">
      <dgm:prSet phldrT="[Text]" custT="1"/>
      <dgm:spPr>
        <a:solidFill>
          <a:schemeClr val="accent6">
            <a:lumMod val="20000"/>
            <a:lumOff val="80000"/>
          </a:schemeClr>
        </a:solidFill>
        <a:ln>
          <a:noFill/>
        </a:ln>
      </dgm:spPr>
      <dgm:t>
        <a:bodyPr/>
        <a:lstStyle/>
        <a:p>
          <a:pPr>
            <a:buFont typeface="Arial" panose="020B0604020202020204" pitchFamily="34" charset="0"/>
            <a:buChar char="•"/>
          </a:pPr>
          <a:r>
            <a:rPr lang="en-GB" sz="800"/>
            <a:t>Ensure Aptum infrastructure Reliability</a:t>
          </a:r>
        </a:p>
      </dgm:t>
    </dgm:pt>
    <dgm:pt modelId="{14BB6BD3-FFBF-4B27-BD90-BE7D17FD0970}" type="sibTrans" cxnId="{6206E084-759C-48AC-97D6-94B9F8B2C734}">
      <dgm:prSet/>
      <dgm:spPr/>
      <dgm:t>
        <a:bodyPr/>
        <a:lstStyle/>
        <a:p>
          <a:endParaRPr lang="en-GB"/>
        </a:p>
      </dgm:t>
    </dgm:pt>
    <dgm:pt modelId="{6770035E-5DE2-4322-A291-F3A3C2427FA3}" type="parTrans" cxnId="{6206E084-759C-48AC-97D6-94B9F8B2C734}">
      <dgm:prSet/>
      <dgm:spPr/>
      <dgm:t>
        <a:bodyPr/>
        <a:lstStyle/>
        <a:p>
          <a:endParaRPr lang="en-GB"/>
        </a:p>
      </dgm:t>
    </dgm:pt>
    <dgm:pt modelId="{B55FD80A-C153-454F-8334-6B63D381B31D}">
      <dgm:prSet custT="1"/>
      <dgm:spPr>
        <a:solidFill>
          <a:schemeClr val="accent6">
            <a:lumMod val="20000"/>
            <a:lumOff val="80000"/>
          </a:schemeClr>
        </a:solidFill>
        <a:ln>
          <a:noFill/>
        </a:ln>
      </dgm:spPr>
      <dgm:t>
        <a:bodyPr/>
        <a:lstStyle/>
        <a:p>
          <a:r>
            <a:rPr lang="en-GB" sz="800"/>
            <a:t>Grow our product offering</a:t>
          </a:r>
        </a:p>
      </dgm:t>
    </dgm:pt>
    <dgm:pt modelId="{ED6C3C42-E48C-8F4F-AB02-12FADB18D5DD}" type="parTrans" cxnId="{C8A690EE-EA89-FB4C-AB9D-CD1DED382BE9}">
      <dgm:prSet/>
      <dgm:spPr/>
      <dgm:t>
        <a:bodyPr/>
        <a:lstStyle/>
        <a:p>
          <a:endParaRPr lang="en-US"/>
        </a:p>
      </dgm:t>
    </dgm:pt>
    <dgm:pt modelId="{B02D5179-690C-B046-AC42-D1FD90B636F3}" type="sibTrans" cxnId="{C8A690EE-EA89-FB4C-AB9D-CD1DED382BE9}">
      <dgm:prSet/>
      <dgm:spPr/>
      <dgm:t>
        <a:bodyPr/>
        <a:lstStyle/>
        <a:p>
          <a:endParaRPr lang="en-US"/>
        </a:p>
      </dgm:t>
    </dgm:pt>
    <dgm:pt modelId="{4B27A008-CB7E-4A55-B333-7F040E7561C9}">
      <dgm:prSet phldrT="[Text]" custT="1"/>
      <dgm:spPr>
        <a:solidFill>
          <a:schemeClr val="accent6">
            <a:lumMod val="20000"/>
            <a:lumOff val="80000"/>
          </a:schemeClr>
        </a:solidFill>
        <a:ln>
          <a:noFill/>
        </a:ln>
      </dgm:spPr>
      <dgm:t>
        <a:bodyPr/>
        <a:lstStyle/>
        <a:p>
          <a:pPr>
            <a:buFont typeface="Arial" panose="020B0604020202020204" pitchFamily="34" charset="0"/>
            <a:buChar char="•"/>
          </a:pPr>
          <a:r>
            <a:rPr lang="en-GB" sz="800"/>
            <a:t>Grow our Product offering</a:t>
          </a:r>
        </a:p>
      </dgm:t>
    </dgm:pt>
    <dgm:pt modelId="{4730FED8-3ADE-42FA-BBCE-5F6CC990E871}" type="sibTrans" cxnId="{3E5115FB-1634-409F-9B47-BCBD5D70A282}">
      <dgm:prSet/>
      <dgm:spPr/>
      <dgm:t>
        <a:bodyPr/>
        <a:lstStyle/>
        <a:p>
          <a:endParaRPr lang="en-US"/>
        </a:p>
      </dgm:t>
    </dgm:pt>
    <dgm:pt modelId="{180B7EB8-4100-43FE-AE9E-DCA894DB84C5}" type="parTrans" cxnId="{3E5115FB-1634-409F-9B47-BCBD5D70A282}">
      <dgm:prSet/>
      <dgm:spPr/>
      <dgm:t>
        <a:bodyPr/>
        <a:lstStyle/>
        <a:p>
          <a:endParaRPr lang="en-US"/>
        </a:p>
      </dgm:t>
    </dgm:pt>
    <dgm:pt modelId="{D6B2E01B-0CFB-5C40-9EDF-47488218F3D8}">
      <dgm:prSet phldrT="[Text]" custT="1"/>
      <dgm:spPr>
        <a:solidFill>
          <a:schemeClr val="accent6">
            <a:lumMod val="20000"/>
            <a:lumOff val="80000"/>
          </a:schemeClr>
        </a:solidFill>
        <a:ln>
          <a:noFill/>
        </a:ln>
      </dgm:spPr>
      <dgm:t>
        <a:bodyPr/>
        <a:lstStyle/>
        <a:p>
          <a:r>
            <a:rPr lang="en-US" sz="800"/>
            <a:t>Enhance profit margins</a:t>
          </a:r>
          <a:endParaRPr lang="en-GB" sz="800"/>
        </a:p>
      </dgm:t>
    </dgm:pt>
    <dgm:pt modelId="{B12F30A1-40C2-CF4E-94ED-5FF21F7CEE06}" type="parTrans" cxnId="{1B28EAE3-560C-B64C-ACBF-B7CE8FBA4B1E}">
      <dgm:prSet/>
      <dgm:spPr/>
      <dgm:t>
        <a:bodyPr/>
        <a:lstStyle/>
        <a:p>
          <a:endParaRPr lang="en-US"/>
        </a:p>
      </dgm:t>
    </dgm:pt>
    <dgm:pt modelId="{903BDA5F-B613-2B43-A495-501C860D9EC2}" type="sibTrans" cxnId="{1B28EAE3-560C-B64C-ACBF-B7CE8FBA4B1E}">
      <dgm:prSet/>
      <dgm:spPr/>
      <dgm:t>
        <a:bodyPr/>
        <a:lstStyle/>
        <a:p>
          <a:endParaRPr lang="en-US"/>
        </a:p>
      </dgm:t>
    </dgm:pt>
    <dgm:pt modelId="{6F371B0F-E39B-BB4A-A9F0-8431B444D1E0}">
      <dgm:prSet custT="1"/>
      <dgm:spPr>
        <a:solidFill>
          <a:schemeClr val="accent6">
            <a:lumMod val="20000"/>
            <a:lumOff val="80000"/>
          </a:schemeClr>
        </a:solidFill>
        <a:ln>
          <a:noFill/>
        </a:ln>
      </dgm:spPr>
      <dgm:t>
        <a:bodyPr/>
        <a:lstStyle/>
        <a:p>
          <a:endParaRPr lang="en-GB" sz="800"/>
        </a:p>
      </dgm:t>
    </dgm:pt>
    <dgm:pt modelId="{EEBCB173-EAA7-C241-AA88-E8F63D803841}" type="parTrans" cxnId="{246F8A91-6534-0940-A617-B752A271F2E2}">
      <dgm:prSet/>
      <dgm:spPr/>
      <dgm:t>
        <a:bodyPr/>
        <a:lstStyle/>
        <a:p>
          <a:endParaRPr lang="en-US"/>
        </a:p>
      </dgm:t>
    </dgm:pt>
    <dgm:pt modelId="{EE1E0C2D-01DD-A547-BA5B-6FFD569B10DD}" type="sibTrans" cxnId="{246F8A91-6534-0940-A617-B752A271F2E2}">
      <dgm:prSet/>
      <dgm:spPr/>
      <dgm:t>
        <a:bodyPr/>
        <a:lstStyle/>
        <a:p>
          <a:endParaRPr lang="en-US"/>
        </a:p>
      </dgm:t>
    </dgm:pt>
    <dgm:pt modelId="{D926B3B8-84A5-8F48-9596-710408A9E888}">
      <dgm:prSet custT="1"/>
      <dgm:spPr>
        <a:solidFill>
          <a:schemeClr val="accent6">
            <a:lumMod val="20000"/>
            <a:lumOff val="80000"/>
          </a:schemeClr>
        </a:solidFill>
        <a:ln>
          <a:noFill/>
        </a:ln>
      </dgm:spPr>
      <dgm:t>
        <a:bodyPr/>
        <a:lstStyle/>
        <a:p>
          <a:pPr>
            <a:buFont typeface="Arial" panose="020B0604020202020204" pitchFamily="34" charset="0"/>
            <a:buChar char="•"/>
          </a:pPr>
          <a:endParaRPr lang="en-GB" sz="800"/>
        </a:p>
      </dgm:t>
    </dgm:pt>
    <dgm:pt modelId="{CE88CCBE-A55A-534D-B417-4B6C154C06B8}" type="parTrans" cxnId="{91751220-4677-204C-82A5-018BB65D65BE}">
      <dgm:prSet/>
      <dgm:spPr/>
      <dgm:t>
        <a:bodyPr/>
        <a:lstStyle/>
        <a:p>
          <a:endParaRPr lang="en-US"/>
        </a:p>
      </dgm:t>
    </dgm:pt>
    <dgm:pt modelId="{9730A59E-B54E-D04F-9239-66EBE0992216}" type="sibTrans" cxnId="{91751220-4677-204C-82A5-018BB65D65BE}">
      <dgm:prSet/>
      <dgm:spPr/>
      <dgm:t>
        <a:bodyPr/>
        <a:lstStyle/>
        <a:p>
          <a:endParaRPr lang="en-US"/>
        </a:p>
      </dgm:t>
    </dgm:pt>
    <dgm:pt modelId="{3130E3F4-83FB-FE48-9AA5-D91C7D2FAE55}">
      <dgm:prSet phldrT="[Text]" custT="1"/>
      <dgm:spPr>
        <a:solidFill>
          <a:schemeClr val="accent6">
            <a:lumMod val="20000"/>
            <a:lumOff val="80000"/>
          </a:schemeClr>
        </a:solidFill>
        <a:ln>
          <a:noFill/>
        </a:ln>
      </dgm:spPr>
      <dgm:t>
        <a:bodyPr/>
        <a:lstStyle/>
        <a:p>
          <a:endParaRPr lang="en-GB" sz="800"/>
        </a:p>
      </dgm:t>
    </dgm:pt>
    <dgm:pt modelId="{1E9E38A5-1630-5145-A511-3A8F36A88CB8}" type="parTrans" cxnId="{55CDCF8F-7C07-2C4B-9551-B42BBB437F30}">
      <dgm:prSet/>
      <dgm:spPr/>
      <dgm:t>
        <a:bodyPr/>
        <a:lstStyle/>
        <a:p>
          <a:endParaRPr lang="en-US"/>
        </a:p>
      </dgm:t>
    </dgm:pt>
    <dgm:pt modelId="{5C1F125E-50D0-6241-8B9E-660FA6A6B0A7}" type="sibTrans" cxnId="{55CDCF8F-7C07-2C4B-9551-B42BBB437F30}">
      <dgm:prSet/>
      <dgm:spPr/>
      <dgm:t>
        <a:bodyPr/>
        <a:lstStyle/>
        <a:p>
          <a:endParaRPr lang="en-US"/>
        </a:p>
      </dgm:t>
    </dgm:pt>
    <dgm:pt modelId="{54CF06AE-75E2-D346-AA62-2B040521EBA1}">
      <dgm:prSet custT="1"/>
      <dgm:spPr/>
      <dgm:t>
        <a:bodyPr/>
        <a:lstStyle/>
        <a:p>
          <a:endParaRPr lang="en-US" sz="800"/>
        </a:p>
      </dgm:t>
    </dgm:pt>
    <dgm:pt modelId="{2729BFE9-A6CE-2645-85E9-7156E957CF28}" type="parTrans" cxnId="{78A937DA-5CC2-074F-A616-EFC28CED9B62}">
      <dgm:prSet/>
      <dgm:spPr/>
      <dgm:t>
        <a:bodyPr/>
        <a:lstStyle/>
        <a:p>
          <a:endParaRPr lang="en-US"/>
        </a:p>
      </dgm:t>
    </dgm:pt>
    <dgm:pt modelId="{2C7DBE57-1235-8E4E-9082-16A9C17708B0}" type="sibTrans" cxnId="{78A937DA-5CC2-074F-A616-EFC28CED9B62}">
      <dgm:prSet/>
      <dgm:spPr/>
      <dgm:t>
        <a:bodyPr/>
        <a:lstStyle/>
        <a:p>
          <a:endParaRPr lang="en-US"/>
        </a:p>
      </dgm:t>
    </dgm:pt>
    <dgm:pt modelId="{70723213-CDE4-4864-A805-80F7A92C07C8}">
      <dgm:prSet custT="1"/>
      <dgm:spPr>
        <a:solidFill>
          <a:schemeClr val="accent6">
            <a:lumMod val="20000"/>
            <a:lumOff val="80000"/>
          </a:schemeClr>
        </a:solidFill>
        <a:ln>
          <a:noFill/>
        </a:ln>
      </dgm:spPr>
      <dgm:t>
        <a:bodyPr/>
        <a:lstStyle/>
        <a:p>
          <a:r>
            <a:rPr lang="en-GB" sz="800"/>
            <a:t>Maximize Operational </a:t>
          </a:r>
          <a:r>
            <a:rPr lang="en-GB" sz="800" err="1"/>
            <a:t>efficeieny</a:t>
          </a:r>
          <a:endParaRPr lang="en-GB" sz="800"/>
        </a:p>
      </dgm:t>
    </dgm:pt>
    <dgm:pt modelId="{520DB963-23EE-43D1-B893-53AE14B11B4E}" type="parTrans" cxnId="{D4DB2547-B228-427C-B3F4-50F905989A51}">
      <dgm:prSet/>
      <dgm:spPr/>
      <dgm:t>
        <a:bodyPr/>
        <a:lstStyle/>
        <a:p>
          <a:endParaRPr lang="en-US"/>
        </a:p>
      </dgm:t>
    </dgm:pt>
    <dgm:pt modelId="{7594C655-B2EA-410D-8F7D-FCDAFCDDB8CD}" type="sibTrans" cxnId="{D4DB2547-B228-427C-B3F4-50F905989A51}">
      <dgm:prSet/>
      <dgm:spPr/>
      <dgm:t>
        <a:bodyPr/>
        <a:lstStyle/>
        <a:p>
          <a:endParaRPr lang="en-US"/>
        </a:p>
      </dgm:t>
    </dgm:pt>
    <dgm:pt modelId="{272F54DC-F84F-4C4A-8783-BE36B82FC24B}">
      <dgm:prSet phldrT="[Text]" custT="1"/>
      <dgm:spPr>
        <a:solidFill>
          <a:schemeClr val="accent6">
            <a:lumMod val="20000"/>
            <a:lumOff val="80000"/>
          </a:schemeClr>
        </a:solidFill>
        <a:ln>
          <a:noFill/>
        </a:ln>
      </dgm:spPr>
      <dgm:t>
        <a:bodyPr/>
        <a:lstStyle/>
        <a:p>
          <a:endParaRPr lang="en-GB" sz="800"/>
        </a:p>
      </dgm:t>
    </dgm:pt>
    <dgm:pt modelId="{AC1A4AA7-2F7B-4899-AA96-60466ADB597F}" type="sibTrans" cxnId="{22B12A05-BB93-4E70-A57A-4C9E36334E03}">
      <dgm:prSet/>
      <dgm:spPr/>
      <dgm:t>
        <a:bodyPr/>
        <a:lstStyle/>
        <a:p>
          <a:endParaRPr lang="en-GB"/>
        </a:p>
      </dgm:t>
    </dgm:pt>
    <dgm:pt modelId="{555F9769-FBC4-433A-A5A4-68A85A30EBC9}" type="parTrans" cxnId="{22B12A05-BB93-4E70-A57A-4C9E36334E03}">
      <dgm:prSet/>
      <dgm:spPr/>
      <dgm:t>
        <a:bodyPr/>
        <a:lstStyle/>
        <a:p>
          <a:endParaRPr lang="en-GB"/>
        </a:p>
      </dgm:t>
    </dgm:pt>
    <dgm:pt modelId="{BCE021E0-50A1-4FBA-8747-3D59FE804B9F}">
      <dgm:prSet phldrT="[Text]" custT="1"/>
      <dgm:spPr>
        <a:solidFill>
          <a:schemeClr val="accent6">
            <a:lumMod val="20000"/>
            <a:lumOff val="80000"/>
          </a:schemeClr>
        </a:solidFill>
        <a:ln>
          <a:noFill/>
        </a:ln>
      </dgm:spPr>
      <dgm:t>
        <a:bodyPr/>
        <a:lstStyle/>
        <a:p>
          <a:pPr>
            <a:buFont typeface="Arial" panose="020B0604020202020204" pitchFamily="34" charset="0"/>
            <a:buChar char="•"/>
          </a:pPr>
          <a:r>
            <a:rPr lang="en-GB" sz="800"/>
            <a:t>Maximize Operational Efficiency</a:t>
          </a:r>
          <a:r>
            <a:rPr lang="en-US" sz="800"/>
            <a:t>Strategic objective 1</a:t>
          </a:r>
          <a:endParaRPr lang="en-GB" sz="800"/>
        </a:p>
      </dgm:t>
    </dgm:pt>
    <dgm:pt modelId="{CA24B249-CB4E-492A-8AEF-38B140626E85}" type="sibTrans" cxnId="{D5AB3D0A-5D6C-48A3-BF04-35C3097096C1}">
      <dgm:prSet/>
      <dgm:spPr/>
      <dgm:t>
        <a:bodyPr/>
        <a:lstStyle/>
        <a:p>
          <a:endParaRPr lang="en-GB"/>
        </a:p>
      </dgm:t>
    </dgm:pt>
    <dgm:pt modelId="{67DA1074-E633-4BC4-B456-B46B3F2AAE7D}" type="parTrans" cxnId="{D5AB3D0A-5D6C-48A3-BF04-35C3097096C1}">
      <dgm:prSet/>
      <dgm:spPr/>
      <dgm:t>
        <a:bodyPr/>
        <a:lstStyle/>
        <a:p>
          <a:endParaRPr lang="en-GB"/>
        </a:p>
      </dgm:t>
    </dgm:pt>
    <dgm:pt modelId="{4EB52C01-023A-D34F-990F-FC10E61C7C4F}">
      <dgm:prSet custT="1"/>
      <dgm:spPr/>
      <dgm:t>
        <a:bodyPr/>
        <a:lstStyle/>
        <a:p>
          <a:pPr>
            <a:buFont typeface="Arial" panose="020B0604020202020204" pitchFamily="34" charset="0"/>
            <a:buChar char="•"/>
          </a:pPr>
          <a:r>
            <a:rPr lang="en-US" sz="800"/>
            <a:t>Ensure the Aptum infrastructure is reliable</a:t>
          </a:r>
        </a:p>
      </dgm:t>
    </dgm:pt>
    <dgm:pt modelId="{48EA8363-CC15-FE4F-A497-F2E072210276}" type="sibTrans" cxnId="{7739E38A-06C8-1B44-B1A8-D15DAD789C41}">
      <dgm:prSet/>
      <dgm:spPr/>
      <dgm:t>
        <a:bodyPr/>
        <a:lstStyle/>
        <a:p>
          <a:endParaRPr lang="en-US"/>
        </a:p>
      </dgm:t>
    </dgm:pt>
    <dgm:pt modelId="{87EAF7E4-B9EC-AC48-9DE2-862FFEF96EC7}" type="parTrans" cxnId="{7739E38A-06C8-1B44-B1A8-D15DAD789C41}">
      <dgm:prSet/>
      <dgm:spPr/>
      <dgm:t>
        <a:bodyPr/>
        <a:lstStyle/>
        <a:p>
          <a:endParaRPr lang="en-US"/>
        </a:p>
      </dgm:t>
    </dgm:pt>
    <dgm:pt modelId="{2EE7C3D3-EF60-0E46-A331-B00FC2B5753B}">
      <dgm:prSet custT="1"/>
      <dgm:spPr/>
      <dgm:t>
        <a:bodyPr/>
        <a:lstStyle/>
        <a:p>
          <a:pPr>
            <a:buFont typeface="Arial" panose="020B0604020202020204" pitchFamily="34" charset="0"/>
            <a:buChar char="•"/>
          </a:pPr>
          <a:endParaRPr lang="en-US" sz="800"/>
        </a:p>
      </dgm:t>
    </dgm:pt>
    <dgm:pt modelId="{CB45F6D3-0393-CB4B-9210-6CC9122E84DD}" type="sibTrans" cxnId="{09AED23F-2F20-B045-A0EC-4888148D49C9}">
      <dgm:prSet/>
      <dgm:spPr/>
      <dgm:t>
        <a:bodyPr/>
        <a:lstStyle/>
        <a:p>
          <a:endParaRPr lang="en-US"/>
        </a:p>
      </dgm:t>
    </dgm:pt>
    <dgm:pt modelId="{BB29D2B4-D9EF-FE47-98A9-088F884112E7}" type="parTrans" cxnId="{09AED23F-2F20-B045-A0EC-4888148D49C9}">
      <dgm:prSet/>
      <dgm:spPr/>
      <dgm:t>
        <a:bodyPr/>
        <a:lstStyle/>
        <a:p>
          <a:endParaRPr lang="en-US"/>
        </a:p>
      </dgm:t>
    </dgm:pt>
    <dgm:pt modelId="{2921B3FD-1F92-4EB6-B0D5-6887B555B02C}">
      <dgm:prSet phldrT="[Text]" custT="1"/>
      <dgm:spPr>
        <a:solidFill>
          <a:schemeClr val="accent6">
            <a:lumMod val="20000"/>
            <a:lumOff val="80000"/>
          </a:schemeClr>
        </a:solidFill>
        <a:ln>
          <a:noFill/>
        </a:ln>
      </dgm:spPr>
      <dgm:t>
        <a:bodyPr/>
        <a:lstStyle/>
        <a:p>
          <a:pPr>
            <a:buFont typeface="Arial" panose="020B0604020202020204" pitchFamily="34" charset="0"/>
            <a:buChar char="•"/>
          </a:pPr>
          <a:endParaRPr lang="en-GB" sz="800"/>
        </a:p>
      </dgm:t>
    </dgm:pt>
    <dgm:pt modelId="{A872CE98-CDDA-4CA0-BBA3-F10DC8C8EF89}" type="sibTrans" cxnId="{6809C865-DFF4-43C3-A00C-BA18E6DCA2AB}">
      <dgm:prSet/>
      <dgm:spPr/>
      <dgm:t>
        <a:bodyPr/>
        <a:lstStyle/>
        <a:p>
          <a:endParaRPr lang="en-US"/>
        </a:p>
      </dgm:t>
    </dgm:pt>
    <dgm:pt modelId="{A97E0A1F-74E7-43FC-BEAD-3105E1E94608}" type="parTrans" cxnId="{6809C865-DFF4-43C3-A00C-BA18E6DCA2AB}">
      <dgm:prSet/>
      <dgm:spPr/>
      <dgm:t>
        <a:bodyPr/>
        <a:lstStyle/>
        <a:p>
          <a:endParaRPr lang="en-US"/>
        </a:p>
      </dgm:t>
    </dgm:pt>
    <dgm:pt modelId="{25A913F6-1796-44E2-86F5-34ED72C8724E}" type="pres">
      <dgm:prSet presAssocID="{D461267C-AAFC-4A04-B453-10BFCA9E3A78}" presName="theList" presStyleCnt="0">
        <dgm:presLayoutVars>
          <dgm:dir/>
          <dgm:animLvl val="lvl"/>
          <dgm:resizeHandles val="exact"/>
        </dgm:presLayoutVars>
      </dgm:prSet>
      <dgm:spPr/>
    </dgm:pt>
    <dgm:pt modelId="{5DFF7897-A45B-4A05-A53C-480927982C02}" type="pres">
      <dgm:prSet presAssocID="{005C1547-99FD-4E37-88D7-60AB84BCEA6D}" presName="compNode" presStyleCnt="0"/>
      <dgm:spPr/>
    </dgm:pt>
    <dgm:pt modelId="{F71992BA-4E83-4A4A-B9D8-DF5E267C38B0}" type="pres">
      <dgm:prSet presAssocID="{005C1547-99FD-4E37-88D7-60AB84BCEA6D}" presName="noGeometry" presStyleCnt="0"/>
      <dgm:spPr/>
    </dgm:pt>
    <dgm:pt modelId="{B4484374-F97E-4A0D-B524-7BF82DA70716}" type="pres">
      <dgm:prSet presAssocID="{005C1547-99FD-4E37-88D7-60AB84BCEA6D}" presName="childTextVisible" presStyleLbl="bgAccFollowNode1" presStyleIdx="0" presStyleCnt="4">
        <dgm:presLayoutVars>
          <dgm:bulletEnabled val="1"/>
        </dgm:presLayoutVars>
      </dgm:prSet>
      <dgm:spPr/>
    </dgm:pt>
    <dgm:pt modelId="{DAB6A6D2-D462-4E24-8933-19BD0A3B8D8B}" type="pres">
      <dgm:prSet presAssocID="{005C1547-99FD-4E37-88D7-60AB84BCEA6D}" presName="childTextHidden" presStyleLbl="bgAccFollowNode1" presStyleIdx="0" presStyleCnt="4"/>
      <dgm:spPr/>
    </dgm:pt>
    <dgm:pt modelId="{F8992835-E712-4E11-B253-812CDA2F4A9F}" type="pres">
      <dgm:prSet presAssocID="{005C1547-99FD-4E37-88D7-60AB84BCEA6D}" presName="parentText" presStyleLbl="node1" presStyleIdx="0" presStyleCnt="4">
        <dgm:presLayoutVars>
          <dgm:chMax val="1"/>
          <dgm:bulletEnabled val="1"/>
        </dgm:presLayoutVars>
      </dgm:prSet>
      <dgm:spPr/>
    </dgm:pt>
    <dgm:pt modelId="{997B86B2-1CD7-41B6-A03A-04C51334E035}" type="pres">
      <dgm:prSet presAssocID="{005C1547-99FD-4E37-88D7-60AB84BCEA6D}" presName="aSpace" presStyleCnt="0"/>
      <dgm:spPr/>
    </dgm:pt>
    <dgm:pt modelId="{098967BF-8C35-4AD7-9E58-1420868166BE}" type="pres">
      <dgm:prSet presAssocID="{0F507754-2CDB-4CDE-BBA1-7653E69014B8}" presName="compNode" presStyleCnt="0"/>
      <dgm:spPr/>
    </dgm:pt>
    <dgm:pt modelId="{335371D7-0293-4547-9202-4418F89086F6}" type="pres">
      <dgm:prSet presAssocID="{0F507754-2CDB-4CDE-BBA1-7653E69014B8}" presName="noGeometry" presStyleCnt="0"/>
      <dgm:spPr/>
    </dgm:pt>
    <dgm:pt modelId="{0B4B5FA3-4F31-4EF6-8F5D-F62F50985C31}" type="pres">
      <dgm:prSet presAssocID="{0F507754-2CDB-4CDE-BBA1-7653E69014B8}" presName="childTextVisible" presStyleLbl="bgAccFollowNode1" presStyleIdx="1" presStyleCnt="4" custLinFactNeighborX="-279" custLinFactNeighborY="4029">
        <dgm:presLayoutVars>
          <dgm:bulletEnabled val="1"/>
        </dgm:presLayoutVars>
      </dgm:prSet>
      <dgm:spPr/>
    </dgm:pt>
    <dgm:pt modelId="{C3556303-A264-428D-A6C5-86980E0893FA}" type="pres">
      <dgm:prSet presAssocID="{0F507754-2CDB-4CDE-BBA1-7653E69014B8}" presName="childTextHidden" presStyleLbl="bgAccFollowNode1" presStyleIdx="1" presStyleCnt="4"/>
      <dgm:spPr/>
    </dgm:pt>
    <dgm:pt modelId="{87A2D63B-EA13-41CD-A82C-BDD669DBC70C}" type="pres">
      <dgm:prSet presAssocID="{0F507754-2CDB-4CDE-BBA1-7653E69014B8}" presName="parentText" presStyleLbl="node1" presStyleIdx="1" presStyleCnt="4" custLinFactNeighborX="56" custLinFactNeighborY="10185">
        <dgm:presLayoutVars>
          <dgm:chMax val="1"/>
          <dgm:bulletEnabled val="1"/>
        </dgm:presLayoutVars>
      </dgm:prSet>
      <dgm:spPr/>
    </dgm:pt>
    <dgm:pt modelId="{EDA26482-546D-4479-9AEC-EF0EA02C2180}" type="pres">
      <dgm:prSet presAssocID="{0F507754-2CDB-4CDE-BBA1-7653E69014B8}" presName="aSpace" presStyleCnt="0"/>
      <dgm:spPr/>
    </dgm:pt>
    <dgm:pt modelId="{6A90C15B-3C9B-45EF-8C0F-AC5BA2DD0A91}" type="pres">
      <dgm:prSet presAssocID="{BA579838-0413-4577-A182-FF80F5549516}" presName="compNode" presStyleCnt="0"/>
      <dgm:spPr/>
    </dgm:pt>
    <dgm:pt modelId="{66FCE5C4-75CE-4371-AB3F-5FE8C8237DFA}" type="pres">
      <dgm:prSet presAssocID="{BA579838-0413-4577-A182-FF80F5549516}" presName="noGeometry" presStyleCnt="0"/>
      <dgm:spPr/>
    </dgm:pt>
    <dgm:pt modelId="{873A3858-4FA5-47AC-BB0F-F1B6227873BA}" type="pres">
      <dgm:prSet presAssocID="{BA579838-0413-4577-A182-FF80F5549516}" presName="childTextVisible" presStyleLbl="bgAccFollowNode1" presStyleIdx="2" presStyleCnt="4">
        <dgm:presLayoutVars>
          <dgm:bulletEnabled val="1"/>
        </dgm:presLayoutVars>
      </dgm:prSet>
      <dgm:spPr/>
    </dgm:pt>
    <dgm:pt modelId="{DA9BA91C-2ED7-4DEA-A5ED-3FCF26888626}" type="pres">
      <dgm:prSet presAssocID="{BA579838-0413-4577-A182-FF80F5549516}" presName="childTextHidden" presStyleLbl="bgAccFollowNode1" presStyleIdx="2" presStyleCnt="4"/>
      <dgm:spPr/>
    </dgm:pt>
    <dgm:pt modelId="{3EF928B0-AE40-4CCC-9AC8-7F4622232DB9}" type="pres">
      <dgm:prSet presAssocID="{BA579838-0413-4577-A182-FF80F5549516}" presName="parentText" presStyleLbl="node1" presStyleIdx="2" presStyleCnt="4">
        <dgm:presLayoutVars>
          <dgm:chMax val="1"/>
          <dgm:bulletEnabled val="1"/>
        </dgm:presLayoutVars>
      </dgm:prSet>
      <dgm:spPr/>
    </dgm:pt>
    <dgm:pt modelId="{CF32752F-8D14-4662-AF10-704ED0D9AC3C}" type="pres">
      <dgm:prSet presAssocID="{BA579838-0413-4577-A182-FF80F5549516}" presName="aSpace" presStyleCnt="0"/>
      <dgm:spPr/>
    </dgm:pt>
    <dgm:pt modelId="{BF1976E3-97FE-4777-9836-E1C3E8400EF1}" type="pres">
      <dgm:prSet presAssocID="{C0C37D8D-7A82-4A51-A12C-6255606CE6C1}" presName="compNode" presStyleCnt="0"/>
      <dgm:spPr/>
    </dgm:pt>
    <dgm:pt modelId="{FAFA3233-7BB8-49AE-899E-5CA9CCE68CA8}" type="pres">
      <dgm:prSet presAssocID="{C0C37D8D-7A82-4A51-A12C-6255606CE6C1}" presName="noGeometry" presStyleCnt="0"/>
      <dgm:spPr/>
    </dgm:pt>
    <dgm:pt modelId="{29B467BE-B8B3-4454-8337-651F6FA8D458}" type="pres">
      <dgm:prSet presAssocID="{C0C37D8D-7A82-4A51-A12C-6255606CE6C1}" presName="childTextVisible" presStyleLbl="bgAccFollowNode1" presStyleIdx="3" presStyleCnt="4" custLinFactNeighborX="-1319" custLinFactNeighborY="-399">
        <dgm:presLayoutVars>
          <dgm:bulletEnabled val="1"/>
        </dgm:presLayoutVars>
      </dgm:prSet>
      <dgm:spPr/>
    </dgm:pt>
    <dgm:pt modelId="{0435D653-E243-4536-B374-BD2656895D1D}" type="pres">
      <dgm:prSet presAssocID="{C0C37D8D-7A82-4A51-A12C-6255606CE6C1}" presName="childTextHidden" presStyleLbl="bgAccFollowNode1" presStyleIdx="3" presStyleCnt="4"/>
      <dgm:spPr/>
    </dgm:pt>
    <dgm:pt modelId="{008EABF7-B564-4A13-BF4D-CB0AEEC77A91}" type="pres">
      <dgm:prSet presAssocID="{C0C37D8D-7A82-4A51-A12C-6255606CE6C1}" presName="parentText" presStyleLbl="node1" presStyleIdx="3" presStyleCnt="4">
        <dgm:presLayoutVars>
          <dgm:chMax val="1"/>
          <dgm:bulletEnabled val="1"/>
        </dgm:presLayoutVars>
      </dgm:prSet>
      <dgm:spPr/>
    </dgm:pt>
  </dgm:ptLst>
  <dgm:cxnLst>
    <dgm:cxn modelId="{22B12A05-BB93-4E70-A57A-4C9E36334E03}" srcId="{C0C37D8D-7A82-4A51-A12C-6255606CE6C1}" destId="{272F54DC-F84F-4C4A-8783-BE36B82FC24B}" srcOrd="0" destOrd="0" parTransId="{555F9769-FBC4-433A-A5A4-68A85A30EBC9}" sibTransId="{AC1A4AA7-2F7B-4899-AA96-60466ADB597F}"/>
    <dgm:cxn modelId="{D5AB3D0A-5D6C-48A3-BF04-35C3097096C1}" srcId="{C0C37D8D-7A82-4A51-A12C-6255606CE6C1}" destId="{BCE021E0-50A1-4FBA-8747-3D59FE804B9F}" srcOrd="1" destOrd="0" parTransId="{67DA1074-E633-4BC4-B456-B46B3F2AAE7D}" sibTransId="{CA24B249-CB4E-492A-8AEF-38B140626E85}"/>
    <dgm:cxn modelId="{FC145A0E-94E6-4CF1-8D7E-EC75EC3778AA}" type="presOf" srcId="{272F54DC-F84F-4C4A-8783-BE36B82FC24B}" destId="{29B467BE-B8B3-4454-8337-651F6FA8D458}" srcOrd="0" destOrd="0" presId="urn:microsoft.com/office/officeart/2005/8/layout/hProcess6"/>
    <dgm:cxn modelId="{75E08E12-FA55-1B4E-B260-7E771D13EBA2}" type="presOf" srcId="{D926B3B8-84A5-8F48-9596-710408A9E888}" destId="{0B4B5FA3-4F31-4EF6-8F5D-F62F50985C31}" srcOrd="0" destOrd="3" presId="urn:microsoft.com/office/officeart/2005/8/layout/hProcess6"/>
    <dgm:cxn modelId="{AC786013-98D3-4A8A-B5FD-EDC9C08447EC}" type="presOf" srcId="{DF0F6825-DF12-4F31-96D3-83BA74149B42}" destId="{873A3858-4FA5-47AC-BB0F-F1B6227873BA}" srcOrd="0" destOrd="0" presId="urn:microsoft.com/office/officeart/2005/8/layout/hProcess6"/>
    <dgm:cxn modelId="{B62AE417-1DEE-436B-B222-8364E785BBED}" srcId="{D461267C-AAFC-4A04-B453-10BFCA9E3A78}" destId="{0F507754-2CDB-4CDE-BBA1-7653E69014B8}" srcOrd="1" destOrd="0" parTransId="{1C981ACF-9D2C-47CE-AC21-ABA922DCCCF2}" sibTransId="{9F2FD445-215D-4CCB-A143-77A6D3E7B958}"/>
    <dgm:cxn modelId="{05071118-1FE2-463B-8EF1-7B19BBED30EA}" srcId="{0F507754-2CDB-4CDE-BBA1-7653E69014B8}" destId="{0A336B00-8082-4814-AAAE-79C4FF2452BA}" srcOrd="0" destOrd="0" parTransId="{06F7F318-3631-4FE9-8BFA-1E057FC0B014}" sibTransId="{411DEF42-DE25-43D9-96AE-4B10252B4AA1}"/>
    <dgm:cxn modelId="{AE38EB18-23F7-AA4E-8F54-79FD9BAB77A1}" type="presOf" srcId="{4EB52C01-023A-D34F-990F-FC10E61C7C4F}" destId="{29B467BE-B8B3-4454-8337-651F6FA8D458}" srcOrd="0" destOrd="2" presId="urn:microsoft.com/office/officeart/2005/8/layout/hProcess6"/>
    <dgm:cxn modelId="{270D3E1D-A4BB-4798-A7F1-1EF6BB1676B9}" type="presOf" srcId="{0A336B00-8082-4814-AAAE-79C4FF2452BA}" destId="{0B4B5FA3-4F31-4EF6-8F5D-F62F50985C31}" srcOrd="0" destOrd="0" presId="urn:microsoft.com/office/officeart/2005/8/layout/hProcess6"/>
    <dgm:cxn modelId="{91751220-4677-204C-82A5-018BB65D65BE}" srcId="{0F507754-2CDB-4CDE-BBA1-7653E69014B8}" destId="{D926B3B8-84A5-8F48-9596-710408A9E888}" srcOrd="3" destOrd="0" parTransId="{CE88CCBE-A55A-534D-B417-4B6C154C06B8}" sibTransId="{9730A59E-B54E-D04F-9239-66EBE0992216}"/>
    <dgm:cxn modelId="{5B19EB20-FF20-4EB5-B211-F3AC9F8C4185}" type="presOf" srcId="{1494AD4D-7CCC-4CA9-ADA8-2698C8A16112}" destId="{DAB6A6D2-D462-4E24-8933-19BD0A3B8D8B}" srcOrd="1" destOrd="0" presId="urn:microsoft.com/office/officeart/2005/8/layout/hProcess6"/>
    <dgm:cxn modelId="{8928FE22-DB6A-4DEA-A4B5-8F4FBB321206}" type="presOf" srcId="{DF0F6825-DF12-4F31-96D3-83BA74149B42}" destId="{DA9BA91C-2ED7-4DEA-A5ED-3FCF26888626}" srcOrd="1" destOrd="0" presId="urn:microsoft.com/office/officeart/2005/8/layout/hProcess6"/>
    <dgm:cxn modelId="{20BAE228-094A-4379-A8CA-27981EE056B3}" type="presOf" srcId="{1494AD4D-7CCC-4CA9-ADA8-2698C8A16112}" destId="{B4484374-F97E-4A0D-B524-7BF82DA70716}" srcOrd="0" destOrd="0" presId="urn:microsoft.com/office/officeart/2005/8/layout/hProcess6"/>
    <dgm:cxn modelId="{05783C2C-D2E2-D041-85AF-91A426CC270C}" type="presOf" srcId="{54CF06AE-75E2-D346-AA62-2B040521EBA1}" destId="{873A3858-4FA5-47AC-BB0F-F1B6227873BA}" srcOrd="0" destOrd="2" presId="urn:microsoft.com/office/officeart/2005/8/layout/hProcess6"/>
    <dgm:cxn modelId="{5A013A37-C052-44B5-90C1-88B5A8566263}" type="presOf" srcId="{0A336B00-8082-4814-AAAE-79C4FF2452BA}" destId="{C3556303-A264-428D-A6C5-86980E0893FA}" srcOrd="1" destOrd="0" presId="urn:microsoft.com/office/officeart/2005/8/layout/hProcess6"/>
    <dgm:cxn modelId="{AFB9E13D-4472-E043-A7C5-0682038A7C58}" type="presOf" srcId="{3130E3F4-83FB-FE48-9AA5-D91C7D2FAE55}" destId="{DA9BA91C-2ED7-4DEA-A5ED-3FCF26888626}" srcOrd="1" destOrd="3" presId="urn:microsoft.com/office/officeart/2005/8/layout/hProcess6"/>
    <dgm:cxn modelId="{0AE7ED3E-70E2-4C26-BB9A-C4777BF3B421}" type="presOf" srcId="{C0C37D8D-7A82-4A51-A12C-6255606CE6C1}" destId="{008EABF7-B564-4A13-BF4D-CB0AEEC77A91}" srcOrd="0" destOrd="0" presId="urn:microsoft.com/office/officeart/2005/8/layout/hProcess6"/>
    <dgm:cxn modelId="{09AED23F-2F20-B045-A0EC-4888148D49C9}" srcId="{C0C37D8D-7A82-4A51-A12C-6255606CE6C1}" destId="{2EE7C3D3-EF60-0E46-A331-B00FC2B5753B}" srcOrd="3" destOrd="0" parTransId="{BB29D2B4-D9EF-FE47-98A9-088F884112E7}" sibTransId="{CB45F6D3-0393-CB4B-9210-6CC9122E84DD}"/>
    <dgm:cxn modelId="{6514CD40-164B-46E9-8191-D6B797F76991}" type="presOf" srcId="{4B8B826C-AFAA-436A-B54A-B5C6FA84EA5B}" destId="{0B4B5FA3-4F31-4EF6-8F5D-F62F50985C31}" srcOrd="0" destOrd="5" presId="urn:microsoft.com/office/officeart/2005/8/layout/hProcess6"/>
    <dgm:cxn modelId="{A20F6445-3E27-4926-8367-09D2ADB6A371}" type="presOf" srcId="{BCE021E0-50A1-4FBA-8747-3D59FE804B9F}" destId="{29B467BE-B8B3-4454-8337-651F6FA8D458}" srcOrd="0" destOrd="1" presId="urn:microsoft.com/office/officeart/2005/8/layout/hProcess6"/>
    <dgm:cxn modelId="{D4DB2547-B228-427C-B3F4-50F905989A51}" srcId="{0F507754-2CDB-4CDE-BBA1-7653E69014B8}" destId="{70723213-CDE4-4864-A805-80F7A92C07C8}" srcOrd="2" destOrd="0" parTransId="{520DB963-23EE-43D1-B893-53AE14B11B4E}" sibTransId="{7594C655-B2EA-410D-8F7D-FCDAFCDDB8CD}"/>
    <dgm:cxn modelId="{4783F049-8F9D-234E-898D-824B5F079DE8}" type="presOf" srcId="{D6B2E01B-0CFB-5C40-9EDF-47488218F3D8}" destId="{873A3858-4FA5-47AC-BB0F-F1B6227873BA}" srcOrd="0" destOrd="1" presId="urn:microsoft.com/office/officeart/2005/8/layout/hProcess6"/>
    <dgm:cxn modelId="{F2B76A53-1C3C-4D3C-9496-A78DFD9C6BF4}" type="presOf" srcId="{70723213-CDE4-4864-A805-80F7A92C07C8}" destId="{C3556303-A264-428D-A6C5-86980E0893FA}" srcOrd="1" destOrd="2" presId="urn:microsoft.com/office/officeart/2005/8/layout/hProcess6"/>
    <dgm:cxn modelId="{214F9155-A51C-6D41-8C0C-2D6BAF8D2283}" type="presOf" srcId="{B55FD80A-C153-454F-8334-6B63D381B31D}" destId="{C3556303-A264-428D-A6C5-86980E0893FA}" srcOrd="1" destOrd="1" presId="urn:microsoft.com/office/officeart/2005/8/layout/hProcess6"/>
    <dgm:cxn modelId="{1A094A56-0E8D-6042-A9B2-7DA64B9B7C5E}" type="presOf" srcId="{D926B3B8-84A5-8F48-9596-710408A9E888}" destId="{C3556303-A264-428D-A6C5-86980E0893FA}" srcOrd="1" destOrd="3" presId="urn:microsoft.com/office/officeart/2005/8/layout/hProcess6"/>
    <dgm:cxn modelId="{EB29CA5A-2441-43EA-8D67-F1452377E665}" srcId="{D461267C-AAFC-4A04-B453-10BFCA9E3A78}" destId="{C0C37D8D-7A82-4A51-A12C-6255606CE6C1}" srcOrd="3" destOrd="0" parTransId="{27E89AE2-6449-4ED3-9B96-84B43DA6DD22}" sibTransId="{4AE1ED80-99A1-4A0E-82ED-150A20F3E704}"/>
    <dgm:cxn modelId="{AE128A5D-6DAD-4942-A432-AE2176DE3299}" type="presOf" srcId="{BA579838-0413-4577-A182-FF80F5549516}" destId="{3EF928B0-AE40-4CCC-9AC8-7F4622232DB9}" srcOrd="0" destOrd="0" presId="urn:microsoft.com/office/officeart/2005/8/layout/hProcess6"/>
    <dgm:cxn modelId="{A5949A62-E74F-4566-AFA9-98FF4DC52E18}" type="presOf" srcId="{70723213-CDE4-4864-A805-80F7A92C07C8}" destId="{0B4B5FA3-4F31-4EF6-8F5D-F62F50985C31}" srcOrd="0" destOrd="2" presId="urn:microsoft.com/office/officeart/2005/8/layout/hProcess6"/>
    <dgm:cxn modelId="{6809C865-DFF4-43C3-A00C-BA18E6DCA2AB}" srcId="{C0C37D8D-7A82-4A51-A12C-6255606CE6C1}" destId="{2921B3FD-1F92-4EB6-B0D5-6887B555B02C}" srcOrd="4" destOrd="0" parTransId="{A97E0A1F-74E7-43FC-BEAD-3105E1E94608}" sibTransId="{A872CE98-CDDA-4CA0-BBA3-F10DC8C8EF89}"/>
    <dgm:cxn modelId="{F6B0C467-A459-4D51-AACF-4F91CF6BAB98}" type="presOf" srcId="{EC05F70C-BD86-4BEB-AF86-377489D9198C}" destId="{873A3858-4FA5-47AC-BB0F-F1B6227873BA}" srcOrd="0" destOrd="4" presId="urn:microsoft.com/office/officeart/2005/8/layout/hProcess6"/>
    <dgm:cxn modelId="{E4F7A069-08C8-3A44-9CBA-0F2222995D82}" type="presOf" srcId="{4EB52C01-023A-D34F-990F-FC10E61C7C4F}" destId="{0435D653-E243-4536-B374-BD2656895D1D}" srcOrd="1" destOrd="2" presId="urn:microsoft.com/office/officeart/2005/8/layout/hProcess6"/>
    <dgm:cxn modelId="{D520996E-EF13-4B0F-90A5-D997BD495F5F}" type="presOf" srcId="{D461267C-AAFC-4A04-B453-10BFCA9E3A78}" destId="{25A913F6-1796-44E2-86F5-34ED72C8724E}" srcOrd="0" destOrd="0" presId="urn:microsoft.com/office/officeart/2005/8/layout/hProcess6"/>
    <dgm:cxn modelId="{6D977E75-082F-4554-9020-6EA074C4CF26}" srcId="{D461267C-AAFC-4A04-B453-10BFCA9E3A78}" destId="{005C1547-99FD-4E37-88D7-60AB84BCEA6D}" srcOrd="0" destOrd="0" parTransId="{8577BE6F-5409-4966-9139-BBE73303EBA0}" sibTransId="{A77B7760-54F6-479F-9408-ABD07241A059}"/>
    <dgm:cxn modelId="{CE8E1178-579B-F743-B693-F27D8D1A8D80}" type="presOf" srcId="{54CF06AE-75E2-D346-AA62-2B040521EBA1}" destId="{DA9BA91C-2ED7-4DEA-A5ED-3FCF26888626}" srcOrd="1" destOrd="2" presId="urn:microsoft.com/office/officeart/2005/8/layout/hProcess6"/>
    <dgm:cxn modelId="{67526378-1EF9-47B3-8A8C-25B9AAA8767E}" type="presOf" srcId="{005C1547-99FD-4E37-88D7-60AB84BCEA6D}" destId="{F8992835-E712-4E11-B253-812CDA2F4A9F}" srcOrd="0" destOrd="0" presId="urn:microsoft.com/office/officeart/2005/8/layout/hProcess6"/>
    <dgm:cxn modelId="{96C03D7C-DAD6-49DD-892E-941FD86ADCBA}" srcId="{BA579838-0413-4577-A182-FF80F5549516}" destId="{EC05F70C-BD86-4BEB-AF86-377489D9198C}" srcOrd="4" destOrd="0" parTransId="{EDF2F1C6-1FD5-4887-8D74-7A7CF95C4706}" sibTransId="{C10B3B67-97E7-4F2B-8591-F02F436A31F7}"/>
    <dgm:cxn modelId="{FCF7F47E-CAAB-D04F-B321-09A834CE3EB7}" type="presOf" srcId="{2EE7C3D3-EF60-0E46-A331-B00FC2B5753B}" destId="{29B467BE-B8B3-4454-8337-651F6FA8D458}" srcOrd="0" destOrd="3" presId="urn:microsoft.com/office/officeart/2005/8/layout/hProcess6"/>
    <dgm:cxn modelId="{17E49281-37CD-4195-8B67-5FFEE9F42DA2}" type="presOf" srcId="{272F54DC-F84F-4C4A-8783-BE36B82FC24B}" destId="{0435D653-E243-4536-B374-BD2656895D1D}" srcOrd="1" destOrd="0" presId="urn:microsoft.com/office/officeart/2005/8/layout/hProcess6"/>
    <dgm:cxn modelId="{6206E084-759C-48AC-97D6-94B9F8B2C734}" srcId="{005C1547-99FD-4E37-88D7-60AB84BCEA6D}" destId="{1494AD4D-7CCC-4CA9-ADA8-2698C8A16112}" srcOrd="0" destOrd="0" parTransId="{6770035E-5DE2-4322-A291-F3A3C2427FA3}" sibTransId="{14BB6BD3-FFBF-4B27-BD90-BE7D17FD0970}"/>
    <dgm:cxn modelId="{FE5FEB84-54D7-4DF4-A333-2DF43E5F53D0}" type="presOf" srcId="{4B27A008-CB7E-4A55-B333-7F040E7561C9}" destId="{DAB6A6D2-D462-4E24-8933-19BD0A3B8D8B}" srcOrd="1" destOrd="1" presId="urn:microsoft.com/office/officeart/2005/8/layout/hProcess6"/>
    <dgm:cxn modelId="{25B18D88-3E74-304C-8BA1-F483DD1B88ED}" type="presOf" srcId="{2EE7C3D3-EF60-0E46-A331-B00FC2B5753B}" destId="{0435D653-E243-4536-B374-BD2656895D1D}" srcOrd="1" destOrd="3" presId="urn:microsoft.com/office/officeart/2005/8/layout/hProcess6"/>
    <dgm:cxn modelId="{7739E38A-06C8-1B44-B1A8-D15DAD789C41}" srcId="{C0C37D8D-7A82-4A51-A12C-6255606CE6C1}" destId="{4EB52C01-023A-D34F-990F-FC10E61C7C4F}" srcOrd="2" destOrd="0" parTransId="{87EAF7E4-B9EC-AC48-9DE2-862FFEF96EC7}" sibTransId="{48EA8363-CC15-FE4F-A497-F2E072210276}"/>
    <dgm:cxn modelId="{C2BC9A8B-0B64-4430-A2B7-6061401FFD70}" type="presOf" srcId="{BCE021E0-50A1-4FBA-8747-3D59FE804B9F}" destId="{0435D653-E243-4536-B374-BD2656895D1D}" srcOrd="1" destOrd="1" presId="urn:microsoft.com/office/officeart/2005/8/layout/hProcess6"/>
    <dgm:cxn modelId="{55CDCF8F-7C07-2C4B-9551-B42BBB437F30}" srcId="{BA579838-0413-4577-A182-FF80F5549516}" destId="{3130E3F4-83FB-FE48-9AA5-D91C7D2FAE55}" srcOrd="3" destOrd="0" parTransId="{1E9E38A5-1630-5145-A511-3A8F36A88CB8}" sibTransId="{5C1F125E-50D0-6241-8B9E-660FA6A6B0A7}"/>
    <dgm:cxn modelId="{70F38291-C5AE-A940-B5FE-11C5194EBC49}" type="presOf" srcId="{6F371B0F-E39B-BB4A-A9F0-8431B444D1E0}" destId="{0B4B5FA3-4F31-4EF6-8F5D-F62F50985C31}" srcOrd="0" destOrd="4" presId="urn:microsoft.com/office/officeart/2005/8/layout/hProcess6"/>
    <dgm:cxn modelId="{246F8A91-6534-0940-A617-B752A271F2E2}" srcId="{0F507754-2CDB-4CDE-BBA1-7653E69014B8}" destId="{6F371B0F-E39B-BB4A-A9F0-8431B444D1E0}" srcOrd="4" destOrd="0" parTransId="{EEBCB173-EAA7-C241-AA88-E8F63D803841}" sibTransId="{EE1E0C2D-01DD-A547-BA5B-6FFD569B10DD}"/>
    <dgm:cxn modelId="{6C7B8EA7-9812-43B7-966F-72FDB3DBF86A}" type="presOf" srcId="{4B8B826C-AFAA-436A-B54A-B5C6FA84EA5B}" destId="{C3556303-A264-428D-A6C5-86980E0893FA}" srcOrd="1" destOrd="5" presId="urn:microsoft.com/office/officeart/2005/8/layout/hProcess6"/>
    <dgm:cxn modelId="{2ED731B3-5D0E-DA48-AB67-B5CA62F6526D}" type="presOf" srcId="{D6B2E01B-0CFB-5C40-9EDF-47488218F3D8}" destId="{DA9BA91C-2ED7-4DEA-A5ED-3FCF26888626}" srcOrd="1" destOrd="1" presId="urn:microsoft.com/office/officeart/2005/8/layout/hProcess6"/>
    <dgm:cxn modelId="{19A65AB6-EAB1-468A-BE03-AB8733FD21C3}" type="presOf" srcId="{4B27A008-CB7E-4A55-B333-7F040E7561C9}" destId="{B4484374-F97E-4A0D-B524-7BF82DA70716}" srcOrd="0" destOrd="1" presId="urn:microsoft.com/office/officeart/2005/8/layout/hProcess6"/>
    <dgm:cxn modelId="{C3A5B3BE-BA75-41F3-A005-82FED1D023C7}" type="presOf" srcId="{2921B3FD-1F92-4EB6-B0D5-6887B555B02C}" destId="{0435D653-E243-4536-B374-BD2656895D1D}" srcOrd="1" destOrd="4" presId="urn:microsoft.com/office/officeart/2005/8/layout/hProcess6"/>
    <dgm:cxn modelId="{069426C0-CCE6-B844-B130-A759445D28BC}" type="presOf" srcId="{6F371B0F-E39B-BB4A-A9F0-8431B444D1E0}" destId="{C3556303-A264-428D-A6C5-86980E0893FA}" srcOrd="1" destOrd="4" presId="urn:microsoft.com/office/officeart/2005/8/layout/hProcess6"/>
    <dgm:cxn modelId="{D96C19CA-F964-41E7-80E7-EE40AC4C6169}" type="presOf" srcId="{0F507754-2CDB-4CDE-BBA1-7653E69014B8}" destId="{87A2D63B-EA13-41CD-A82C-BDD669DBC70C}" srcOrd="0" destOrd="0" presId="urn:microsoft.com/office/officeart/2005/8/layout/hProcess6"/>
    <dgm:cxn modelId="{C4E17CCB-D2D8-4411-B974-A8FE8CF6821F}" type="presOf" srcId="{2921B3FD-1F92-4EB6-B0D5-6887B555B02C}" destId="{29B467BE-B8B3-4454-8337-651F6FA8D458}" srcOrd="0" destOrd="4" presId="urn:microsoft.com/office/officeart/2005/8/layout/hProcess6"/>
    <dgm:cxn modelId="{6BFACACE-A564-4258-A7FD-4CD64DB1EB9C}" srcId="{BA579838-0413-4577-A182-FF80F5549516}" destId="{DF0F6825-DF12-4F31-96D3-83BA74149B42}" srcOrd="0" destOrd="0" parTransId="{8266A661-00CD-443D-8398-00EC28E3CC3D}" sibTransId="{27448AA4-5B90-4F3E-BCC1-1655A601717A}"/>
    <dgm:cxn modelId="{78A937DA-5CC2-074F-A616-EFC28CED9B62}" srcId="{BA579838-0413-4577-A182-FF80F5549516}" destId="{54CF06AE-75E2-D346-AA62-2B040521EBA1}" srcOrd="2" destOrd="0" parTransId="{2729BFE9-A6CE-2645-85E9-7156E957CF28}" sibTransId="{2C7DBE57-1235-8E4E-9082-16A9C17708B0}"/>
    <dgm:cxn modelId="{D45C3EDD-1650-41E7-9B41-82853B8B79F2}" type="presOf" srcId="{EC05F70C-BD86-4BEB-AF86-377489D9198C}" destId="{DA9BA91C-2ED7-4DEA-A5ED-3FCF26888626}" srcOrd="1" destOrd="4" presId="urn:microsoft.com/office/officeart/2005/8/layout/hProcess6"/>
    <dgm:cxn modelId="{1B28EAE3-560C-B64C-ACBF-B7CE8FBA4B1E}" srcId="{BA579838-0413-4577-A182-FF80F5549516}" destId="{D6B2E01B-0CFB-5C40-9EDF-47488218F3D8}" srcOrd="1" destOrd="0" parTransId="{B12F30A1-40C2-CF4E-94ED-5FF21F7CEE06}" sibTransId="{903BDA5F-B613-2B43-A495-501C860D9EC2}"/>
    <dgm:cxn modelId="{C8A690EE-EA89-FB4C-AB9D-CD1DED382BE9}" srcId="{0F507754-2CDB-4CDE-BBA1-7653E69014B8}" destId="{B55FD80A-C153-454F-8334-6B63D381B31D}" srcOrd="1" destOrd="0" parTransId="{ED6C3C42-E48C-8F4F-AB02-12FADB18D5DD}" sibTransId="{B02D5179-690C-B046-AC42-D1FD90B636F3}"/>
    <dgm:cxn modelId="{1F56F6F3-946A-BE44-90F0-3DDA3E1CF2E3}" type="presOf" srcId="{B55FD80A-C153-454F-8334-6B63D381B31D}" destId="{0B4B5FA3-4F31-4EF6-8F5D-F62F50985C31}" srcOrd="0" destOrd="1" presId="urn:microsoft.com/office/officeart/2005/8/layout/hProcess6"/>
    <dgm:cxn modelId="{39DF36FA-2C99-544A-9093-40FB0DE55D1B}" type="presOf" srcId="{3130E3F4-83FB-FE48-9AA5-D91C7D2FAE55}" destId="{873A3858-4FA5-47AC-BB0F-F1B6227873BA}" srcOrd="0" destOrd="3" presId="urn:microsoft.com/office/officeart/2005/8/layout/hProcess6"/>
    <dgm:cxn modelId="{3E5115FB-1634-409F-9B47-BCBD5D70A282}" srcId="{005C1547-99FD-4E37-88D7-60AB84BCEA6D}" destId="{4B27A008-CB7E-4A55-B333-7F040E7561C9}" srcOrd="1" destOrd="0" parTransId="{180B7EB8-4100-43FE-AE9E-DCA894DB84C5}" sibTransId="{4730FED8-3ADE-42FA-BBCE-5F6CC990E871}"/>
    <dgm:cxn modelId="{0A7245FB-AF47-4C0A-89C7-B5F1E809E3E9}" srcId="{0F507754-2CDB-4CDE-BBA1-7653E69014B8}" destId="{4B8B826C-AFAA-436A-B54A-B5C6FA84EA5B}" srcOrd="5" destOrd="0" parTransId="{85FAAC9C-B0E7-42D8-BA9C-570B9A59BE13}" sibTransId="{DA0A3252-B45A-4D95-9173-D34A423A5613}"/>
    <dgm:cxn modelId="{88DBA1FB-F303-4DBC-92F1-ECC4A1A4B31E}" srcId="{D461267C-AAFC-4A04-B453-10BFCA9E3A78}" destId="{BA579838-0413-4577-A182-FF80F5549516}" srcOrd="2" destOrd="0" parTransId="{F1BDB688-CCC1-4564-A38C-F5FDAA22CB13}" sibTransId="{2279A675-23DF-4502-B2FB-27B479AC59E8}"/>
    <dgm:cxn modelId="{5946533C-3B68-474C-AC17-1A72E402AD30}" type="presParOf" srcId="{25A913F6-1796-44E2-86F5-34ED72C8724E}" destId="{5DFF7897-A45B-4A05-A53C-480927982C02}" srcOrd="0" destOrd="0" presId="urn:microsoft.com/office/officeart/2005/8/layout/hProcess6"/>
    <dgm:cxn modelId="{CE28000F-C72D-4AB5-93DC-5D957253C9E4}" type="presParOf" srcId="{5DFF7897-A45B-4A05-A53C-480927982C02}" destId="{F71992BA-4E83-4A4A-B9D8-DF5E267C38B0}" srcOrd="0" destOrd="0" presId="urn:microsoft.com/office/officeart/2005/8/layout/hProcess6"/>
    <dgm:cxn modelId="{52293604-9E44-4F37-A11D-2E9DB9C600EE}" type="presParOf" srcId="{5DFF7897-A45B-4A05-A53C-480927982C02}" destId="{B4484374-F97E-4A0D-B524-7BF82DA70716}" srcOrd="1" destOrd="0" presId="urn:microsoft.com/office/officeart/2005/8/layout/hProcess6"/>
    <dgm:cxn modelId="{31BF1EDB-5E77-423E-BB0C-E550B76C792D}" type="presParOf" srcId="{5DFF7897-A45B-4A05-A53C-480927982C02}" destId="{DAB6A6D2-D462-4E24-8933-19BD0A3B8D8B}" srcOrd="2" destOrd="0" presId="urn:microsoft.com/office/officeart/2005/8/layout/hProcess6"/>
    <dgm:cxn modelId="{A9799F92-2FE9-4523-AA80-641E60421B3E}" type="presParOf" srcId="{5DFF7897-A45B-4A05-A53C-480927982C02}" destId="{F8992835-E712-4E11-B253-812CDA2F4A9F}" srcOrd="3" destOrd="0" presId="urn:microsoft.com/office/officeart/2005/8/layout/hProcess6"/>
    <dgm:cxn modelId="{2B2C9DBB-0966-4428-9AF7-531A4FEBC69A}" type="presParOf" srcId="{25A913F6-1796-44E2-86F5-34ED72C8724E}" destId="{997B86B2-1CD7-41B6-A03A-04C51334E035}" srcOrd="1" destOrd="0" presId="urn:microsoft.com/office/officeart/2005/8/layout/hProcess6"/>
    <dgm:cxn modelId="{9B33E69F-0F55-4847-8A9B-6EDA5A881FA1}" type="presParOf" srcId="{25A913F6-1796-44E2-86F5-34ED72C8724E}" destId="{098967BF-8C35-4AD7-9E58-1420868166BE}" srcOrd="2" destOrd="0" presId="urn:microsoft.com/office/officeart/2005/8/layout/hProcess6"/>
    <dgm:cxn modelId="{4F086EF7-7DEC-4D7F-B556-02CAECAAA6B4}" type="presParOf" srcId="{098967BF-8C35-4AD7-9E58-1420868166BE}" destId="{335371D7-0293-4547-9202-4418F89086F6}" srcOrd="0" destOrd="0" presId="urn:microsoft.com/office/officeart/2005/8/layout/hProcess6"/>
    <dgm:cxn modelId="{6CEBF3E3-E7BB-4445-883A-67196EEF7FB1}" type="presParOf" srcId="{098967BF-8C35-4AD7-9E58-1420868166BE}" destId="{0B4B5FA3-4F31-4EF6-8F5D-F62F50985C31}" srcOrd="1" destOrd="0" presId="urn:microsoft.com/office/officeart/2005/8/layout/hProcess6"/>
    <dgm:cxn modelId="{0FA89AD9-3B3E-4DAB-9AC7-90B1C86E95C3}" type="presParOf" srcId="{098967BF-8C35-4AD7-9E58-1420868166BE}" destId="{C3556303-A264-428D-A6C5-86980E0893FA}" srcOrd="2" destOrd="0" presId="urn:microsoft.com/office/officeart/2005/8/layout/hProcess6"/>
    <dgm:cxn modelId="{7AF2A5B6-D508-427F-B2BB-4F56E5E26C29}" type="presParOf" srcId="{098967BF-8C35-4AD7-9E58-1420868166BE}" destId="{87A2D63B-EA13-41CD-A82C-BDD669DBC70C}" srcOrd="3" destOrd="0" presId="urn:microsoft.com/office/officeart/2005/8/layout/hProcess6"/>
    <dgm:cxn modelId="{2A75041B-CEAD-4CBA-8C0D-46285C3F9D99}" type="presParOf" srcId="{25A913F6-1796-44E2-86F5-34ED72C8724E}" destId="{EDA26482-546D-4479-9AEC-EF0EA02C2180}" srcOrd="3" destOrd="0" presId="urn:microsoft.com/office/officeart/2005/8/layout/hProcess6"/>
    <dgm:cxn modelId="{F24C6CFA-56DE-44D1-9F98-CE4757579460}" type="presParOf" srcId="{25A913F6-1796-44E2-86F5-34ED72C8724E}" destId="{6A90C15B-3C9B-45EF-8C0F-AC5BA2DD0A91}" srcOrd="4" destOrd="0" presId="urn:microsoft.com/office/officeart/2005/8/layout/hProcess6"/>
    <dgm:cxn modelId="{9C8B670B-4280-4198-B9F3-6A9572BF6E2C}" type="presParOf" srcId="{6A90C15B-3C9B-45EF-8C0F-AC5BA2DD0A91}" destId="{66FCE5C4-75CE-4371-AB3F-5FE8C8237DFA}" srcOrd="0" destOrd="0" presId="urn:microsoft.com/office/officeart/2005/8/layout/hProcess6"/>
    <dgm:cxn modelId="{412D9038-43CD-4BBF-9702-91465CE7C96B}" type="presParOf" srcId="{6A90C15B-3C9B-45EF-8C0F-AC5BA2DD0A91}" destId="{873A3858-4FA5-47AC-BB0F-F1B6227873BA}" srcOrd="1" destOrd="0" presId="urn:microsoft.com/office/officeart/2005/8/layout/hProcess6"/>
    <dgm:cxn modelId="{B357AFB0-E6BF-485B-85E3-C8F869C55380}" type="presParOf" srcId="{6A90C15B-3C9B-45EF-8C0F-AC5BA2DD0A91}" destId="{DA9BA91C-2ED7-4DEA-A5ED-3FCF26888626}" srcOrd="2" destOrd="0" presId="urn:microsoft.com/office/officeart/2005/8/layout/hProcess6"/>
    <dgm:cxn modelId="{C2F71E56-73FC-4AB4-A91B-13498978A339}" type="presParOf" srcId="{6A90C15B-3C9B-45EF-8C0F-AC5BA2DD0A91}" destId="{3EF928B0-AE40-4CCC-9AC8-7F4622232DB9}" srcOrd="3" destOrd="0" presId="urn:microsoft.com/office/officeart/2005/8/layout/hProcess6"/>
    <dgm:cxn modelId="{BAFD7876-673D-4446-BA62-3A14F3E7E62D}" type="presParOf" srcId="{25A913F6-1796-44E2-86F5-34ED72C8724E}" destId="{CF32752F-8D14-4662-AF10-704ED0D9AC3C}" srcOrd="5" destOrd="0" presId="urn:microsoft.com/office/officeart/2005/8/layout/hProcess6"/>
    <dgm:cxn modelId="{CBD8F9EC-4046-47CE-9622-8481C9335E7E}" type="presParOf" srcId="{25A913F6-1796-44E2-86F5-34ED72C8724E}" destId="{BF1976E3-97FE-4777-9836-E1C3E8400EF1}" srcOrd="6" destOrd="0" presId="urn:microsoft.com/office/officeart/2005/8/layout/hProcess6"/>
    <dgm:cxn modelId="{6EAFC9F1-0121-48B3-8D12-B7DF025F1EE0}" type="presParOf" srcId="{BF1976E3-97FE-4777-9836-E1C3E8400EF1}" destId="{FAFA3233-7BB8-49AE-899E-5CA9CCE68CA8}" srcOrd="0" destOrd="0" presId="urn:microsoft.com/office/officeart/2005/8/layout/hProcess6"/>
    <dgm:cxn modelId="{E795F981-D370-4363-834E-7D9A38490D8E}" type="presParOf" srcId="{BF1976E3-97FE-4777-9836-E1C3E8400EF1}" destId="{29B467BE-B8B3-4454-8337-651F6FA8D458}" srcOrd="1" destOrd="0" presId="urn:microsoft.com/office/officeart/2005/8/layout/hProcess6"/>
    <dgm:cxn modelId="{6CDDBB5A-12A5-4206-90F0-8F0401DAE719}" type="presParOf" srcId="{BF1976E3-97FE-4777-9836-E1C3E8400EF1}" destId="{0435D653-E243-4536-B374-BD2656895D1D}" srcOrd="2" destOrd="0" presId="urn:microsoft.com/office/officeart/2005/8/layout/hProcess6"/>
    <dgm:cxn modelId="{6366A2F8-E430-42A7-9AA9-4C04737F3F7F}" type="presParOf" srcId="{BF1976E3-97FE-4777-9836-E1C3E8400EF1}" destId="{008EABF7-B564-4A13-BF4D-CB0AEEC77A91}" srcOrd="3" destOrd="0" presId="urn:microsoft.com/office/officeart/2005/8/layout/hProcess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461267C-AAFC-4A04-B453-10BFCA9E3A78}" type="doc">
      <dgm:prSet loTypeId="urn:microsoft.com/office/officeart/2005/8/layout/hProcess6" loCatId="process" qsTypeId="urn:microsoft.com/office/officeart/2005/8/quickstyle/simple1" qsCatId="simple" csTypeId="urn:microsoft.com/office/officeart/2005/8/colors/accent1_2" csCatId="accent1" phldr="1"/>
      <dgm:spPr/>
      <dgm:t>
        <a:bodyPr/>
        <a:lstStyle/>
        <a:p>
          <a:endParaRPr lang="en-GB"/>
        </a:p>
      </dgm:t>
    </dgm:pt>
    <dgm:pt modelId="{005C1547-99FD-4E37-88D7-60AB84BCEA6D}">
      <dgm:prSet phldrT="[Text]"/>
      <dgm:spPr>
        <a:solidFill>
          <a:schemeClr val="bg2">
            <a:lumMod val="50000"/>
          </a:schemeClr>
        </a:solidFill>
      </dgm:spPr>
      <dgm:t>
        <a:bodyPr/>
        <a:lstStyle/>
        <a:p>
          <a:r>
            <a:rPr lang="en-GB"/>
            <a:t>1</a:t>
          </a:r>
          <a:r>
            <a:rPr lang="en-GB" baseline="30000"/>
            <a:t>st</a:t>
          </a:r>
          <a:r>
            <a:rPr lang="en-GB"/>
            <a:t> </a:t>
          </a:r>
          <a:r>
            <a:rPr lang="en-GB" err="1"/>
            <a:t>Qtr</a:t>
          </a:r>
          <a:endParaRPr lang="en-GB"/>
        </a:p>
      </dgm:t>
    </dgm:pt>
    <dgm:pt modelId="{8577BE6F-5409-4966-9139-BBE73303EBA0}" type="parTrans" cxnId="{6D977E75-082F-4554-9020-6EA074C4CF26}">
      <dgm:prSet/>
      <dgm:spPr/>
      <dgm:t>
        <a:bodyPr/>
        <a:lstStyle/>
        <a:p>
          <a:endParaRPr lang="en-GB"/>
        </a:p>
      </dgm:t>
    </dgm:pt>
    <dgm:pt modelId="{A77B7760-54F6-479F-9408-ABD07241A059}" type="sibTrans" cxnId="{6D977E75-082F-4554-9020-6EA074C4CF26}">
      <dgm:prSet/>
      <dgm:spPr/>
      <dgm:t>
        <a:bodyPr/>
        <a:lstStyle/>
        <a:p>
          <a:endParaRPr lang="en-GB"/>
        </a:p>
      </dgm:t>
    </dgm:pt>
    <dgm:pt modelId="{0F507754-2CDB-4CDE-BBA1-7653E69014B8}">
      <dgm:prSet phldrT="[Text]"/>
      <dgm:spPr>
        <a:solidFill>
          <a:schemeClr val="bg2">
            <a:lumMod val="50000"/>
          </a:schemeClr>
        </a:solidFill>
      </dgm:spPr>
      <dgm:t>
        <a:bodyPr/>
        <a:lstStyle/>
        <a:p>
          <a:r>
            <a:rPr lang="en-GB"/>
            <a:t>2</a:t>
          </a:r>
          <a:r>
            <a:rPr lang="en-GB" baseline="30000"/>
            <a:t>nd</a:t>
          </a:r>
          <a:r>
            <a:rPr lang="en-GB"/>
            <a:t> </a:t>
          </a:r>
          <a:r>
            <a:rPr lang="en-GB" err="1"/>
            <a:t>Qtr</a:t>
          </a:r>
          <a:endParaRPr lang="en-GB"/>
        </a:p>
      </dgm:t>
    </dgm:pt>
    <dgm:pt modelId="{1C981ACF-9D2C-47CE-AC21-ABA922DCCCF2}" type="parTrans" cxnId="{B62AE417-1DEE-436B-B222-8364E785BBED}">
      <dgm:prSet/>
      <dgm:spPr/>
      <dgm:t>
        <a:bodyPr/>
        <a:lstStyle/>
        <a:p>
          <a:endParaRPr lang="en-GB"/>
        </a:p>
      </dgm:t>
    </dgm:pt>
    <dgm:pt modelId="{9F2FD445-215D-4CCB-A143-77A6D3E7B958}" type="sibTrans" cxnId="{B62AE417-1DEE-436B-B222-8364E785BBED}">
      <dgm:prSet/>
      <dgm:spPr/>
      <dgm:t>
        <a:bodyPr/>
        <a:lstStyle/>
        <a:p>
          <a:endParaRPr lang="en-GB"/>
        </a:p>
      </dgm:t>
    </dgm:pt>
    <dgm:pt modelId="{BA579838-0413-4577-A182-FF80F5549516}">
      <dgm:prSet phldrT="[Text]"/>
      <dgm:spPr>
        <a:solidFill>
          <a:schemeClr val="bg2">
            <a:lumMod val="50000"/>
          </a:schemeClr>
        </a:solidFill>
      </dgm:spPr>
      <dgm:t>
        <a:bodyPr/>
        <a:lstStyle/>
        <a:p>
          <a:r>
            <a:rPr lang="en-GB"/>
            <a:t>3</a:t>
          </a:r>
          <a:r>
            <a:rPr lang="en-GB" baseline="30000"/>
            <a:t>rd</a:t>
          </a:r>
          <a:r>
            <a:rPr lang="en-GB"/>
            <a:t> </a:t>
          </a:r>
          <a:r>
            <a:rPr lang="en-GB" err="1"/>
            <a:t>Qtr</a:t>
          </a:r>
          <a:endParaRPr lang="en-GB"/>
        </a:p>
      </dgm:t>
    </dgm:pt>
    <dgm:pt modelId="{F1BDB688-CCC1-4564-A38C-F5FDAA22CB13}" type="parTrans" cxnId="{88DBA1FB-F303-4DBC-92F1-ECC4A1A4B31E}">
      <dgm:prSet/>
      <dgm:spPr/>
      <dgm:t>
        <a:bodyPr/>
        <a:lstStyle/>
        <a:p>
          <a:endParaRPr lang="en-GB"/>
        </a:p>
      </dgm:t>
    </dgm:pt>
    <dgm:pt modelId="{2279A675-23DF-4502-B2FB-27B479AC59E8}" type="sibTrans" cxnId="{88DBA1FB-F303-4DBC-92F1-ECC4A1A4B31E}">
      <dgm:prSet/>
      <dgm:spPr/>
      <dgm:t>
        <a:bodyPr/>
        <a:lstStyle/>
        <a:p>
          <a:endParaRPr lang="en-GB"/>
        </a:p>
      </dgm:t>
    </dgm:pt>
    <dgm:pt modelId="{C0C37D8D-7A82-4A51-A12C-6255606CE6C1}">
      <dgm:prSet phldrT="[Text]"/>
      <dgm:spPr>
        <a:solidFill>
          <a:schemeClr val="bg2">
            <a:lumMod val="50000"/>
          </a:schemeClr>
        </a:solidFill>
      </dgm:spPr>
      <dgm:t>
        <a:bodyPr/>
        <a:lstStyle/>
        <a:p>
          <a:r>
            <a:rPr lang="en-GB"/>
            <a:t>4</a:t>
          </a:r>
          <a:r>
            <a:rPr lang="en-GB" baseline="30000"/>
            <a:t>th</a:t>
          </a:r>
          <a:r>
            <a:rPr lang="en-GB"/>
            <a:t> </a:t>
          </a:r>
          <a:r>
            <a:rPr lang="en-GB" err="1"/>
            <a:t>Qtr</a:t>
          </a:r>
          <a:endParaRPr lang="en-GB"/>
        </a:p>
      </dgm:t>
    </dgm:pt>
    <dgm:pt modelId="{27E89AE2-6449-4ED3-9B96-84B43DA6DD22}" type="parTrans" cxnId="{EB29CA5A-2441-43EA-8D67-F1452377E665}">
      <dgm:prSet/>
      <dgm:spPr/>
      <dgm:t>
        <a:bodyPr/>
        <a:lstStyle/>
        <a:p>
          <a:endParaRPr lang="en-GB"/>
        </a:p>
      </dgm:t>
    </dgm:pt>
    <dgm:pt modelId="{4AE1ED80-99A1-4A0E-82ED-150A20F3E704}" type="sibTrans" cxnId="{EB29CA5A-2441-43EA-8D67-F1452377E665}">
      <dgm:prSet/>
      <dgm:spPr/>
      <dgm:t>
        <a:bodyPr/>
        <a:lstStyle/>
        <a:p>
          <a:endParaRPr lang="en-GB"/>
        </a:p>
      </dgm:t>
    </dgm:pt>
    <dgm:pt modelId="{DF0F6825-DF12-4F31-96D3-83BA74149B42}">
      <dgm:prSet phldrT="[Text]" custT="1"/>
      <dgm:spPr>
        <a:solidFill>
          <a:schemeClr val="accent6">
            <a:lumMod val="20000"/>
            <a:lumOff val="80000"/>
          </a:schemeClr>
        </a:solidFill>
        <a:ln>
          <a:noFill/>
        </a:ln>
      </dgm:spPr>
      <dgm:t>
        <a:bodyPr/>
        <a:lstStyle/>
        <a:p>
          <a:r>
            <a:rPr lang="en-GB" sz="800"/>
            <a:t>Operational Cost Reductions</a:t>
          </a:r>
        </a:p>
      </dgm:t>
    </dgm:pt>
    <dgm:pt modelId="{8266A661-00CD-443D-8398-00EC28E3CC3D}" type="parTrans" cxnId="{6BFACACE-A564-4258-A7FD-4CD64DB1EB9C}">
      <dgm:prSet/>
      <dgm:spPr/>
      <dgm:t>
        <a:bodyPr/>
        <a:lstStyle/>
        <a:p>
          <a:endParaRPr lang="en-US"/>
        </a:p>
      </dgm:t>
    </dgm:pt>
    <dgm:pt modelId="{27448AA4-5B90-4F3E-BCC1-1655A601717A}" type="sibTrans" cxnId="{6BFACACE-A564-4258-A7FD-4CD64DB1EB9C}">
      <dgm:prSet/>
      <dgm:spPr/>
      <dgm:t>
        <a:bodyPr/>
        <a:lstStyle/>
        <a:p>
          <a:endParaRPr lang="en-US"/>
        </a:p>
      </dgm:t>
    </dgm:pt>
    <dgm:pt modelId="{1494AD4D-7CCC-4CA9-ADA8-2698C8A16112}">
      <dgm:prSet phldrT="[Text]" custT="1"/>
      <dgm:spPr>
        <a:solidFill>
          <a:schemeClr val="accent6">
            <a:lumMod val="20000"/>
            <a:lumOff val="80000"/>
          </a:schemeClr>
        </a:solidFill>
        <a:ln>
          <a:noFill/>
        </a:ln>
      </dgm:spPr>
      <dgm:t>
        <a:bodyPr/>
        <a:lstStyle/>
        <a:p>
          <a:pPr>
            <a:buFont typeface="Arial" panose="020B0604020202020204" pitchFamily="34" charset="0"/>
            <a:buChar char="•"/>
          </a:pPr>
          <a:r>
            <a:rPr lang="en-GB" sz="800"/>
            <a:t>Operational Cost Reductions</a:t>
          </a:r>
        </a:p>
      </dgm:t>
    </dgm:pt>
    <dgm:pt modelId="{14BB6BD3-FFBF-4B27-BD90-BE7D17FD0970}" type="sibTrans" cxnId="{6206E084-759C-48AC-97D6-94B9F8B2C734}">
      <dgm:prSet/>
      <dgm:spPr/>
      <dgm:t>
        <a:bodyPr/>
        <a:lstStyle/>
        <a:p>
          <a:endParaRPr lang="en-GB"/>
        </a:p>
      </dgm:t>
    </dgm:pt>
    <dgm:pt modelId="{6770035E-5DE2-4322-A291-F3A3C2427FA3}" type="parTrans" cxnId="{6206E084-759C-48AC-97D6-94B9F8B2C734}">
      <dgm:prSet/>
      <dgm:spPr/>
      <dgm:t>
        <a:bodyPr/>
        <a:lstStyle/>
        <a:p>
          <a:endParaRPr lang="en-GB"/>
        </a:p>
      </dgm:t>
    </dgm:pt>
    <dgm:pt modelId="{6F371B0F-E39B-BB4A-A9F0-8431B444D1E0}">
      <dgm:prSet custT="1"/>
      <dgm:spPr>
        <a:solidFill>
          <a:schemeClr val="accent6">
            <a:lumMod val="20000"/>
            <a:lumOff val="80000"/>
          </a:schemeClr>
        </a:solidFill>
        <a:ln>
          <a:noFill/>
        </a:ln>
      </dgm:spPr>
      <dgm:t>
        <a:bodyPr/>
        <a:lstStyle/>
        <a:p>
          <a:r>
            <a:rPr lang="en-GB" sz="800"/>
            <a:t>Operational Cost Reductions</a:t>
          </a:r>
        </a:p>
      </dgm:t>
    </dgm:pt>
    <dgm:pt modelId="{EEBCB173-EAA7-C241-AA88-E8F63D803841}" type="parTrans" cxnId="{246F8A91-6534-0940-A617-B752A271F2E2}">
      <dgm:prSet/>
      <dgm:spPr/>
      <dgm:t>
        <a:bodyPr/>
        <a:lstStyle/>
        <a:p>
          <a:endParaRPr lang="en-US"/>
        </a:p>
      </dgm:t>
    </dgm:pt>
    <dgm:pt modelId="{EE1E0C2D-01DD-A547-BA5B-6FFD569B10DD}" type="sibTrans" cxnId="{246F8A91-6534-0940-A617-B752A271F2E2}">
      <dgm:prSet/>
      <dgm:spPr/>
      <dgm:t>
        <a:bodyPr/>
        <a:lstStyle/>
        <a:p>
          <a:endParaRPr lang="en-US"/>
        </a:p>
      </dgm:t>
    </dgm:pt>
    <dgm:pt modelId="{272F54DC-F84F-4C4A-8783-BE36B82FC24B}">
      <dgm:prSet phldrT="[Text]" custT="1"/>
      <dgm:spPr>
        <a:solidFill>
          <a:schemeClr val="accent6">
            <a:lumMod val="20000"/>
            <a:lumOff val="80000"/>
          </a:schemeClr>
        </a:solidFill>
        <a:ln>
          <a:noFill/>
        </a:ln>
      </dgm:spPr>
      <dgm:t>
        <a:bodyPr/>
        <a:lstStyle/>
        <a:p>
          <a:r>
            <a:rPr lang="en-GB" sz="800"/>
            <a:t>Validation of Savings</a:t>
          </a:r>
        </a:p>
      </dgm:t>
    </dgm:pt>
    <dgm:pt modelId="{AC1A4AA7-2F7B-4899-AA96-60466ADB597F}" type="sibTrans" cxnId="{22B12A05-BB93-4E70-A57A-4C9E36334E03}">
      <dgm:prSet/>
      <dgm:spPr/>
      <dgm:t>
        <a:bodyPr/>
        <a:lstStyle/>
        <a:p>
          <a:endParaRPr lang="en-GB"/>
        </a:p>
      </dgm:t>
    </dgm:pt>
    <dgm:pt modelId="{555F9769-FBC4-433A-A5A4-68A85A30EBC9}" type="parTrans" cxnId="{22B12A05-BB93-4E70-A57A-4C9E36334E03}">
      <dgm:prSet/>
      <dgm:spPr/>
      <dgm:t>
        <a:bodyPr/>
        <a:lstStyle/>
        <a:p>
          <a:endParaRPr lang="en-GB"/>
        </a:p>
      </dgm:t>
    </dgm:pt>
    <dgm:pt modelId="{AD7AE4FD-9BF1-6445-B2B1-35941F24EFCA}">
      <dgm:prSet phldrT="[Text]" custT="1"/>
      <dgm:spPr>
        <a:solidFill>
          <a:schemeClr val="accent6">
            <a:lumMod val="20000"/>
            <a:lumOff val="80000"/>
          </a:schemeClr>
        </a:solidFill>
        <a:ln>
          <a:noFill/>
        </a:ln>
      </dgm:spPr>
      <dgm:t>
        <a:bodyPr/>
        <a:lstStyle/>
        <a:p>
          <a:pPr>
            <a:buFont typeface="Arial" panose="020B0604020202020204" pitchFamily="34" charset="0"/>
            <a:buChar char="•"/>
          </a:pPr>
          <a:r>
            <a:rPr lang="en-GB" sz="800"/>
            <a:t>Stabilize Operations Team</a:t>
          </a:r>
        </a:p>
        <a:p>
          <a:pPr>
            <a:buFont typeface="Arial" panose="020B0604020202020204" pitchFamily="34" charset="0"/>
            <a:buChar char="•"/>
          </a:pPr>
          <a:endParaRPr lang="en-GB" sz="800"/>
        </a:p>
      </dgm:t>
    </dgm:pt>
    <dgm:pt modelId="{022EAB90-A141-DE4C-B3CE-302B16B8CF3D}" type="parTrans" cxnId="{4104F160-75E6-C944-9CA9-0C6E789ABC93}">
      <dgm:prSet/>
      <dgm:spPr/>
    </dgm:pt>
    <dgm:pt modelId="{C7AD2F19-80C5-DE40-BE51-353E565AF0E3}" type="sibTrans" cxnId="{4104F160-75E6-C944-9CA9-0C6E789ABC93}">
      <dgm:prSet/>
      <dgm:spPr/>
    </dgm:pt>
    <dgm:pt modelId="{178F46F6-5C38-F243-814B-FA21786EBC44}">
      <dgm:prSet custT="1"/>
      <dgm:spPr>
        <a:solidFill>
          <a:schemeClr val="accent6">
            <a:lumMod val="20000"/>
            <a:lumOff val="80000"/>
          </a:schemeClr>
        </a:solidFill>
        <a:ln>
          <a:noFill/>
        </a:ln>
      </dgm:spPr>
      <dgm:t>
        <a:bodyPr/>
        <a:lstStyle/>
        <a:p>
          <a:r>
            <a:rPr lang="en-GB" sz="800"/>
            <a:t>Customer Risk Reduction</a:t>
          </a:r>
        </a:p>
      </dgm:t>
    </dgm:pt>
    <dgm:pt modelId="{4CA73B76-33B4-D145-8199-9240F8A2A530}" type="parTrans" cxnId="{B79392B2-5FDB-2B41-82E3-86DAA5BA436F}">
      <dgm:prSet/>
      <dgm:spPr/>
    </dgm:pt>
    <dgm:pt modelId="{2A989AF5-BB02-2444-9C21-B304193898C4}" type="sibTrans" cxnId="{B79392B2-5FDB-2B41-82E3-86DAA5BA436F}">
      <dgm:prSet/>
      <dgm:spPr/>
    </dgm:pt>
    <dgm:pt modelId="{1ED6589F-99EC-8C4B-A4CF-D822A76B8B07}">
      <dgm:prSet custT="1"/>
      <dgm:spPr>
        <a:solidFill>
          <a:schemeClr val="accent6">
            <a:lumMod val="20000"/>
            <a:lumOff val="80000"/>
          </a:schemeClr>
        </a:solidFill>
        <a:ln>
          <a:noFill/>
        </a:ln>
      </dgm:spPr>
      <dgm:t>
        <a:bodyPr/>
        <a:lstStyle/>
        <a:p>
          <a:r>
            <a:rPr lang="en-GB" sz="800"/>
            <a:t>Churn Reduction</a:t>
          </a:r>
        </a:p>
      </dgm:t>
    </dgm:pt>
    <dgm:pt modelId="{FB464A86-EF8B-CB4B-8E35-12C3C5115268}" type="parTrans" cxnId="{C99B6012-39C3-1B43-B81C-2218AD96650A}">
      <dgm:prSet/>
      <dgm:spPr/>
    </dgm:pt>
    <dgm:pt modelId="{215EBFED-9366-EA45-8548-C8E7A6B4B553}" type="sibTrans" cxnId="{C99B6012-39C3-1B43-B81C-2218AD96650A}">
      <dgm:prSet/>
      <dgm:spPr/>
    </dgm:pt>
    <dgm:pt modelId="{10A0850B-68DA-AA40-B361-FCE8F850D89D}">
      <dgm:prSet phldrT="[Text]" custT="1"/>
      <dgm:spPr>
        <a:solidFill>
          <a:schemeClr val="accent6">
            <a:lumMod val="20000"/>
            <a:lumOff val="80000"/>
          </a:schemeClr>
        </a:solidFill>
        <a:ln>
          <a:noFill/>
        </a:ln>
      </dgm:spPr>
      <dgm:t>
        <a:bodyPr/>
        <a:lstStyle/>
        <a:p>
          <a:r>
            <a:rPr lang="en-GB" sz="800"/>
            <a:t>Churn Reduction</a:t>
          </a:r>
        </a:p>
      </dgm:t>
    </dgm:pt>
    <dgm:pt modelId="{4615EF78-B40E-5245-AB55-2033EFB1570E}" type="parTrans" cxnId="{34ED8302-20D2-2D49-9549-A2F038B92381}">
      <dgm:prSet/>
      <dgm:spPr/>
    </dgm:pt>
    <dgm:pt modelId="{3F7B6CBF-1FA1-C043-AA43-C18858692ACE}" type="sibTrans" cxnId="{34ED8302-20D2-2D49-9549-A2F038B92381}">
      <dgm:prSet/>
      <dgm:spPr/>
    </dgm:pt>
    <dgm:pt modelId="{6C7EAB55-4CCE-8549-A152-7215D5E5B990}">
      <dgm:prSet phldrT="[Text]" custT="1"/>
      <dgm:spPr>
        <a:solidFill>
          <a:schemeClr val="accent6">
            <a:lumMod val="20000"/>
            <a:lumOff val="80000"/>
          </a:schemeClr>
        </a:solidFill>
        <a:ln>
          <a:noFill/>
        </a:ln>
      </dgm:spPr>
      <dgm:t>
        <a:bodyPr/>
        <a:lstStyle/>
        <a:p>
          <a:r>
            <a:rPr lang="en-GB" sz="800"/>
            <a:t>Product Simplification</a:t>
          </a:r>
        </a:p>
      </dgm:t>
    </dgm:pt>
    <dgm:pt modelId="{0D758804-55B8-F04A-90E0-2828544D01F9}" type="parTrans" cxnId="{32D40E4C-912A-D54F-B8ED-D0BE529D7B81}">
      <dgm:prSet/>
      <dgm:spPr/>
    </dgm:pt>
    <dgm:pt modelId="{89B6E358-C5B4-2149-8D96-A29C569246F8}" type="sibTrans" cxnId="{32D40E4C-912A-D54F-B8ED-D0BE529D7B81}">
      <dgm:prSet/>
      <dgm:spPr/>
    </dgm:pt>
    <dgm:pt modelId="{8F4ED99A-AA27-6149-B051-BAE34B6DA0DD}">
      <dgm:prSet phldrT="[Text]" custT="1"/>
      <dgm:spPr>
        <a:solidFill>
          <a:schemeClr val="accent6">
            <a:lumMod val="20000"/>
            <a:lumOff val="80000"/>
          </a:schemeClr>
        </a:solidFill>
        <a:ln>
          <a:noFill/>
        </a:ln>
      </dgm:spPr>
      <dgm:t>
        <a:bodyPr/>
        <a:lstStyle/>
        <a:p>
          <a:r>
            <a:rPr lang="en-GB" sz="800"/>
            <a:t>Operationalization of CSAT</a:t>
          </a:r>
        </a:p>
      </dgm:t>
    </dgm:pt>
    <dgm:pt modelId="{48843EE6-E83C-5D41-88FA-3D4421974A2C}" type="parTrans" cxnId="{0E1E9962-84CB-4248-8A58-2212C3D4F693}">
      <dgm:prSet/>
      <dgm:spPr/>
    </dgm:pt>
    <dgm:pt modelId="{190BB1B3-95DA-2243-82EF-A64D5027A52B}" type="sibTrans" cxnId="{0E1E9962-84CB-4248-8A58-2212C3D4F693}">
      <dgm:prSet/>
      <dgm:spPr/>
    </dgm:pt>
    <dgm:pt modelId="{25A913F6-1796-44E2-86F5-34ED72C8724E}" type="pres">
      <dgm:prSet presAssocID="{D461267C-AAFC-4A04-B453-10BFCA9E3A78}" presName="theList" presStyleCnt="0">
        <dgm:presLayoutVars>
          <dgm:dir/>
          <dgm:animLvl val="lvl"/>
          <dgm:resizeHandles val="exact"/>
        </dgm:presLayoutVars>
      </dgm:prSet>
      <dgm:spPr/>
    </dgm:pt>
    <dgm:pt modelId="{5DFF7897-A45B-4A05-A53C-480927982C02}" type="pres">
      <dgm:prSet presAssocID="{005C1547-99FD-4E37-88D7-60AB84BCEA6D}" presName="compNode" presStyleCnt="0"/>
      <dgm:spPr/>
    </dgm:pt>
    <dgm:pt modelId="{F71992BA-4E83-4A4A-B9D8-DF5E267C38B0}" type="pres">
      <dgm:prSet presAssocID="{005C1547-99FD-4E37-88D7-60AB84BCEA6D}" presName="noGeometry" presStyleCnt="0"/>
      <dgm:spPr/>
    </dgm:pt>
    <dgm:pt modelId="{B4484374-F97E-4A0D-B524-7BF82DA70716}" type="pres">
      <dgm:prSet presAssocID="{005C1547-99FD-4E37-88D7-60AB84BCEA6D}" presName="childTextVisible" presStyleLbl="bgAccFollowNode1" presStyleIdx="0" presStyleCnt="4">
        <dgm:presLayoutVars>
          <dgm:bulletEnabled val="1"/>
        </dgm:presLayoutVars>
      </dgm:prSet>
      <dgm:spPr/>
    </dgm:pt>
    <dgm:pt modelId="{DAB6A6D2-D462-4E24-8933-19BD0A3B8D8B}" type="pres">
      <dgm:prSet presAssocID="{005C1547-99FD-4E37-88D7-60AB84BCEA6D}" presName="childTextHidden" presStyleLbl="bgAccFollowNode1" presStyleIdx="0" presStyleCnt="4"/>
      <dgm:spPr/>
    </dgm:pt>
    <dgm:pt modelId="{F8992835-E712-4E11-B253-812CDA2F4A9F}" type="pres">
      <dgm:prSet presAssocID="{005C1547-99FD-4E37-88D7-60AB84BCEA6D}" presName="parentText" presStyleLbl="node1" presStyleIdx="0" presStyleCnt="4">
        <dgm:presLayoutVars>
          <dgm:chMax val="1"/>
          <dgm:bulletEnabled val="1"/>
        </dgm:presLayoutVars>
      </dgm:prSet>
      <dgm:spPr/>
    </dgm:pt>
    <dgm:pt modelId="{997B86B2-1CD7-41B6-A03A-04C51334E035}" type="pres">
      <dgm:prSet presAssocID="{005C1547-99FD-4E37-88D7-60AB84BCEA6D}" presName="aSpace" presStyleCnt="0"/>
      <dgm:spPr/>
    </dgm:pt>
    <dgm:pt modelId="{098967BF-8C35-4AD7-9E58-1420868166BE}" type="pres">
      <dgm:prSet presAssocID="{0F507754-2CDB-4CDE-BBA1-7653E69014B8}" presName="compNode" presStyleCnt="0"/>
      <dgm:spPr/>
    </dgm:pt>
    <dgm:pt modelId="{335371D7-0293-4547-9202-4418F89086F6}" type="pres">
      <dgm:prSet presAssocID="{0F507754-2CDB-4CDE-BBA1-7653E69014B8}" presName="noGeometry" presStyleCnt="0"/>
      <dgm:spPr/>
    </dgm:pt>
    <dgm:pt modelId="{0B4B5FA3-4F31-4EF6-8F5D-F62F50985C31}" type="pres">
      <dgm:prSet presAssocID="{0F507754-2CDB-4CDE-BBA1-7653E69014B8}" presName="childTextVisible" presStyleLbl="bgAccFollowNode1" presStyleIdx="1" presStyleCnt="4" custLinFactNeighborX="-279" custLinFactNeighborY="4029">
        <dgm:presLayoutVars>
          <dgm:bulletEnabled val="1"/>
        </dgm:presLayoutVars>
      </dgm:prSet>
      <dgm:spPr/>
    </dgm:pt>
    <dgm:pt modelId="{C3556303-A264-428D-A6C5-86980E0893FA}" type="pres">
      <dgm:prSet presAssocID="{0F507754-2CDB-4CDE-BBA1-7653E69014B8}" presName="childTextHidden" presStyleLbl="bgAccFollowNode1" presStyleIdx="1" presStyleCnt="4"/>
      <dgm:spPr/>
    </dgm:pt>
    <dgm:pt modelId="{87A2D63B-EA13-41CD-A82C-BDD669DBC70C}" type="pres">
      <dgm:prSet presAssocID="{0F507754-2CDB-4CDE-BBA1-7653E69014B8}" presName="parentText" presStyleLbl="node1" presStyleIdx="1" presStyleCnt="4" custLinFactNeighborX="56" custLinFactNeighborY="10185">
        <dgm:presLayoutVars>
          <dgm:chMax val="1"/>
          <dgm:bulletEnabled val="1"/>
        </dgm:presLayoutVars>
      </dgm:prSet>
      <dgm:spPr/>
    </dgm:pt>
    <dgm:pt modelId="{EDA26482-546D-4479-9AEC-EF0EA02C2180}" type="pres">
      <dgm:prSet presAssocID="{0F507754-2CDB-4CDE-BBA1-7653E69014B8}" presName="aSpace" presStyleCnt="0"/>
      <dgm:spPr/>
    </dgm:pt>
    <dgm:pt modelId="{6A90C15B-3C9B-45EF-8C0F-AC5BA2DD0A91}" type="pres">
      <dgm:prSet presAssocID="{BA579838-0413-4577-A182-FF80F5549516}" presName="compNode" presStyleCnt="0"/>
      <dgm:spPr/>
    </dgm:pt>
    <dgm:pt modelId="{66FCE5C4-75CE-4371-AB3F-5FE8C8237DFA}" type="pres">
      <dgm:prSet presAssocID="{BA579838-0413-4577-A182-FF80F5549516}" presName="noGeometry" presStyleCnt="0"/>
      <dgm:spPr/>
    </dgm:pt>
    <dgm:pt modelId="{873A3858-4FA5-47AC-BB0F-F1B6227873BA}" type="pres">
      <dgm:prSet presAssocID="{BA579838-0413-4577-A182-FF80F5549516}" presName="childTextVisible" presStyleLbl="bgAccFollowNode1" presStyleIdx="2" presStyleCnt="4">
        <dgm:presLayoutVars>
          <dgm:bulletEnabled val="1"/>
        </dgm:presLayoutVars>
      </dgm:prSet>
      <dgm:spPr/>
    </dgm:pt>
    <dgm:pt modelId="{DA9BA91C-2ED7-4DEA-A5ED-3FCF26888626}" type="pres">
      <dgm:prSet presAssocID="{BA579838-0413-4577-A182-FF80F5549516}" presName="childTextHidden" presStyleLbl="bgAccFollowNode1" presStyleIdx="2" presStyleCnt="4"/>
      <dgm:spPr/>
    </dgm:pt>
    <dgm:pt modelId="{3EF928B0-AE40-4CCC-9AC8-7F4622232DB9}" type="pres">
      <dgm:prSet presAssocID="{BA579838-0413-4577-A182-FF80F5549516}" presName="parentText" presStyleLbl="node1" presStyleIdx="2" presStyleCnt="4">
        <dgm:presLayoutVars>
          <dgm:chMax val="1"/>
          <dgm:bulletEnabled val="1"/>
        </dgm:presLayoutVars>
      </dgm:prSet>
      <dgm:spPr/>
    </dgm:pt>
    <dgm:pt modelId="{CF32752F-8D14-4662-AF10-704ED0D9AC3C}" type="pres">
      <dgm:prSet presAssocID="{BA579838-0413-4577-A182-FF80F5549516}" presName="aSpace" presStyleCnt="0"/>
      <dgm:spPr/>
    </dgm:pt>
    <dgm:pt modelId="{BF1976E3-97FE-4777-9836-E1C3E8400EF1}" type="pres">
      <dgm:prSet presAssocID="{C0C37D8D-7A82-4A51-A12C-6255606CE6C1}" presName="compNode" presStyleCnt="0"/>
      <dgm:spPr/>
    </dgm:pt>
    <dgm:pt modelId="{FAFA3233-7BB8-49AE-899E-5CA9CCE68CA8}" type="pres">
      <dgm:prSet presAssocID="{C0C37D8D-7A82-4A51-A12C-6255606CE6C1}" presName="noGeometry" presStyleCnt="0"/>
      <dgm:spPr/>
    </dgm:pt>
    <dgm:pt modelId="{29B467BE-B8B3-4454-8337-651F6FA8D458}" type="pres">
      <dgm:prSet presAssocID="{C0C37D8D-7A82-4A51-A12C-6255606CE6C1}" presName="childTextVisible" presStyleLbl="bgAccFollowNode1" presStyleIdx="3" presStyleCnt="4" custLinFactNeighborX="-1319" custLinFactNeighborY="-399">
        <dgm:presLayoutVars>
          <dgm:bulletEnabled val="1"/>
        </dgm:presLayoutVars>
      </dgm:prSet>
      <dgm:spPr/>
    </dgm:pt>
    <dgm:pt modelId="{0435D653-E243-4536-B374-BD2656895D1D}" type="pres">
      <dgm:prSet presAssocID="{C0C37D8D-7A82-4A51-A12C-6255606CE6C1}" presName="childTextHidden" presStyleLbl="bgAccFollowNode1" presStyleIdx="3" presStyleCnt="4"/>
      <dgm:spPr/>
    </dgm:pt>
    <dgm:pt modelId="{008EABF7-B564-4A13-BF4D-CB0AEEC77A91}" type="pres">
      <dgm:prSet presAssocID="{C0C37D8D-7A82-4A51-A12C-6255606CE6C1}" presName="parentText" presStyleLbl="node1" presStyleIdx="3" presStyleCnt="4">
        <dgm:presLayoutVars>
          <dgm:chMax val="1"/>
          <dgm:bulletEnabled val="1"/>
        </dgm:presLayoutVars>
      </dgm:prSet>
      <dgm:spPr/>
    </dgm:pt>
  </dgm:ptLst>
  <dgm:cxnLst>
    <dgm:cxn modelId="{34ED8302-20D2-2D49-9549-A2F038B92381}" srcId="{BA579838-0413-4577-A182-FF80F5549516}" destId="{10A0850B-68DA-AA40-B361-FCE8F850D89D}" srcOrd="1" destOrd="0" parTransId="{4615EF78-B40E-5245-AB55-2033EFB1570E}" sibTransId="{3F7B6CBF-1FA1-C043-AA43-C18858692ACE}"/>
    <dgm:cxn modelId="{22B12A05-BB93-4E70-A57A-4C9E36334E03}" srcId="{C0C37D8D-7A82-4A51-A12C-6255606CE6C1}" destId="{272F54DC-F84F-4C4A-8783-BE36B82FC24B}" srcOrd="0" destOrd="0" parTransId="{555F9769-FBC4-433A-A5A4-68A85A30EBC9}" sibTransId="{AC1A4AA7-2F7B-4899-AA96-60466ADB597F}"/>
    <dgm:cxn modelId="{693E6105-C135-4643-ABDC-3D26BDB9C292}" type="presOf" srcId="{178F46F6-5C38-F243-814B-FA21786EBC44}" destId="{C3556303-A264-428D-A6C5-86980E0893FA}" srcOrd="1" destOrd="1" presId="urn:microsoft.com/office/officeart/2005/8/layout/hProcess6"/>
    <dgm:cxn modelId="{FC145A0E-94E6-4CF1-8D7E-EC75EC3778AA}" type="presOf" srcId="{272F54DC-F84F-4C4A-8783-BE36B82FC24B}" destId="{29B467BE-B8B3-4454-8337-651F6FA8D458}" srcOrd="0" destOrd="0" presId="urn:microsoft.com/office/officeart/2005/8/layout/hProcess6"/>
    <dgm:cxn modelId="{C99B6012-39C3-1B43-B81C-2218AD96650A}" srcId="{0F507754-2CDB-4CDE-BBA1-7653E69014B8}" destId="{1ED6589F-99EC-8C4B-A4CF-D822A76B8B07}" srcOrd="2" destOrd="0" parTransId="{FB464A86-EF8B-CB4B-8E35-12C3C5115268}" sibTransId="{215EBFED-9366-EA45-8548-C8E7A6B4B553}"/>
    <dgm:cxn modelId="{AC786013-98D3-4A8A-B5FD-EDC9C08447EC}" type="presOf" srcId="{DF0F6825-DF12-4F31-96D3-83BA74149B42}" destId="{873A3858-4FA5-47AC-BB0F-F1B6227873BA}" srcOrd="0" destOrd="0" presId="urn:microsoft.com/office/officeart/2005/8/layout/hProcess6"/>
    <dgm:cxn modelId="{B62AE417-1DEE-436B-B222-8364E785BBED}" srcId="{D461267C-AAFC-4A04-B453-10BFCA9E3A78}" destId="{0F507754-2CDB-4CDE-BBA1-7653E69014B8}" srcOrd="1" destOrd="0" parTransId="{1C981ACF-9D2C-47CE-AC21-ABA922DCCCF2}" sibTransId="{9F2FD445-215D-4CCB-A143-77A6D3E7B958}"/>
    <dgm:cxn modelId="{5B19EB20-FF20-4EB5-B211-F3AC9F8C4185}" type="presOf" srcId="{1494AD4D-7CCC-4CA9-ADA8-2698C8A16112}" destId="{DAB6A6D2-D462-4E24-8933-19BD0A3B8D8B}" srcOrd="1" destOrd="0" presId="urn:microsoft.com/office/officeart/2005/8/layout/hProcess6"/>
    <dgm:cxn modelId="{8928FE22-DB6A-4DEA-A4B5-8F4FBB321206}" type="presOf" srcId="{DF0F6825-DF12-4F31-96D3-83BA74149B42}" destId="{DA9BA91C-2ED7-4DEA-A5ED-3FCF26888626}" srcOrd="1" destOrd="0" presId="urn:microsoft.com/office/officeart/2005/8/layout/hProcess6"/>
    <dgm:cxn modelId="{24005126-3CE2-BF4E-B40B-86B5C6A383E8}" type="presOf" srcId="{1ED6589F-99EC-8C4B-A4CF-D822A76B8B07}" destId="{C3556303-A264-428D-A6C5-86980E0893FA}" srcOrd="1" destOrd="2" presId="urn:microsoft.com/office/officeart/2005/8/layout/hProcess6"/>
    <dgm:cxn modelId="{20BAE228-094A-4379-A8CA-27981EE056B3}" type="presOf" srcId="{1494AD4D-7CCC-4CA9-ADA8-2698C8A16112}" destId="{B4484374-F97E-4A0D-B524-7BF82DA70716}" srcOrd="0" destOrd="0" presId="urn:microsoft.com/office/officeart/2005/8/layout/hProcess6"/>
    <dgm:cxn modelId="{0AE7ED3E-70E2-4C26-BB9A-C4777BF3B421}" type="presOf" srcId="{C0C37D8D-7A82-4A51-A12C-6255606CE6C1}" destId="{008EABF7-B564-4A13-BF4D-CB0AEEC77A91}" srcOrd="0" destOrd="0" presId="urn:microsoft.com/office/officeart/2005/8/layout/hProcess6"/>
    <dgm:cxn modelId="{32D40E4C-912A-D54F-B8ED-D0BE529D7B81}" srcId="{BA579838-0413-4577-A182-FF80F5549516}" destId="{6C7EAB55-4CCE-8549-A152-7215D5E5B990}" srcOrd="2" destOrd="0" parTransId="{0D758804-55B8-F04A-90E0-2828544D01F9}" sibTransId="{89B6E358-C5B4-2149-8D96-A29C569246F8}"/>
    <dgm:cxn modelId="{C57A3F54-1A73-0C4E-82EB-9043EDAA92E8}" type="presOf" srcId="{1ED6589F-99EC-8C4B-A4CF-D822A76B8B07}" destId="{0B4B5FA3-4F31-4EF6-8F5D-F62F50985C31}" srcOrd="0" destOrd="2" presId="urn:microsoft.com/office/officeart/2005/8/layout/hProcess6"/>
    <dgm:cxn modelId="{00080E58-5F59-0E4C-8AFE-968C74C0F358}" type="presOf" srcId="{6C7EAB55-4CCE-8549-A152-7215D5E5B990}" destId="{873A3858-4FA5-47AC-BB0F-F1B6227873BA}" srcOrd="0" destOrd="2" presId="urn:microsoft.com/office/officeart/2005/8/layout/hProcess6"/>
    <dgm:cxn modelId="{EB29CA5A-2441-43EA-8D67-F1452377E665}" srcId="{D461267C-AAFC-4A04-B453-10BFCA9E3A78}" destId="{C0C37D8D-7A82-4A51-A12C-6255606CE6C1}" srcOrd="3" destOrd="0" parTransId="{27E89AE2-6449-4ED3-9B96-84B43DA6DD22}" sibTransId="{4AE1ED80-99A1-4A0E-82ED-150A20F3E704}"/>
    <dgm:cxn modelId="{8CE36D5D-E0E9-4D48-ADCF-A509C6506DA0}" type="presOf" srcId="{6C7EAB55-4CCE-8549-A152-7215D5E5B990}" destId="{DA9BA91C-2ED7-4DEA-A5ED-3FCF26888626}" srcOrd="1" destOrd="2" presId="urn:microsoft.com/office/officeart/2005/8/layout/hProcess6"/>
    <dgm:cxn modelId="{AE128A5D-6DAD-4942-A432-AE2176DE3299}" type="presOf" srcId="{BA579838-0413-4577-A182-FF80F5549516}" destId="{3EF928B0-AE40-4CCC-9AC8-7F4622232DB9}" srcOrd="0" destOrd="0" presId="urn:microsoft.com/office/officeart/2005/8/layout/hProcess6"/>
    <dgm:cxn modelId="{4104F160-75E6-C944-9CA9-0C6E789ABC93}" srcId="{005C1547-99FD-4E37-88D7-60AB84BCEA6D}" destId="{AD7AE4FD-9BF1-6445-B2B1-35941F24EFCA}" srcOrd="1" destOrd="0" parTransId="{022EAB90-A141-DE4C-B3CE-302B16B8CF3D}" sibTransId="{C7AD2F19-80C5-DE40-BE51-353E565AF0E3}"/>
    <dgm:cxn modelId="{0E1E9962-84CB-4248-8A58-2212C3D4F693}" srcId="{C0C37D8D-7A82-4A51-A12C-6255606CE6C1}" destId="{8F4ED99A-AA27-6149-B051-BAE34B6DA0DD}" srcOrd="1" destOrd="0" parTransId="{48843EE6-E83C-5D41-88FA-3D4421974A2C}" sibTransId="{190BB1B3-95DA-2243-82EF-A64D5027A52B}"/>
    <dgm:cxn modelId="{D520996E-EF13-4B0F-90A5-D997BD495F5F}" type="presOf" srcId="{D461267C-AAFC-4A04-B453-10BFCA9E3A78}" destId="{25A913F6-1796-44E2-86F5-34ED72C8724E}" srcOrd="0" destOrd="0" presId="urn:microsoft.com/office/officeart/2005/8/layout/hProcess6"/>
    <dgm:cxn modelId="{0C03446F-5013-1342-9ED6-6ACF4EB43043}" type="presOf" srcId="{AD7AE4FD-9BF1-6445-B2B1-35941F24EFCA}" destId="{B4484374-F97E-4A0D-B524-7BF82DA70716}" srcOrd="0" destOrd="1" presId="urn:microsoft.com/office/officeart/2005/8/layout/hProcess6"/>
    <dgm:cxn modelId="{6D977E75-082F-4554-9020-6EA074C4CF26}" srcId="{D461267C-AAFC-4A04-B453-10BFCA9E3A78}" destId="{005C1547-99FD-4E37-88D7-60AB84BCEA6D}" srcOrd="0" destOrd="0" parTransId="{8577BE6F-5409-4966-9139-BBE73303EBA0}" sibTransId="{A77B7760-54F6-479F-9408-ABD07241A059}"/>
    <dgm:cxn modelId="{67526378-1EF9-47B3-8A8C-25B9AAA8767E}" type="presOf" srcId="{005C1547-99FD-4E37-88D7-60AB84BCEA6D}" destId="{F8992835-E712-4E11-B253-812CDA2F4A9F}" srcOrd="0" destOrd="0" presId="urn:microsoft.com/office/officeart/2005/8/layout/hProcess6"/>
    <dgm:cxn modelId="{17E49281-37CD-4195-8B67-5FFEE9F42DA2}" type="presOf" srcId="{272F54DC-F84F-4C4A-8783-BE36B82FC24B}" destId="{0435D653-E243-4536-B374-BD2656895D1D}" srcOrd="1" destOrd="0" presId="urn:microsoft.com/office/officeart/2005/8/layout/hProcess6"/>
    <dgm:cxn modelId="{93678283-A5C0-7342-93DE-6C6CD6E685F6}" type="presOf" srcId="{10A0850B-68DA-AA40-B361-FCE8F850D89D}" destId="{873A3858-4FA5-47AC-BB0F-F1B6227873BA}" srcOrd="0" destOrd="1" presId="urn:microsoft.com/office/officeart/2005/8/layout/hProcess6"/>
    <dgm:cxn modelId="{6206E084-759C-48AC-97D6-94B9F8B2C734}" srcId="{005C1547-99FD-4E37-88D7-60AB84BCEA6D}" destId="{1494AD4D-7CCC-4CA9-ADA8-2698C8A16112}" srcOrd="0" destOrd="0" parTransId="{6770035E-5DE2-4322-A291-F3A3C2427FA3}" sibTransId="{14BB6BD3-FFBF-4B27-BD90-BE7D17FD0970}"/>
    <dgm:cxn modelId="{70F38291-C5AE-A940-B5FE-11C5194EBC49}" type="presOf" srcId="{6F371B0F-E39B-BB4A-A9F0-8431B444D1E0}" destId="{0B4B5FA3-4F31-4EF6-8F5D-F62F50985C31}" srcOrd="0" destOrd="0" presId="urn:microsoft.com/office/officeart/2005/8/layout/hProcess6"/>
    <dgm:cxn modelId="{246F8A91-6534-0940-A617-B752A271F2E2}" srcId="{0F507754-2CDB-4CDE-BBA1-7653E69014B8}" destId="{6F371B0F-E39B-BB4A-A9F0-8431B444D1E0}" srcOrd="0" destOrd="0" parTransId="{EEBCB173-EAA7-C241-AA88-E8F63D803841}" sibTransId="{EE1E0C2D-01DD-A547-BA5B-6FFD569B10DD}"/>
    <dgm:cxn modelId="{B79392B2-5FDB-2B41-82E3-86DAA5BA436F}" srcId="{0F507754-2CDB-4CDE-BBA1-7653E69014B8}" destId="{178F46F6-5C38-F243-814B-FA21786EBC44}" srcOrd="1" destOrd="0" parTransId="{4CA73B76-33B4-D145-8199-9240F8A2A530}" sibTransId="{2A989AF5-BB02-2444-9C21-B304193898C4}"/>
    <dgm:cxn modelId="{069426C0-CCE6-B844-B130-A759445D28BC}" type="presOf" srcId="{6F371B0F-E39B-BB4A-A9F0-8431B444D1E0}" destId="{C3556303-A264-428D-A6C5-86980E0893FA}" srcOrd="1" destOrd="0" presId="urn:microsoft.com/office/officeart/2005/8/layout/hProcess6"/>
    <dgm:cxn modelId="{554102C3-D97D-E945-8DD3-263C6126060F}" type="presOf" srcId="{AD7AE4FD-9BF1-6445-B2B1-35941F24EFCA}" destId="{DAB6A6D2-D462-4E24-8933-19BD0A3B8D8B}" srcOrd="1" destOrd="1" presId="urn:microsoft.com/office/officeart/2005/8/layout/hProcess6"/>
    <dgm:cxn modelId="{D96C19CA-F964-41E7-80E7-EE40AC4C6169}" type="presOf" srcId="{0F507754-2CDB-4CDE-BBA1-7653E69014B8}" destId="{87A2D63B-EA13-41CD-A82C-BDD669DBC70C}" srcOrd="0" destOrd="0" presId="urn:microsoft.com/office/officeart/2005/8/layout/hProcess6"/>
    <dgm:cxn modelId="{6BFACACE-A564-4258-A7FD-4CD64DB1EB9C}" srcId="{BA579838-0413-4577-A182-FF80F5549516}" destId="{DF0F6825-DF12-4F31-96D3-83BA74149B42}" srcOrd="0" destOrd="0" parTransId="{8266A661-00CD-443D-8398-00EC28E3CC3D}" sibTransId="{27448AA4-5B90-4F3E-BCC1-1655A601717A}"/>
    <dgm:cxn modelId="{98EB00D6-A20F-144C-A090-87625D9A2305}" type="presOf" srcId="{10A0850B-68DA-AA40-B361-FCE8F850D89D}" destId="{DA9BA91C-2ED7-4DEA-A5ED-3FCF26888626}" srcOrd="1" destOrd="1" presId="urn:microsoft.com/office/officeart/2005/8/layout/hProcess6"/>
    <dgm:cxn modelId="{B16355DA-D8DE-674D-AA22-3CE6B5884B3B}" type="presOf" srcId="{8F4ED99A-AA27-6149-B051-BAE34B6DA0DD}" destId="{0435D653-E243-4536-B374-BD2656895D1D}" srcOrd="1" destOrd="1" presId="urn:microsoft.com/office/officeart/2005/8/layout/hProcess6"/>
    <dgm:cxn modelId="{AFD36DE8-688F-7F48-A356-71FDDE4874FA}" type="presOf" srcId="{178F46F6-5C38-F243-814B-FA21786EBC44}" destId="{0B4B5FA3-4F31-4EF6-8F5D-F62F50985C31}" srcOrd="0" destOrd="1" presId="urn:microsoft.com/office/officeart/2005/8/layout/hProcess6"/>
    <dgm:cxn modelId="{997BE6E8-4E85-A34B-86E8-2768F5D6D9B7}" type="presOf" srcId="{8F4ED99A-AA27-6149-B051-BAE34B6DA0DD}" destId="{29B467BE-B8B3-4454-8337-651F6FA8D458}" srcOrd="0" destOrd="1" presId="urn:microsoft.com/office/officeart/2005/8/layout/hProcess6"/>
    <dgm:cxn modelId="{88DBA1FB-F303-4DBC-92F1-ECC4A1A4B31E}" srcId="{D461267C-AAFC-4A04-B453-10BFCA9E3A78}" destId="{BA579838-0413-4577-A182-FF80F5549516}" srcOrd="2" destOrd="0" parTransId="{F1BDB688-CCC1-4564-A38C-F5FDAA22CB13}" sibTransId="{2279A675-23DF-4502-B2FB-27B479AC59E8}"/>
    <dgm:cxn modelId="{5946533C-3B68-474C-AC17-1A72E402AD30}" type="presParOf" srcId="{25A913F6-1796-44E2-86F5-34ED72C8724E}" destId="{5DFF7897-A45B-4A05-A53C-480927982C02}" srcOrd="0" destOrd="0" presId="urn:microsoft.com/office/officeart/2005/8/layout/hProcess6"/>
    <dgm:cxn modelId="{CE28000F-C72D-4AB5-93DC-5D957253C9E4}" type="presParOf" srcId="{5DFF7897-A45B-4A05-A53C-480927982C02}" destId="{F71992BA-4E83-4A4A-B9D8-DF5E267C38B0}" srcOrd="0" destOrd="0" presId="urn:microsoft.com/office/officeart/2005/8/layout/hProcess6"/>
    <dgm:cxn modelId="{52293604-9E44-4F37-A11D-2E9DB9C600EE}" type="presParOf" srcId="{5DFF7897-A45B-4A05-A53C-480927982C02}" destId="{B4484374-F97E-4A0D-B524-7BF82DA70716}" srcOrd="1" destOrd="0" presId="urn:microsoft.com/office/officeart/2005/8/layout/hProcess6"/>
    <dgm:cxn modelId="{31BF1EDB-5E77-423E-BB0C-E550B76C792D}" type="presParOf" srcId="{5DFF7897-A45B-4A05-A53C-480927982C02}" destId="{DAB6A6D2-D462-4E24-8933-19BD0A3B8D8B}" srcOrd="2" destOrd="0" presId="urn:microsoft.com/office/officeart/2005/8/layout/hProcess6"/>
    <dgm:cxn modelId="{A9799F92-2FE9-4523-AA80-641E60421B3E}" type="presParOf" srcId="{5DFF7897-A45B-4A05-A53C-480927982C02}" destId="{F8992835-E712-4E11-B253-812CDA2F4A9F}" srcOrd="3" destOrd="0" presId="urn:microsoft.com/office/officeart/2005/8/layout/hProcess6"/>
    <dgm:cxn modelId="{2B2C9DBB-0966-4428-9AF7-531A4FEBC69A}" type="presParOf" srcId="{25A913F6-1796-44E2-86F5-34ED72C8724E}" destId="{997B86B2-1CD7-41B6-A03A-04C51334E035}" srcOrd="1" destOrd="0" presId="urn:microsoft.com/office/officeart/2005/8/layout/hProcess6"/>
    <dgm:cxn modelId="{9B33E69F-0F55-4847-8A9B-6EDA5A881FA1}" type="presParOf" srcId="{25A913F6-1796-44E2-86F5-34ED72C8724E}" destId="{098967BF-8C35-4AD7-9E58-1420868166BE}" srcOrd="2" destOrd="0" presId="urn:microsoft.com/office/officeart/2005/8/layout/hProcess6"/>
    <dgm:cxn modelId="{4F086EF7-7DEC-4D7F-B556-02CAECAAA6B4}" type="presParOf" srcId="{098967BF-8C35-4AD7-9E58-1420868166BE}" destId="{335371D7-0293-4547-9202-4418F89086F6}" srcOrd="0" destOrd="0" presId="urn:microsoft.com/office/officeart/2005/8/layout/hProcess6"/>
    <dgm:cxn modelId="{6CEBF3E3-E7BB-4445-883A-67196EEF7FB1}" type="presParOf" srcId="{098967BF-8C35-4AD7-9E58-1420868166BE}" destId="{0B4B5FA3-4F31-4EF6-8F5D-F62F50985C31}" srcOrd="1" destOrd="0" presId="urn:microsoft.com/office/officeart/2005/8/layout/hProcess6"/>
    <dgm:cxn modelId="{0FA89AD9-3B3E-4DAB-9AC7-90B1C86E95C3}" type="presParOf" srcId="{098967BF-8C35-4AD7-9E58-1420868166BE}" destId="{C3556303-A264-428D-A6C5-86980E0893FA}" srcOrd="2" destOrd="0" presId="urn:microsoft.com/office/officeart/2005/8/layout/hProcess6"/>
    <dgm:cxn modelId="{7AF2A5B6-D508-427F-B2BB-4F56E5E26C29}" type="presParOf" srcId="{098967BF-8C35-4AD7-9E58-1420868166BE}" destId="{87A2D63B-EA13-41CD-A82C-BDD669DBC70C}" srcOrd="3" destOrd="0" presId="urn:microsoft.com/office/officeart/2005/8/layout/hProcess6"/>
    <dgm:cxn modelId="{2A75041B-CEAD-4CBA-8C0D-46285C3F9D99}" type="presParOf" srcId="{25A913F6-1796-44E2-86F5-34ED72C8724E}" destId="{EDA26482-546D-4479-9AEC-EF0EA02C2180}" srcOrd="3" destOrd="0" presId="urn:microsoft.com/office/officeart/2005/8/layout/hProcess6"/>
    <dgm:cxn modelId="{F24C6CFA-56DE-44D1-9F98-CE4757579460}" type="presParOf" srcId="{25A913F6-1796-44E2-86F5-34ED72C8724E}" destId="{6A90C15B-3C9B-45EF-8C0F-AC5BA2DD0A91}" srcOrd="4" destOrd="0" presId="urn:microsoft.com/office/officeart/2005/8/layout/hProcess6"/>
    <dgm:cxn modelId="{9C8B670B-4280-4198-B9F3-6A9572BF6E2C}" type="presParOf" srcId="{6A90C15B-3C9B-45EF-8C0F-AC5BA2DD0A91}" destId="{66FCE5C4-75CE-4371-AB3F-5FE8C8237DFA}" srcOrd="0" destOrd="0" presId="urn:microsoft.com/office/officeart/2005/8/layout/hProcess6"/>
    <dgm:cxn modelId="{412D9038-43CD-4BBF-9702-91465CE7C96B}" type="presParOf" srcId="{6A90C15B-3C9B-45EF-8C0F-AC5BA2DD0A91}" destId="{873A3858-4FA5-47AC-BB0F-F1B6227873BA}" srcOrd="1" destOrd="0" presId="urn:microsoft.com/office/officeart/2005/8/layout/hProcess6"/>
    <dgm:cxn modelId="{B357AFB0-E6BF-485B-85E3-C8F869C55380}" type="presParOf" srcId="{6A90C15B-3C9B-45EF-8C0F-AC5BA2DD0A91}" destId="{DA9BA91C-2ED7-4DEA-A5ED-3FCF26888626}" srcOrd="2" destOrd="0" presId="urn:microsoft.com/office/officeart/2005/8/layout/hProcess6"/>
    <dgm:cxn modelId="{C2F71E56-73FC-4AB4-A91B-13498978A339}" type="presParOf" srcId="{6A90C15B-3C9B-45EF-8C0F-AC5BA2DD0A91}" destId="{3EF928B0-AE40-4CCC-9AC8-7F4622232DB9}" srcOrd="3" destOrd="0" presId="urn:microsoft.com/office/officeart/2005/8/layout/hProcess6"/>
    <dgm:cxn modelId="{BAFD7876-673D-4446-BA62-3A14F3E7E62D}" type="presParOf" srcId="{25A913F6-1796-44E2-86F5-34ED72C8724E}" destId="{CF32752F-8D14-4662-AF10-704ED0D9AC3C}" srcOrd="5" destOrd="0" presId="urn:microsoft.com/office/officeart/2005/8/layout/hProcess6"/>
    <dgm:cxn modelId="{CBD8F9EC-4046-47CE-9622-8481C9335E7E}" type="presParOf" srcId="{25A913F6-1796-44E2-86F5-34ED72C8724E}" destId="{BF1976E3-97FE-4777-9836-E1C3E8400EF1}" srcOrd="6" destOrd="0" presId="urn:microsoft.com/office/officeart/2005/8/layout/hProcess6"/>
    <dgm:cxn modelId="{6EAFC9F1-0121-48B3-8D12-B7DF025F1EE0}" type="presParOf" srcId="{BF1976E3-97FE-4777-9836-E1C3E8400EF1}" destId="{FAFA3233-7BB8-49AE-899E-5CA9CCE68CA8}" srcOrd="0" destOrd="0" presId="urn:microsoft.com/office/officeart/2005/8/layout/hProcess6"/>
    <dgm:cxn modelId="{E795F981-D370-4363-834E-7D9A38490D8E}" type="presParOf" srcId="{BF1976E3-97FE-4777-9836-E1C3E8400EF1}" destId="{29B467BE-B8B3-4454-8337-651F6FA8D458}" srcOrd="1" destOrd="0" presId="urn:microsoft.com/office/officeart/2005/8/layout/hProcess6"/>
    <dgm:cxn modelId="{6CDDBB5A-12A5-4206-90F0-8F0401DAE719}" type="presParOf" srcId="{BF1976E3-97FE-4777-9836-E1C3E8400EF1}" destId="{0435D653-E243-4536-B374-BD2656895D1D}" srcOrd="2" destOrd="0" presId="urn:microsoft.com/office/officeart/2005/8/layout/hProcess6"/>
    <dgm:cxn modelId="{6366A2F8-E430-42A7-9AA9-4C04737F3F7F}" type="presParOf" srcId="{BF1976E3-97FE-4777-9836-E1C3E8400EF1}" destId="{008EABF7-B564-4A13-BF4D-CB0AEEC77A91}" srcOrd="3" destOrd="0" presId="urn:microsoft.com/office/officeart/2005/8/layout/hProcess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461267C-AAFC-4A04-B453-10BFCA9E3A78}" type="doc">
      <dgm:prSet loTypeId="urn:microsoft.com/office/officeart/2005/8/layout/hProcess6" loCatId="process" qsTypeId="urn:microsoft.com/office/officeart/2005/8/quickstyle/simple1" qsCatId="simple" csTypeId="urn:microsoft.com/office/officeart/2005/8/colors/accent1_2" csCatId="accent1" phldr="1"/>
      <dgm:spPr/>
      <dgm:t>
        <a:bodyPr/>
        <a:lstStyle/>
        <a:p>
          <a:endParaRPr lang="en-GB"/>
        </a:p>
      </dgm:t>
    </dgm:pt>
    <dgm:pt modelId="{005C1547-99FD-4E37-88D7-60AB84BCEA6D}">
      <dgm:prSet phldrT="[Text]"/>
      <dgm:spPr>
        <a:solidFill>
          <a:schemeClr val="bg2">
            <a:lumMod val="50000"/>
          </a:schemeClr>
        </a:solidFill>
      </dgm:spPr>
      <dgm:t>
        <a:bodyPr/>
        <a:lstStyle/>
        <a:p>
          <a:pPr rtl="0"/>
          <a:r>
            <a:rPr lang="en-GB"/>
            <a:t>1</a:t>
          </a:r>
          <a:r>
            <a:rPr lang="en-GB" baseline="30000"/>
            <a:t>st</a:t>
          </a:r>
          <a:r>
            <a:rPr lang="en-GB"/>
            <a:t> </a:t>
          </a:r>
          <a:r>
            <a:rPr lang="en-GB" sz="1800">
              <a:latin typeface="Arial"/>
            </a:rPr>
            <a:t>Qtr</a:t>
          </a:r>
        </a:p>
      </dgm:t>
    </dgm:pt>
    <dgm:pt modelId="{8577BE6F-5409-4966-9139-BBE73303EBA0}" type="parTrans" cxnId="{6D977E75-082F-4554-9020-6EA074C4CF26}">
      <dgm:prSet/>
      <dgm:spPr/>
      <dgm:t>
        <a:bodyPr/>
        <a:lstStyle/>
        <a:p>
          <a:endParaRPr lang="en-GB"/>
        </a:p>
      </dgm:t>
    </dgm:pt>
    <dgm:pt modelId="{A77B7760-54F6-479F-9408-ABD07241A059}" type="sibTrans" cxnId="{6D977E75-082F-4554-9020-6EA074C4CF26}">
      <dgm:prSet/>
      <dgm:spPr/>
      <dgm:t>
        <a:bodyPr/>
        <a:lstStyle/>
        <a:p>
          <a:endParaRPr lang="en-GB"/>
        </a:p>
      </dgm:t>
    </dgm:pt>
    <dgm:pt modelId="{0F507754-2CDB-4CDE-BBA1-7653E69014B8}">
      <dgm:prSet phldrT="[Text]"/>
      <dgm:spPr>
        <a:solidFill>
          <a:schemeClr val="bg2">
            <a:lumMod val="50000"/>
          </a:schemeClr>
        </a:solidFill>
      </dgm:spPr>
      <dgm:t>
        <a:bodyPr/>
        <a:lstStyle/>
        <a:p>
          <a:r>
            <a:rPr lang="en-GB"/>
            <a:t>2</a:t>
          </a:r>
          <a:r>
            <a:rPr lang="en-GB" baseline="30000"/>
            <a:t>nd</a:t>
          </a:r>
          <a:r>
            <a:rPr lang="en-GB"/>
            <a:t> </a:t>
          </a:r>
          <a:r>
            <a:rPr lang="en-GB" err="1"/>
            <a:t>Qtr</a:t>
          </a:r>
          <a:endParaRPr lang="en-GB"/>
        </a:p>
      </dgm:t>
    </dgm:pt>
    <dgm:pt modelId="{1C981ACF-9D2C-47CE-AC21-ABA922DCCCF2}" type="parTrans" cxnId="{B62AE417-1DEE-436B-B222-8364E785BBED}">
      <dgm:prSet/>
      <dgm:spPr/>
      <dgm:t>
        <a:bodyPr/>
        <a:lstStyle/>
        <a:p>
          <a:endParaRPr lang="en-GB"/>
        </a:p>
      </dgm:t>
    </dgm:pt>
    <dgm:pt modelId="{9F2FD445-215D-4CCB-A143-77A6D3E7B958}" type="sibTrans" cxnId="{B62AE417-1DEE-436B-B222-8364E785BBED}">
      <dgm:prSet/>
      <dgm:spPr/>
      <dgm:t>
        <a:bodyPr/>
        <a:lstStyle/>
        <a:p>
          <a:endParaRPr lang="en-GB"/>
        </a:p>
      </dgm:t>
    </dgm:pt>
    <dgm:pt modelId="{BA579838-0413-4577-A182-FF80F5549516}">
      <dgm:prSet phldrT="[Text]"/>
      <dgm:spPr>
        <a:solidFill>
          <a:schemeClr val="bg2">
            <a:lumMod val="50000"/>
          </a:schemeClr>
        </a:solidFill>
      </dgm:spPr>
      <dgm:t>
        <a:bodyPr/>
        <a:lstStyle/>
        <a:p>
          <a:r>
            <a:rPr lang="en-GB"/>
            <a:t>3</a:t>
          </a:r>
          <a:r>
            <a:rPr lang="en-GB" baseline="30000"/>
            <a:t>rd</a:t>
          </a:r>
          <a:r>
            <a:rPr lang="en-GB"/>
            <a:t> </a:t>
          </a:r>
          <a:r>
            <a:rPr lang="en-GB" err="1"/>
            <a:t>Qtr</a:t>
          </a:r>
          <a:endParaRPr lang="en-GB"/>
        </a:p>
      </dgm:t>
    </dgm:pt>
    <dgm:pt modelId="{F1BDB688-CCC1-4564-A38C-F5FDAA22CB13}" type="parTrans" cxnId="{88DBA1FB-F303-4DBC-92F1-ECC4A1A4B31E}">
      <dgm:prSet/>
      <dgm:spPr/>
      <dgm:t>
        <a:bodyPr/>
        <a:lstStyle/>
        <a:p>
          <a:endParaRPr lang="en-GB"/>
        </a:p>
      </dgm:t>
    </dgm:pt>
    <dgm:pt modelId="{2279A675-23DF-4502-B2FB-27B479AC59E8}" type="sibTrans" cxnId="{88DBA1FB-F303-4DBC-92F1-ECC4A1A4B31E}">
      <dgm:prSet/>
      <dgm:spPr/>
      <dgm:t>
        <a:bodyPr/>
        <a:lstStyle/>
        <a:p>
          <a:endParaRPr lang="en-GB"/>
        </a:p>
      </dgm:t>
    </dgm:pt>
    <dgm:pt modelId="{C0C37D8D-7A82-4A51-A12C-6255606CE6C1}">
      <dgm:prSet phldrT="[Text]"/>
      <dgm:spPr>
        <a:solidFill>
          <a:schemeClr val="bg2">
            <a:lumMod val="50000"/>
          </a:schemeClr>
        </a:solidFill>
      </dgm:spPr>
      <dgm:t>
        <a:bodyPr/>
        <a:lstStyle/>
        <a:p>
          <a:r>
            <a:rPr lang="en-GB"/>
            <a:t>4</a:t>
          </a:r>
          <a:r>
            <a:rPr lang="en-GB" baseline="30000"/>
            <a:t>th</a:t>
          </a:r>
          <a:r>
            <a:rPr lang="en-GB"/>
            <a:t> </a:t>
          </a:r>
          <a:r>
            <a:rPr lang="en-GB" err="1"/>
            <a:t>Qtr</a:t>
          </a:r>
          <a:endParaRPr lang="en-GB"/>
        </a:p>
      </dgm:t>
    </dgm:pt>
    <dgm:pt modelId="{27E89AE2-6449-4ED3-9B96-84B43DA6DD22}" type="parTrans" cxnId="{EB29CA5A-2441-43EA-8D67-F1452377E665}">
      <dgm:prSet/>
      <dgm:spPr/>
      <dgm:t>
        <a:bodyPr/>
        <a:lstStyle/>
        <a:p>
          <a:endParaRPr lang="en-GB"/>
        </a:p>
      </dgm:t>
    </dgm:pt>
    <dgm:pt modelId="{4AE1ED80-99A1-4A0E-82ED-150A20F3E704}" type="sibTrans" cxnId="{EB29CA5A-2441-43EA-8D67-F1452377E665}">
      <dgm:prSet/>
      <dgm:spPr/>
      <dgm:t>
        <a:bodyPr/>
        <a:lstStyle/>
        <a:p>
          <a:endParaRPr lang="en-GB"/>
        </a:p>
      </dgm:t>
    </dgm:pt>
    <dgm:pt modelId="{272F54DC-F84F-4C4A-8783-BE36B82FC24B}">
      <dgm:prSet phldrT="[Text]" custT="1"/>
      <dgm:spPr>
        <a:solidFill>
          <a:schemeClr val="accent6">
            <a:lumMod val="20000"/>
            <a:lumOff val="80000"/>
          </a:schemeClr>
        </a:solidFill>
        <a:ln>
          <a:noFill/>
        </a:ln>
      </dgm:spPr>
      <dgm:t>
        <a:bodyPr/>
        <a:lstStyle/>
        <a:p>
          <a:endParaRPr lang="en-GB" sz="800"/>
        </a:p>
      </dgm:t>
    </dgm:pt>
    <dgm:pt modelId="{555F9769-FBC4-433A-A5A4-68A85A30EBC9}" type="parTrans" cxnId="{22B12A05-BB93-4E70-A57A-4C9E36334E03}">
      <dgm:prSet/>
      <dgm:spPr/>
      <dgm:t>
        <a:bodyPr/>
        <a:lstStyle/>
        <a:p>
          <a:endParaRPr lang="en-GB"/>
        </a:p>
      </dgm:t>
    </dgm:pt>
    <dgm:pt modelId="{AC1A4AA7-2F7B-4899-AA96-60466ADB597F}" type="sibTrans" cxnId="{22B12A05-BB93-4E70-A57A-4C9E36334E03}">
      <dgm:prSet/>
      <dgm:spPr/>
      <dgm:t>
        <a:bodyPr/>
        <a:lstStyle/>
        <a:p>
          <a:endParaRPr lang="en-GB"/>
        </a:p>
      </dgm:t>
    </dgm:pt>
    <dgm:pt modelId="{BCE021E0-50A1-4FBA-8747-3D59FE804B9F}">
      <dgm:prSet phldrT="[Text]" custT="1"/>
      <dgm:spPr>
        <a:solidFill>
          <a:schemeClr val="accent6">
            <a:lumMod val="20000"/>
            <a:lumOff val="80000"/>
          </a:schemeClr>
        </a:solidFill>
        <a:ln>
          <a:noFill/>
        </a:ln>
      </dgm:spPr>
      <dgm:t>
        <a:bodyPr/>
        <a:lstStyle/>
        <a:p>
          <a:pPr>
            <a:buFont typeface="Arial" panose="020B0604020202020204" pitchFamily="34" charset="0"/>
            <a:buChar char="•"/>
          </a:pPr>
          <a:r>
            <a:rPr lang="en-GB" sz="800"/>
            <a:t>Finalize FY27 Budget </a:t>
          </a:r>
          <a:r>
            <a:rPr lang="en-US" sz="800"/>
            <a:t>Strategic objective 1</a:t>
          </a:r>
          <a:endParaRPr lang="en-GB" sz="800"/>
        </a:p>
      </dgm:t>
    </dgm:pt>
    <dgm:pt modelId="{67DA1074-E633-4BC4-B456-B46B3F2AAE7D}" type="parTrans" cxnId="{D5AB3D0A-5D6C-48A3-BF04-35C3097096C1}">
      <dgm:prSet/>
      <dgm:spPr/>
      <dgm:t>
        <a:bodyPr/>
        <a:lstStyle/>
        <a:p>
          <a:endParaRPr lang="en-GB"/>
        </a:p>
      </dgm:t>
    </dgm:pt>
    <dgm:pt modelId="{CA24B249-CB4E-492A-8AEF-38B140626E85}" type="sibTrans" cxnId="{D5AB3D0A-5D6C-48A3-BF04-35C3097096C1}">
      <dgm:prSet/>
      <dgm:spPr/>
      <dgm:t>
        <a:bodyPr/>
        <a:lstStyle/>
        <a:p>
          <a:endParaRPr lang="en-GB"/>
        </a:p>
      </dgm:t>
    </dgm:pt>
    <dgm:pt modelId="{DF0F6825-DF12-4F31-96D3-83BA74149B42}">
      <dgm:prSet phldrT="[Text]" phldr="0" custT="1"/>
      <dgm:spPr>
        <a:solidFill>
          <a:schemeClr val="accent6">
            <a:lumMod val="20000"/>
            <a:lumOff val="80000"/>
          </a:schemeClr>
        </a:solidFill>
        <a:ln>
          <a:noFill/>
        </a:ln>
      </dgm:spPr>
      <dgm:t>
        <a:bodyPr/>
        <a:lstStyle/>
        <a:p>
          <a:pPr rtl="0"/>
          <a:r>
            <a:rPr lang="en-GB" sz="800">
              <a:latin typeface="Arial"/>
            </a:rPr>
            <a:t> Apt Cloud Evolution</a:t>
          </a:r>
          <a:endParaRPr lang="en-GB" sz="800"/>
        </a:p>
      </dgm:t>
    </dgm:pt>
    <dgm:pt modelId="{8266A661-00CD-443D-8398-00EC28E3CC3D}" type="parTrans" cxnId="{6BFACACE-A564-4258-A7FD-4CD64DB1EB9C}">
      <dgm:prSet/>
      <dgm:spPr/>
      <dgm:t>
        <a:bodyPr/>
        <a:lstStyle/>
        <a:p>
          <a:endParaRPr lang="en-US"/>
        </a:p>
      </dgm:t>
    </dgm:pt>
    <dgm:pt modelId="{27448AA4-5B90-4F3E-BCC1-1655A601717A}" type="sibTrans" cxnId="{6BFACACE-A564-4258-A7FD-4CD64DB1EB9C}">
      <dgm:prSet/>
      <dgm:spPr/>
      <dgm:t>
        <a:bodyPr/>
        <a:lstStyle/>
        <a:p>
          <a:endParaRPr lang="en-US"/>
        </a:p>
      </dgm:t>
    </dgm:pt>
    <dgm:pt modelId="{2921B3FD-1F92-4EB6-B0D5-6887B555B02C}">
      <dgm:prSet phldrT="[Text]" custT="1"/>
      <dgm:spPr>
        <a:solidFill>
          <a:schemeClr val="accent6">
            <a:lumMod val="20000"/>
            <a:lumOff val="80000"/>
          </a:schemeClr>
        </a:solidFill>
        <a:ln>
          <a:noFill/>
        </a:ln>
      </dgm:spPr>
      <dgm:t>
        <a:bodyPr/>
        <a:lstStyle/>
        <a:p>
          <a:pPr>
            <a:buFont typeface="Arial" panose="020B0604020202020204" pitchFamily="34" charset="0"/>
            <a:buChar char="•"/>
          </a:pPr>
          <a:endParaRPr lang="en-GB" sz="800"/>
        </a:p>
      </dgm:t>
    </dgm:pt>
    <dgm:pt modelId="{A97E0A1F-74E7-43FC-BEAD-3105E1E94608}" type="parTrans" cxnId="{6809C865-DFF4-43C3-A00C-BA18E6DCA2AB}">
      <dgm:prSet/>
      <dgm:spPr/>
      <dgm:t>
        <a:bodyPr/>
        <a:lstStyle/>
        <a:p>
          <a:endParaRPr lang="en-US"/>
        </a:p>
      </dgm:t>
    </dgm:pt>
    <dgm:pt modelId="{A872CE98-CDDA-4CA0-BBA3-F10DC8C8EF89}" type="sibTrans" cxnId="{6809C865-DFF4-43C3-A00C-BA18E6DCA2AB}">
      <dgm:prSet/>
      <dgm:spPr/>
      <dgm:t>
        <a:bodyPr/>
        <a:lstStyle/>
        <a:p>
          <a:endParaRPr lang="en-US"/>
        </a:p>
      </dgm:t>
    </dgm:pt>
    <dgm:pt modelId="{B55FD80A-C153-454F-8334-6B63D381B31D}">
      <dgm:prSet custT="1"/>
      <dgm:spPr>
        <a:solidFill>
          <a:schemeClr val="accent6">
            <a:lumMod val="20000"/>
            <a:lumOff val="80000"/>
          </a:schemeClr>
        </a:solidFill>
        <a:ln>
          <a:noFill/>
        </a:ln>
      </dgm:spPr>
      <dgm:t>
        <a:bodyPr/>
        <a:lstStyle/>
        <a:p>
          <a:pPr rtl="0"/>
          <a:r>
            <a:rPr lang="en-GB" sz="800">
              <a:latin typeface="Arial"/>
            </a:rPr>
            <a:t> Apt Cloud Launch</a:t>
          </a:r>
        </a:p>
      </dgm:t>
    </dgm:pt>
    <dgm:pt modelId="{ED6C3C42-E48C-8F4F-AB02-12FADB18D5DD}" type="parTrans" cxnId="{C8A690EE-EA89-FB4C-AB9D-CD1DED382BE9}">
      <dgm:prSet/>
      <dgm:spPr/>
      <dgm:t>
        <a:bodyPr/>
        <a:lstStyle/>
        <a:p>
          <a:endParaRPr lang="en-US"/>
        </a:p>
      </dgm:t>
    </dgm:pt>
    <dgm:pt modelId="{B02D5179-690C-B046-AC42-D1FD90B636F3}" type="sibTrans" cxnId="{C8A690EE-EA89-FB4C-AB9D-CD1DED382BE9}">
      <dgm:prSet/>
      <dgm:spPr/>
      <dgm:t>
        <a:bodyPr/>
        <a:lstStyle/>
        <a:p>
          <a:endParaRPr lang="en-US"/>
        </a:p>
      </dgm:t>
    </dgm:pt>
    <dgm:pt modelId="{D6B2E01B-0CFB-5C40-9EDF-47488218F3D8}">
      <dgm:prSet phldrT="[Text]" custT="1"/>
      <dgm:spPr>
        <a:solidFill>
          <a:schemeClr val="accent6">
            <a:lumMod val="20000"/>
            <a:lumOff val="80000"/>
          </a:schemeClr>
        </a:solidFill>
        <a:ln>
          <a:noFill/>
        </a:ln>
      </dgm:spPr>
      <dgm:t>
        <a:bodyPr/>
        <a:lstStyle/>
        <a:p>
          <a:pPr rtl="0"/>
          <a:r>
            <a:rPr lang="en-US" sz="800">
              <a:latin typeface="Arial"/>
            </a:rPr>
            <a:t> On-Premises Deploy (GCloud?)</a:t>
          </a:r>
          <a:endParaRPr lang="en-GB" sz="800"/>
        </a:p>
      </dgm:t>
    </dgm:pt>
    <dgm:pt modelId="{B12F30A1-40C2-CF4E-94ED-5FF21F7CEE06}" type="parTrans" cxnId="{1B28EAE3-560C-B64C-ACBF-B7CE8FBA4B1E}">
      <dgm:prSet/>
      <dgm:spPr/>
      <dgm:t>
        <a:bodyPr/>
        <a:lstStyle/>
        <a:p>
          <a:endParaRPr lang="en-US"/>
        </a:p>
      </dgm:t>
    </dgm:pt>
    <dgm:pt modelId="{903BDA5F-B613-2B43-A495-501C860D9EC2}" type="sibTrans" cxnId="{1B28EAE3-560C-B64C-ACBF-B7CE8FBA4B1E}">
      <dgm:prSet/>
      <dgm:spPr/>
      <dgm:t>
        <a:bodyPr/>
        <a:lstStyle/>
        <a:p>
          <a:endParaRPr lang="en-US"/>
        </a:p>
      </dgm:t>
    </dgm:pt>
    <dgm:pt modelId="{4EB52C01-023A-D34F-990F-FC10E61C7C4F}">
      <dgm:prSet custT="1"/>
      <dgm:spPr/>
      <dgm:t>
        <a:bodyPr/>
        <a:lstStyle/>
        <a:p>
          <a:pPr>
            <a:buFont typeface="Arial" panose="020B0604020202020204" pitchFamily="34" charset="0"/>
            <a:buChar char="•"/>
          </a:pPr>
          <a:r>
            <a:rPr lang="en-US" sz="800"/>
            <a:t>Strategic objective 2</a:t>
          </a:r>
        </a:p>
      </dgm:t>
    </dgm:pt>
    <dgm:pt modelId="{87EAF7E4-B9EC-AC48-9DE2-862FFEF96EC7}" type="parTrans" cxnId="{7739E38A-06C8-1B44-B1A8-D15DAD789C41}">
      <dgm:prSet/>
      <dgm:spPr/>
      <dgm:t>
        <a:bodyPr/>
        <a:lstStyle/>
        <a:p>
          <a:endParaRPr lang="en-US"/>
        </a:p>
      </dgm:t>
    </dgm:pt>
    <dgm:pt modelId="{48EA8363-CC15-FE4F-A497-F2E072210276}" type="sibTrans" cxnId="{7739E38A-06C8-1B44-B1A8-D15DAD789C41}">
      <dgm:prSet/>
      <dgm:spPr/>
      <dgm:t>
        <a:bodyPr/>
        <a:lstStyle/>
        <a:p>
          <a:endParaRPr lang="en-US"/>
        </a:p>
      </dgm:t>
    </dgm:pt>
    <dgm:pt modelId="{E1711EED-53EA-D741-B15C-21A17109518B}">
      <dgm:prSet custT="1"/>
      <dgm:spPr/>
      <dgm:t>
        <a:bodyPr/>
        <a:lstStyle/>
        <a:p>
          <a:pPr>
            <a:buFont typeface="Arial" panose="020B0604020202020204" pitchFamily="34" charset="0"/>
            <a:buChar char="•"/>
          </a:pPr>
          <a:r>
            <a:rPr lang="en-US" sz="800"/>
            <a:t>Strategic objective 3</a:t>
          </a:r>
        </a:p>
      </dgm:t>
    </dgm:pt>
    <dgm:pt modelId="{73DB400C-6757-2741-BCDA-D1B70C56DAE0}" type="parTrans" cxnId="{42DBB203-CDAF-F34D-A29F-BC2D764DD447}">
      <dgm:prSet/>
      <dgm:spPr/>
      <dgm:t>
        <a:bodyPr/>
        <a:lstStyle/>
        <a:p>
          <a:endParaRPr lang="en-US"/>
        </a:p>
      </dgm:t>
    </dgm:pt>
    <dgm:pt modelId="{A40F6816-D48C-EC43-A2B8-727E7F811C3D}" type="sibTrans" cxnId="{42DBB203-CDAF-F34D-A29F-BC2D764DD447}">
      <dgm:prSet/>
      <dgm:spPr/>
      <dgm:t>
        <a:bodyPr/>
        <a:lstStyle/>
        <a:p>
          <a:endParaRPr lang="en-US"/>
        </a:p>
      </dgm:t>
    </dgm:pt>
    <dgm:pt modelId="{2EE7C3D3-EF60-0E46-A331-B00FC2B5753B}">
      <dgm:prSet custT="1"/>
      <dgm:spPr/>
      <dgm:t>
        <a:bodyPr/>
        <a:lstStyle/>
        <a:p>
          <a:pPr>
            <a:buFont typeface="Arial" panose="020B0604020202020204" pitchFamily="34" charset="0"/>
            <a:buChar char="•"/>
          </a:pPr>
          <a:endParaRPr lang="en-US" sz="800"/>
        </a:p>
      </dgm:t>
    </dgm:pt>
    <dgm:pt modelId="{BB29D2B4-D9EF-FE47-98A9-088F884112E7}" type="parTrans" cxnId="{09AED23F-2F20-B045-A0EC-4888148D49C9}">
      <dgm:prSet/>
      <dgm:spPr/>
      <dgm:t>
        <a:bodyPr/>
        <a:lstStyle/>
        <a:p>
          <a:endParaRPr lang="en-US"/>
        </a:p>
      </dgm:t>
    </dgm:pt>
    <dgm:pt modelId="{CB45F6D3-0393-CB4B-9210-6CC9122E84DD}" type="sibTrans" cxnId="{09AED23F-2F20-B045-A0EC-4888148D49C9}">
      <dgm:prSet/>
      <dgm:spPr/>
      <dgm:t>
        <a:bodyPr/>
        <a:lstStyle/>
        <a:p>
          <a:endParaRPr lang="en-US"/>
        </a:p>
      </dgm:t>
    </dgm:pt>
    <dgm:pt modelId="{54CF06AE-75E2-D346-AA62-2B040521EBA1}">
      <dgm:prSet custT="1"/>
      <dgm:spPr/>
      <dgm:t>
        <a:bodyPr/>
        <a:lstStyle/>
        <a:p>
          <a:r>
            <a:rPr lang="en-US" sz="800"/>
            <a:t>Strategic objective 3</a:t>
          </a:r>
        </a:p>
      </dgm:t>
    </dgm:pt>
    <dgm:pt modelId="{2729BFE9-A6CE-2645-85E9-7156E957CF28}" type="parTrans" cxnId="{78A937DA-5CC2-074F-A616-EFC28CED9B62}">
      <dgm:prSet/>
      <dgm:spPr/>
      <dgm:t>
        <a:bodyPr/>
        <a:lstStyle/>
        <a:p>
          <a:endParaRPr lang="en-US"/>
        </a:p>
      </dgm:t>
    </dgm:pt>
    <dgm:pt modelId="{2C7DBE57-1235-8E4E-9082-16A9C17708B0}" type="sibTrans" cxnId="{78A937DA-5CC2-074F-A616-EFC28CED9B62}">
      <dgm:prSet/>
      <dgm:spPr/>
      <dgm:t>
        <a:bodyPr/>
        <a:lstStyle/>
        <a:p>
          <a:endParaRPr lang="en-US"/>
        </a:p>
      </dgm:t>
    </dgm:pt>
    <dgm:pt modelId="{2301AF40-9060-4386-89AA-429AB4FA5D62}">
      <dgm:prSet phldr="0"/>
      <dgm:spPr/>
      <dgm:t>
        <a:bodyPr/>
        <a:lstStyle/>
        <a:p>
          <a:pPr rtl="0"/>
          <a:r>
            <a:rPr lang="en-GB" sz="800">
              <a:latin typeface="Arial"/>
            </a:rPr>
            <a:t> ThinkOn GTM</a:t>
          </a:r>
        </a:p>
      </dgm:t>
    </dgm:pt>
    <dgm:pt modelId="{DD983979-14E8-474E-83F8-C88FCC4792DD}" type="parTrans" cxnId="{2DD6E791-B4E9-4C17-BC9C-E3C96BA716F9}">
      <dgm:prSet/>
      <dgm:spPr/>
    </dgm:pt>
    <dgm:pt modelId="{97FFE5CF-4585-4374-9DB0-43E24F55BC60}" type="sibTrans" cxnId="{2DD6E791-B4E9-4C17-BC9C-E3C96BA716F9}">
      <dgm:prSet/>
      <dgm:spPr/>
    </dgm:pt>
    <dgm:pt modelId="{D5EE70A4-2A5F-4066-93CE-42CBA861382D}">
      <dgm:prSet phldr="0"/>
      <dgm:spPr/>
      <dgm:t>
        <a:bodyPr/>
        <a:lstStyle/>
        <a:p>
          <a:pPr rtl="0"/>
          <a:r>
            <a:rPr lang="en-GB" sz="800">
              <a:latin typeface="Arial"/>
            </a:rPr>
            <a:t> On-Premises Architecture</a:t>
          </a:r>
          <a:endParaRPr lang="en-US" sz="800">
            <a:latin typeface="Arial"/>
          </a:endParaRPr>
        </a:p>
      </dgm:t>
    </dgm:pt>
    <dgm:pt modelId="{ECCBB41D-4A53-49F0-BD56-19C9444941FC}" type="parTrans" cxnId="{07E26091-9CAA-4C5E-A76B-7F3E04D32EF7}">
      <dgm:prSet/>
      <dgm:spPr/>
    </dgm:pt>
    <dgm:pt modelId="{6193C14D-C95D-467B-96E7-F472133C6B1A}" type="sibTrans" cxnId="{07E26091-9CAA-4C5E-A76B-7F3E04D32EF7}">
      <dgm:prSet/>
      <dgm:spPr/>
    </dgm:pt>
    <dgm:pt modelId="{F47DF603-2227-4C13-99E7-630396185F27}">
      <dgm:prSet phldr="0"/>
      <dgm:spPr/>
      <dgm:t>
        <a:bodyPr/>
        <a:lstStyle/>
        <a:p>
          <a:pPr rtl="0"/>
          <a:r>
            <a:rPr lang="en-GB" sz="800">
              <a:latin typeface="Arial"/>
            </a:rPr>
            <a:t> Monetization UI</a:t>
          </a:r>
          <a:endParaRPr lang="en-US" sz="800"/>
        </a:p>
      </dgm:t>
    </dgm:pt>
    <dgm:pt modelId="{E66D77A6-91C7-4EB3-B7A4-4DA6122E1995}" type="parTrans" cxnId="{D7778D91-E1F1-4C4A-B85B-101DEE8957FD}">
      <dgm:prSet/>
      <dgm:spPr/>
    </dgm:pt>
    <dgm:pt modelId="{2E6BA091-6520-41A2-8780-031F11339793}" type="sibTrans" cxnId="{D7778D91-E1F1-4C4A-B85B-101DEE8957FD}">
      <dgm:prSet/>
      <dgm:spPr/>
    </dgm:pt>
    <dgm:pt modelId="{79497C79-5969-4796-A142-F68BEC3575E6}">
      <dgm:prSet phldr="0" custT="1"/>
      <dgm:spPr/>
      <dgm:t>
        <a:bodyPr/>
        <a:lstStyle/>
        <a:p>
          <a:pPr rtl="0"/>
          <a:r>
            <a:rPr lang="en-GB" sz="800">
              <a:latin typeface="Arial"/>
            </a:rPr>
            <a:t> CUR Readiness</a:t>
          </a:r>
          <a:endParaRPr lang="en-US" sz="800">
            <a:latin typeface="Arial"/>
          </a:endParaRPr>
        </a:p>
      </dgm:t>
    </dgm:pt>
    <dgm:pt modelId="{5E167226-76F7-4E5A-83C2-B737AB5ACBEF}" type="parTrans" cxnId="{9DF1E8DA-8AD1-49D5-B508-20EA89F91C83}">
      <dgm:prSet/>
      <dgm:spPr/>
    </dgm:pt>
    <dgm:pt modelId="{EB4E0027-80C6-46DF-A5C7-2D4A3C3E86BD}" type="sibTrans" cxnId="{9DF1E8DA-8AD1-49D5-B508-20EA89F91C83}">
      <dgm:prSet/>
      <dgm:spPr/>
    </dgm:pt>
    <dgm:pt modelId="{C0C86CC1-4CF4-40D5-80E8-FA47B220C161}">
      <dgm:prSet phldr="0"/>
      <dgm:spPr/>
      <dgm:t>
        <a:bodyPr/>
        <a:lstStyle/>
        <a:p>
          <a:pPr rtl="0"/>
          <a:r>
            <a:rPr lang="en-GB" sz="800">
              <a:latin typeface="Arial"/>
            </a:rPr>
            <a:t> On-Premises Evaluation</a:t>
          </a:r>
          <a:endParaRPr lang="en-US" sz="800">
            <a:latin typeface="Arial"/>
          </a:endParaRPr>
        </a:p>
      </dgm:t>
    </dgm:pt>
    <dgm:pt modelId="{8C4B4E9B-F653-405F-986B-613D38080D82}" type="parTrans" cxnId="{9BF7E531-2C8A-4223-80EF-36CC9D777B1E}">
      <dgm:prSet/>
      <dgm:spPr/>
    </dgm:pt>
    <dgm:pt modelId="{268F951C-36DD-45AD-9747-BB2A9A02D50F}" type="sibTrans" cxnId="{9BF7E531-2C8A-4223-80EF-36CC9D777B1E}">
      <dgm:prSet/>
      <dgm:spPr/>
    </dgm:pt>
    <dgm:pt modelId="{C2B6F1FA-5EF5-4779-924B-93BF304CC65B}">
      <dgm:prSet phldr="0"/>
      <dgm:spPr/>
      <dgm:t>
        <a:bodyPr/>
        <a:lstStyle/>
        <a:p>
          <a:pPr rtl="0"/>
          <a:r>
            <a:rPr lang="en-GB" sz="800">
              <a:latin typeface="Arial"/>
            </a:rPr>
            <a:t> Reseller visibility / control</a:t>
          </a:r>
          <a:endParaRPr lang="en-US" sz="800"/>
        </a:p>
      </dgm:t>
    </dgm:pt>
    <dgm:pt modelId="{BA191D76-7D31-4317-AC6F-87B2C27CB895}" type="parTrans" cxnId="{D22204C3-42B8-49B8-A6A4-CA3A64C23300}">
      <dgm:prSet/>
      <dgm:spPr/>
    </dgm:pt>
    <dgm:pt modelId="{D5405642-2E7D-47BE-9243-0D11AFCF3DED}" type="sibTrans" cxnId="{D22204C3-42B8-49B8-A6A4-CA3A64C23300}">
      <dgm:prSet/>
      <dgm:spPr/>
    </dgm:pt>
    <dgm:pt modelId="{25A913F6-1796-44E2-86F5-34ED72C8724E}" type="pres">
      <dgm:prSet presAssocID="{D461267C-AAFC-4A04-B453-10BFCA9E3A78}" presName="theList" presStyleCnt="0">
        <dgm:presLayoutVars>
          <dgm:dir/>
          <dgm:animLvl val="lvl"/>
          <dgm:resizeHandles val="exact"/>
        </dgm:presLayoutVars>
      </dgm:prSet>
      <dgm:spPr/>
    </dgm:pt>
    <dgm:pt modelId="{5DFF7897-A45B-4A05-A53C-480927982C02}" type="pres">
      <dgm:prSet presAssocID="{005C1547-99FD-4E37-88D7-60AB84BCEA6D}" presName="compNode" presStyleCnt="0"/>
      <dgm:spPr/>
    </dgm:pt>
    <dgm:pt modelId="{F71992BA-4E83-4A4A-B9D8-DF5E267C38B0}" type="pres">
      <dgm:prSet presAssocID="{005C1547-99FD-4E37-88D7-60AB84BCEA6D}" presName="noGeometry" presStyleCnt="0"/>
      <dgm:spPr/>
    </dgm:pt>
    <dgm:pt modelId="{B4484374-F97E-4A0D-B524-7BF82DA70716}" type="pres">
      <dgm:prSet presAssocID="{005C1547-99FD-4E37-88D7-60AB84BCEA6D}" presName="childTextVisible" presStyleLbl="bgAccFollowNode1" presStyleIdx="0" presStyleCnt="4">
        <dgm:presLayoutVars>
          <dgm:bulletEnabled val="1"/>
        </dgm:presLayoutVars>
      </dgm:prSet>
      <dgm:spPr/>
    </dgm:pt>
    <dgm:pt modelId="{DAB6A6D2-D462-4E24-8933-19BD0A3B8D8B}" type="pres">
      <dgm:prSet presAssocID="{005C1547-99FD-4E37-88D7-60AB84BCEA6D}" presName="childTextHidden" presStyleLbl="bgAccFollowNode1" presStyleIdx="0" presStyleCnt="4"/>
      <dgm:spPr/>
    </dgm:pt>
    <dgm:pt modelId="{F8992835-E712-4E11-B253-812CDA2F4A9F}" type="pres">
      <dgm:prSet presAssocID="{005C1547-99FD-4E37-88D7-60AB84BCEA6D}" presName="parentText" presStyleLbl="node1" presStyleIdx="0" presStyleCnt="4">
        <dgm:presLayoutVars>
          <dgm:chMax val="1"/>
          <dgm:bulletEnabled val="1"/>
        </dgm:presLayoutVars>
      </dgm:prSet>
      <dgm:spPr/>
    </dgm:pt>
    <dgm:pt modelId="{997B86B2-1CD7-41B6-A03A-04C51334E035}" type="pres">
      <dgm:prSet presAssocID="{005C1547-99FD-4E37-88D7-60AB84BCEA6D}" presName="aSpace" presStyleCnt="0"/>
      <dgm:spPr/>
    </dgm:pt>
    <dgm:pt modelId="{098967BF-8C35-4AD7-9E58-1420868166BE}" type="pres">
      <dgm:prSet presAssocID="{0F507754-2CDB-4CDE-BBA1-7653E69014B8}" presName="compNode" presStyleCnt="0"/>
      <dgm:spPr/>
    </dgm:pt>
    <dgm:pt modelId="{335371D7-0293-4547-9202-4418F89086F6}" type="pres">
      <dgm:prSet presAssocID="{0F507754-2CDB-4CDE-BBA1-7653E69014B8}" presName="noGeometry" presStyleCnt="0"/>
      <dgm:spPr/>
    </dgm:pt>
    <dgm:pt modelId="{0B4B5FA3-4F31-4EF6-8F5D-F62F50985C31}" type="pres">
      <dgm:prSet presAssocID="{0F507754-2CDB-4CDE-BBA1-7653E69014B8}" presName="childTextVisible" presStyleLbl="bgAccFollowNode1" presStyleIdx="1" presStyleCnt="4" custLinFactNeighborX="-279" custLinFactNeighborY="4029">
        <dgm:presLayoutVars>
          <dgm:bulletEnabled val="1"/>
        </dgm:presLayoutVars>
      </dgm:prSet>
      <dgm:spPr/>
    </dgm:pt>
    <dgm:pt modelId="{C3556303-A264-428D-A6C5-86980E0893FA}" type="pres">
      <dgm:prSet presAssocID="{0F507754-2CDB-4CDE-BBA1-7653E69014B8}" presName="childTextHidden" presStyleLbl="bgAccFollowNode1" presStyleIdx="1" presStyleCnt="4"/>
      <dgm:spPr/>
    </dgm:pt>
    <dgm:pt modelId="{87A2D63B-EA13-41CD-A82C-BDD669DBC70C}" type="pres">
      <dgm:prSet presAssocID="{0F507754-2CDB-4CDE-BBA1-7653E69014B8}" presName="parentText" presStyleLbl="node1" presStyleIdx="1" presStyleCnt="4" custLinFactNeighborX="56" custLinFactNeighborY="10185">
        <dgm:presLayoutVars>
          <dgm:chMax val="1"/>
          <dgm:bulletEnabled val="1"/>
        </dgm:presLayoutVars>
      </dgm:prSet>
      <dgm:spPr/>
    </dgm:pt>
    <dgm:pt modelId="{EDA26482-546D-4479-9AEC-EF0EA02C2180}" type="pres">
      <dgm:prSet presAssocID="{0F507754-2CDB-4CDE-BBA1-7653E69014B8}" presName="aSpace" presStyleCnt="0"/>
      <dgm:spPr/>
    </dgm:pt>
    <dgm:pt modelId="{6A90C15B-3C9B-45EF-8C0F-AC5BA2DD0A91}" type="pres">
      <dgm:prSet presAssocID="{BA579838-0413-4577-A182-FF80F5549516}" presName="compNode" presStyleCnt="0"/>
      <dgm:spPr/>
    </dgm:pt>
    <dgm:pt modelId="{66FCE5C4-75CE-4371-AB3F-5FE8C8237DFA}" type="pres">
      <dgm:prSet presAssocID="{BA579838-0413-4577-A182-FF80F5549516}" presName="noGeometry" presStyleCnt="0"/>
      <dgm:spPr/>
    </dgm:pt>
    <dgm:pt modelId="{873A3858-4FA5-47AC-BB0F-F1B6227873BA}" type="pres">
      <dgm:prSet presAssocID="{BA579838-0413-4577-A182-FF80F5549516}" presName="childTextVisible" presStyleLbl="bgAccFollowNode1" presStyleIdx="2" presStyleCnt="4">
        <dgm:presLayoutVars>
          <dgm:bulletEnabled val="1"/>
        </dgm:presLayoutVars>
      </dgm:prSet>
      <dgm:spPr/>
    </dgm:pt>
    <dgm:pt modelId="{DA9BA91C-2ED7-4DEA-A5ED-3FCF26888626}" type="pres">
      <dgm:prSet presAssocID="{BA579838-0413-4577-A182-FF80F5549516}" presName="childTextHidden" presStyleLbl="bgAccFollowNode1" presStyleIdx="2" presStyleCnt="4"/>
      <dgm:spPr/>
    </dgm:pt>
    <dgm:pt modelId="{3EF928B0-AE40-4CCC-9AC8-7F4622232DB9}" type="pres">
      <dgm:prSet presAssocID="{BA579838-0413-4577-A182-FF80F5549516}" presName="parentText" presStyleLbl="node1" presStyleIdx="2" presStyleCnt="4">
        <dgm:presLayoutVars>
          <dgm:chMax val="1"/>
          <dgm:bulletEnabled val="1"/>
        </dgm:presLayoutVars>
      </dgm:prSet>
      <dgm:spPr/>
    </dgm:pt>
    <dgm:pt modelId="{CF32752F-8D14-4662-AF10-704ED0D9AC3C}" type="pres">
      <dgm:prSet presAssocID="{BA579838-0413-4577-A182-FF80F5549516}" presName="aSpace" presStyleCnt="0"/>
      <dgm:spPr/>
    </dgm:pt>
    <dgm:pt modelId="{BF1976E3-97FE-4777-9836-E1C3E8400EF1}" type="pres">
      <dgm:prSet presAssocID="{C0C37D8D-7A82-4A51-A12C-6255606CE6C1}" presName="compNode" presStyleCnt="0"/>
      <dgm:spPr/>
    </dgm:pt>
    <dgm:pt modelId="{FAFA3233-7BB8-49AE-899E-5CA9CCE68CA8}" type="pres">
      <dgm:prSet presAssocID="{C0C37D8D-7A82-4A51-A12C-6255606CE6C1}" presName="noGeometry" presStyleCnt="0"/>
      <dgm:spPr/>
    </dgm:pt>
    <dgm:pt modelId="{29B467BE-B8B3-4454-8337-651F6FA8D458}" type="pres">
      <dgm:prSet presAssocID="{C0C37D8D-7A82-4A51-A12C-6255606CE6C1}" presName="childTextVisible" presStyleLbl="bgAccFollowNode1" presStyleIdx="3" presStyleCnt="4">
        <dgm:presLayoutVars>
          <dgm:bulletEnabled val="1"/>
        </dgm:presLayoutVars>
      </dgm:prSet>
      <dgm:spPr/>
    </dgm:pt>
    <dgm:pt modelId="{0435D653-E243-4536-B374-BD2656895D1D}" type="pres">
      <dgm:prSet presAssocID="{C0C37D8D-7A82-4A51-A12C-6255606CE6C1}" presName="childTextHidden" presStyleLbl="bgAccFollowNode1" presStyleIdx="3" presStyleCnt="4"/>
      <dgm:spPr/>
    </dgm:pt>
    <dgm:pt modelId="{008EABF7-B564-4A13-BF4D-CB0AEEC77A91}" type="pres">
      <dgm:prSet presAssocID="{C0C37D8D-7A82-4A51-A12C-6255606CE6C1}" presName="parentText" presStyleLbl="node1" presStyleIdx="3" presStyleCnt="4">
        <dgm:presLayoutVars>
          <dgm:chMax val="1"/>
          <dgm:bulletEnabled val="1"/>
        </dgm:presLayoutVars>
      </dgm:prSet>
      <dgm:spPr/>
    </dgm:pt>
  </dgm:ptLst>
  <dgm:cxnLst>
    <dgm:cxn modelId="{42DBB203-CDAF-F34D-A29F-BC2D764DD447}" srcId="{C0C37D8D-7A82-4A51-A12C-6255606CE6C1}" destId="{E1711EED-53EA-D741-B15C-21A17109518B}" srcOrd="3" destOrd="0" parTransId="{73DB400C-6757-2741-BCDA-D1B70C56DAE0}" sibTransId="{A40F6816-D48C-EC43-A2B8-727E7F811C3D}"/>
    <dgm:cxn modelId="{22B12A05-BB93-4E70-A57A-4C9E36334E03}" srcId="{C0C37D8D-7A82-4A51-A12C-6255606CE6C1}" destId="{272F54DC-F84F-4C4A-8783-BE36B82FC24B}" srcOrd="0" destOrd="0" parTransId="{555F9769-FBC4-433A-A5A4-68A85A30EBC9}" sibTransId="{AC1A4AA7-2F7B-4899-AA96-60466ADB597F}"/>
    <dgm:cxn modelId="{3BD43205-0825-498E-AA43-64E767DCABB0}" type="presOf" srcId="{BCE021E0-50A1-4FBA-8747-3D59FE804B9F}" destId="{29B467BE-B8B3-4454-8337-651F6FA8D458}" srcOrd="0" destOrd="1" presId="urn:microsoft.com/office/officeart/2005/8/layout/hProcess6"/>
    <dgm:cxn modelId="{D5AB3D0A-5D6C-48A3-BF04-35C3097096C1}" srcId="{C0C37D8D-7A82-4A51-A12C-6255606CE6C1}" destId="{BCE021E0-50A1-4FBA-8747-3D59FE804B9F}" srcOrd="1" destOrd="0" parTransId="{67DA1074-E633-4BC4-B456-B46B3F2AAE7D}" sibTransId="{CA24B249-CB4E-492A-8AEF-38B140626E85}"/>
    <dgm:cxn modelId="{1813880E-CD98-4510-B80E-28E976A38DFA}" type="presOf" srcId="{2EE7C3D3-EF60-0E46-A331-B00FC2B5753B}" destId="{29B467BE-B8B3-4454-8337-651F6FA8D458}" srcOrd="0" destOrd="4" presId="urn:microsoft.com/office/officeart/2005/8/layout/hProcess6"/>
    <dgm:cxn modelId="{6A593610-3844-49F1-81BE-6135E485FC79}" type="presOf" srcId="{2301AF40-9060-4386-89AA-429AB4FA5D62}" destId="{C3556303-A264-428D-A6C5-86980E0893FA}" srcOrd="1" destOrd="3" presId="urn:microsoft.com/office/officeart/2005/8/layout/hProcess6"/>
    <dgm:cxn modelId="{45BF6917-77FF-4CCE-8277-2648C1A657FA}" type="presOf" srcId="{C0C86CC1-4CF4-40D5-80E8-FA47B220C161}" destId="{DAB6A6D2-D462-4E24-8933-19BD0A3B8D8B}" srcOrd="1" destOrd="1" presId="urn:microsoft.com/office/officeart/2005/8/layout/hProcess6"/>
    <dgm:cxn modelId="{B62AE417-1DEE-436B-B222-8364E785BBED}" srcId="{D461267C-AAFC-4A04-B453-10BFCA9E3A78}" destId="{0F507754-2CDB-4CDE-BBA1-7653E69014B8}" srcOrd="1" destOrd="0" parTransId="{1C981ACF-9D2C-47CE-AC21-ABA922DCCCF2}" sibTransId="{9F2FD445-215D-4CCB-A143-77A6D3E7B958}"/>
    <dgm:cxn modelId="{96F2062B-A22E-4BD7-8B96-44F9DCFB863A}" type="presOf" srcId="{2301AF40-9060-4386-89AA-429AB4FA5D62}" destId="{0B4B5FA3-4F31-4EF6-8F5D-F62F50985C31}" srcOrd="0" destOrd="3" presId="urn:microsoft.com/office/officeart/2005/8/layout/hProcess6"/>
    <dgm:cxn modelId="{9BF7E531-2C8A-4223-80EF-36CC9D777B1E}" srcId="{005C1547-99FD-4E37-88D7-60AB84BCEA6D}" destId="{C0C86CC1-4CF4-40D5-80E8-FA47B220C161}" srcOrd="1" destOrd="0" parTransId="{8C4B4E9B-F653-405F-986B-613D38080D82}" sibTransId="{268F951C-36DD-45AD-9747-BB2A9A02D50F}"/>
    <dgm:cxn modelId="{9F67E334-DF83-45CE-BC0E-8F5AEB335A92}" type="presOf" srcId="{C0C37D8D-7A82-4A51-A12C-6255606CE6C1}" destId="{008EABF7-B564-4A13-BF4D-CB0AEEC77A91}" srcOrd="0" destOrd="0" presId="urn:microsoft.com/office/officeart/2005/8/layout/hProcess6"/>
    <dgm:cxn modelId="{8CDD013E-1D31-4B05-841B-46590D6A8BF6}" type="presOf" srcId="{D6B2E01B-0CFB-5C40-9EDF-47488218F3D8}" destId="{873A3858-4FA5-47AC-BB0F-F1B6227873BA}" srcOrd="0" destOrd="1" presId="urn:microsoft.com/office/officeart/2005/8/layout/hProcess6"/>
    <dgm:cxn modelId="{09AED23F-2F20-B045-A0EC-4888148D49C9}" srcId="{C0C37D8D-7A82-4A51-A12C-6255606CE6C1}" destId="{2EE7C3D3-EF60-0E46-A331-B00FC2B5753B}" srcOrd="4" destOrd="0" parTransId="{BB29D2B4-D9EF-FE47-98A9-088F884112E7}" sibTransId="{CB45F6D3-0393-CB4B-9210-6CC9122E84DD}"/>
    <dgm:cxn modelId="{7FF05F47-ECF6-40B1-9A65-0F5694E614CE}" type="presOf" srcId="{2921B3FD-1F92-4EB6-B0D5-6887B555B02C}" destId="{29B467BE-B8B3-4454-8337-651F6FA8D458}" srcOrd="0" destOrd="5" presId="urn:microsoft.com/office/officeart/2005/8/layout/hProcess6"/>
    <dgm:cxn modelId="{13BE664E-65AD-4CE4-AC49-E5599E6600F3}" type="presOf" srcId="{2EE7C3D3-EF60-0E46-A331-B00FC2B5753B}" destId="{0435D653-E243-4536-B374-BD2656895D1D}" srcOrd="1" destOrd="4" presId="urn:microsoft.com/office/officeart/2005/8/layout/hProcess6"/>
    <dgm:cxn modelId="{57E8BC59-89DA-43F5-83A9-046CF6D128E4}" type="presOf" srcId="{BCE021E0-50A1-4FBA-8747-3D59FE804B9F}" destId="{0435D653-E243-4536-B374-BD2656895D1D}" srcOrd="1" destOrd="1" presId="urn:microsoft.com/office/officeart/2005/8/layout/hProcess6"/>
    <dgm:cxn modelId="{EB29CA5A-2441-43EA-8D67-F1452377E665}" srcId="{D461267C-AAFC-4A04-B453-10BFCA9E3A78}" destId="{C0C37D8D-7A82-4A51-A12C-6255606CE6C1}" srcOrd="3" destOrd="0" parTransId="{27E89AE2-6449-4ED3-9B96-84B43DA6DD22}" sibTransId="{4AE1ED80-99A1-4A0E-82ED-150A20F3E704}"/>
    <dgm:cxn modelId="{A2305C63-1968-4DCD-9481-E6EC95ED6873}" type="presOf" srcId="{272F54DC-F84F-4C4A-8783-BE36B82FC24B}" destId="{0435D653-E243-4536-B374-BD2656895D1D}" srcOrd="1" destOrd="0" presId="urn:microsoft.com/office/officeart/2005/8/layout/hProcess6"/>
    <dgm:cxn modelId="{99E0FC64-4803-4102-8975-E54D6182A659}" type="presOf" srcId="{005C1547-99FD-4E37-88D7-60AB84BCEA6D}" destId="{F8992835-E712-4E11-B253-812CDA2F4A9F}" srcOrd="0" destOrd="0" presId="urn:microsoft.com/office/officeart/2005/8/layout/hProcess6"/>
    <dgm:cxn modelId="{6809C865-DFF4-43C3-A00C-BA18E6DCA2AB}" srcId="{C0C37D8D-7A82-4A51-A12C-6255606CE6C1}" destId="{2921B3FD-1F92-4EB6-B0D5-6887B555B02C}" srcOrd="5" destOrd="0" parTransId="{A97E0A1F-74E7-43FC-BEAD-3105E1E94608}" sibTransId="{A872CE98-CDDA-4CA0-BBA3-F10DC8C8EF89}"/>
    <dgm:cxn modelId="{EC57B069-C655-4281-8C61-CA2CFC69042A}" type="presOf" srcId="{F47DF603-2227-4C13-99E7-630396185F27}" destId="{0B4B5FA3-4F31-4EF6-8F5D-F62F50985C31}" srcOrd="0" destOrd="2" presId="urn:microsoft.com/office/officeart/2005/8/layout/hProcess6"/>
    <dgm:cxn modelId="{4513FB6A-978A-4A0E-A4E4-4D7C46B9DFD3}" type="presOf" srcId="{272F54DC-F84F-4C4A-8783-BE36B82FC24B}" destId="{29B467BE-B8B3-4454-8337-651F6FA8D458}" srcOrd="0" destOrd="0" presId="urn:microsoft.com/office/officeart/2005/8/layout/hProcess6"/>
    <dgm:cxn modelId="{5327F26B-9A92-48CA-B7B3-9BDF35100465}" type="presOf" srcId="{B55FD80A-C153-454F-8334-6B63D381B31D}" destId="{C3556303-A264-428D-A6C5-86980E0893FA}" srcOrd="1" destOrd="0" presId="urn:microsoft.com/office/officeart/2005/8/layout/hProcess6"/>
    <dgm:cxn modelId="{CE61FA6B-A6D4-435C-9325-EB1CE0FF927E}" type="presOf" srcId="{E1711EED-53EA-D741-B15C-21A17109518B}" destId="{29B467BE-B8B3-4454-8337-651F6FA8D458}" srcOrd="0" destOrd="3" presId="urn:microsoft.com/office/officeart/2005/8/layout/hProcess6"/>
    <dgm:cxn modelId="{D520996E-EF13-4B0F-90A5-D997BD495F5F}" type="presOf" srcId="{D461267C-AAFC-4A04-B453-10BFCA9E3A78}" destId="{25A913F6-1796-44E2-86F5-34ED72C8724E}" srcOrd="0" destOrd="0" presId="urn:microsoft.com/office/officeart/2005/8/layout/hProcess6"/>
    <dgm:cxn modelId="{6D977E75-082F-4554-9020-6EA074C4CF26}" srcId="{D461267C-AAFC-4A04-B453-10BFCA9E3A78}" destId="{005C1547-99FD-4E37-88D7-60AB84BCEA6D}" srcOrd="0" destOrd="0" parTransId="{8577BE6F-5409-4966-9139-BBE73303EBA0}" sibTransId="{A77B7760-54F6-479F-9408-ABD07241A059}"/>
    <dgm:cxn modelId="{13AA6F77-3BAB-493B-8565-41E7F1A59727}" type="presOf" srcId="{79497C79-5969-4796-A142-F68BEC3575E6}" destId="{B4484374-F97E-4A0D-B524-7BF82DA70716}" srcOrd="0" destOrd="0" presId="urn:microsoft.com/office/officeart/2005/8/layout/hProcess6"/>
    <dgm:cxn modelId="{85221180-B1D5-4EAF-BE9A-0463D676C26B}" type="presOf" srcId="{0F507754-2CDB-4CDE-BBA1-7653E69014B8}" destId="{87A2D63B-EA13-41CD-A82C-BDD669DBC70C}" srcOrd="0" destOrd="0" presId="urn:microsoft.com/office/officeart/2005/8/layout/hProcess6"/>
    <dgm:cxn modelId="{29A7EF81-AE05-4324-BD9E-38C77D17516A}" type="presOf" srcId="{4EB52C01-023A-D34F-990F-FC10E61C7C4F}" destId="{0435D653-E243-4536-B374-BD2656895D1D}" srcOrd="1" destOrd="2" presId="urn:microsoft.com/office/officeart/2005/8/layout/hProcess6"/>
    <dgm:cxn modelId="{9DB0F184-90A3-4377-9C45-20265604A3E9}" type="presOf" srcId="{2921B3FD-1F92-4EB6-B0D5-6887B555B02C}" destId="{0435D653-E243-4536-B374-BD2656895D1D}" srcOrd="1" destOrd="5" presId="urn:microsoft.com/office/officeart/2005/8/layout/hProcess6"/>
    <dgm:cxn modelId="{7739E38A-06C8-1B44-B1A8-D15DAD789C41}" srcId="{C0C37D8D-7A82-4A51-A12C-6255606CE6C1}" destId="{4EB52C01-023A-D34F-990F-FC10E61C7C4F}" srcOrd="2" destOrd="0" parTransId="{87EAF7E4-B9EC-AC48-9DE2-862FFEF96EC7}" sibTransId="{48EA8363-CC15-FE4F-A497-F2E072210276}"/>
    <dgm:cxn modelId="{2C441D8C-418D-4586-84FC-73DACA66393D}" type="presOf" srcId="{BA579838-0413-4577-A182-FF80F5549516}" destId="{3EF928B0-AE40-4CCC-9AC8-7F4622232DB9}" srcOrd="0" destOrd="0" presId="urn:microsoft.com/office/officeart/2005/8/layout/hProcess6"/>
    <dgm:cxn modelId="{07E26091-9CAA-4C5E-A76B-7F3E04D32EF7}" srcId="{0F507754-2CDB-4CDE-BBA1-7653E69014B8}" destId="{D5EE70A4-2A5F-4066-93CE-42CBA861382D}" srcOrd="1" destOrd="0" parTransId="{ECCBB41D-4A53-49F0-BD56-19C9444941FC}" sibTransId="{6193C14D-C95D-467B-96E7-F472133C6B1A}"/>
    <dgm:cxn modelId="{D7778D91-E1F1-4C4A-B85B-101DEE8957FD}" srcId="{0F507754-2CDB-4CDE-BBA1-7653E69014B8}" destId="{F47DF603-2227-4C13-99E7-630396185F27}" srcOrd="2" destOrd="0" parTransId="{E66D77A6-91C7-4EB3-B7A4-4DA6122E1995}" sibTransId="{2E6BA091-6520-41A2-8780-031F11339793}"/>
    <dgm:cxn modelId="{2DD6E791-B4E9-4C17-BC9C-E3C96BA716F9}" srcId="{0F507754-2CDB-4CDE-BBA1-7653E69014B8}" destId="{2301AF40-9060-4386-89AA-429AB4FA5D62}" srcOrd="3" destOrd="0" parTransId="{DD983979-14E8-474E-83F8-C88FCC4792DD}" sibTransId="{97FFE5CF-4585-4374-9DB0-43E24F55BC60}"/>
    <dgm:cxn modelId="{5BB99E97-E0CA-430E-8EA9-4F15D0B50576}" type="presOf" srcId="{C2B6F1FA-5EF5-4779-924B-93BF304CC65B}" destId="{B4484374-F97E-4A0D-B524-7BF82DA70716}" srcOrd="0" destOrd="2" presId="urn:microsoft.com/office/officeart/2005/8/layout/hProcess6"/>
    <dgm:cxn modelId="{64BD409D-3AFA-4A62-8BA2-D33DECDB8D36}" type="presOf" srcId="{DF0F6825-DF12-4F31-96D3-83BA74149B42}" destId="{DA9BA91C-2ED7-4DEA-A5ED-3FCF26888626}" srcOrd="1" destOrd="0" presId="urn:microsoft.com/office/officeart/2005/8/layout/hProcess6"/>
    <dgm:cxn modelId="{CFBF8E9D-BD03-4DA9-972D-759B2A746F63}" type="presOf" srcId="{F47DF603-2227-4C13-99E7-630396185F27}" destId="{C3556303-A264-428D-A6C5-86980E0893FA}" srcOrd="1" destOrd="2" presId="urn:microsoft.com/office/officeart/2005/8/layout/hProcess6"/>
    <dgm:cxn modelId="{B12BDB9F-FC83-4CF7-8113-69EDB45DBDCD}" type="presOf" srcId="{E1711EED-53EA-D741-B15C-21A17109518B}" destId="{0435D653-E243-4536-B374-BD2656895D1D}" srcOrd="1" destOrd="3" presId="urn:microsoft.com/office/officeart/2005/8/layout/hProcess6"/>
    <dgm:cxn modelId="{1F0C73A0-51F7-422C-9AF1-67BF8C569C31}" type="presOf" srcId="{79497C79-5969-4796-A142-F68BEC3575E6}" destId="{DAB6A6D2-D462-4E24-8933-19BD0A3B8D8B}" srcOrd="1" destOrd="0" presId="urn:microsoft.com/office/officeart/2005/8/layout/hProcess6"/>
    <dgm:cxn modelId="{C28E10A5-1611-40C8-8008-5533AB527E17}" type="presOf" srcId="{C0C86CC1-4CF4-40D5-80E8-FA47B220C161}" destId="{B4484374-F97E-4A0D-B524-7BF82DA70716}" srcOrd="0" destOrd="1" presId="urn:microsoft.com/office/officeart/2005/8/layout/hProcess6"/>
    <dgm:cxn modelId="{1EB82DAD-D209-46E5-9C0E-00D14BD35908}" type="presOf" srcId="{D5EE70A4-2A5F-4066-93CE-42CBA861382D}" destId="{0B4B5FA3-4F31-4EF6-8F5D-F62F50985C31}" srcOrd="0" destOrd="1" presId="urn:microsoft.com/office/officeart/2005/8/layout/hProcess6"/>
    <dgm:cxn modelId="{F30C84AE-F208-4D0A-ABE4-A733E217CA55}" type="presOf" srcId="{C2B6F1FA-5EF5-4779-924B-93BF304CC65B}" destId="{DAB6A6D2-D462-4E24-8933-19BD0A3B8D8B}" srcOrd="1" destOrd="2" presId="urn:microsoft.com/office/officeart/2005/8/layout/hProcess6"/>
    <dgm:cxn modelId="{2D415BB6-B4C7-46AE-A928-D30ABAA26278}" type="presOf" srcId="{DF0F6825-DF12-4F31-96D3-83BA74149B42}" destId="{873A3858-4FA5-47AC-BB0F-F1B6227873BA}" srcOrd="0" destOrd="0" presId="urn:microsoft.com/office/officeart/2005/8/layout/hProcess6"/>
    <dgm:cxn modelId="{46137CBA-E01C-476A-BDDE-2D4F5DC80131}" type="presOf" srcId="{54CF06AE-75E2-D346-AA62-2B040521EBA1}" destId="{DA9BA91C-2ED7-4DEA-A5ED-3FCF26888626}" srcOrd="1" destOrd="2" presId="urn:microsoft.com/office/officeart/2005/8/layout/hProcess6"/>
    <dgm:cxn modelId="{D22204C3-42B8-49B8-A6A4-CA3A64C23300}" srcId="{005C1547-99FD-4E37-88D7-60AB84BCEA6D}" destId="{C2B6F1FA-5EF5-4779-924B-93BF304CC65B}" srcOrd="2" destOrd="0" parTransId="{BA191D76-7D31-4317-AC6F-87B2C27CB895}" sibTransId="{D5405642-2E7D-47BE-9243-0D11AFCF3DED}"/>
    <dgm:cxn modelId="{6BFACACE-A564-4258-A7FD-4CD64DB1EB9C}" srcId="{BA579838-0413-4577-A182-FF80F5549516}" destId="{DF0F6825-DF12-4F31-96D3-83BA74149B42}" srcOrd="0" destOrd="0" parTransId="{8266A661-00CD-443D-8398-00EC28E3CC3D}" sibTransId="{27448AA4-5B90-4F3E-BCC1-1655A601717A}"/>
    <dgm:cxn modelId="{82490DD6-9BE3-46E2-944F-E4664C760E81}" type="presOf" srcId="{54CF06AE-75E2-D346-AA62-2B040521EBA1}" destId="{873A3858-4FA5-47AC-BB0F-F1B6227873BA}" srcOrd="0" destOrd="2" presId="urn:microsoft.com/office/officeart/2005/8/layout/hProcess6"/>
    <dgm:cxn modelId="{78A937DA-5CC2-074F-A616-EFC28CED9B62}" srcId="{BA579838-0413-4577-A182-FF80F5549516}" destId="{54CF06AE-75E2-D346-AA62-2B040521EBA1}" srcOrd="2" destOrd="0" parTransId="{2729BFE9-A6CE-2645-85E9-7156E957CF28}" sibTransId="{2C7DBE57-1235-8E4E-9082-16A9C17708B0}"/>
    <dgm:cxn modelId="{9DF1E8DA-8AD1-49D5-B508-20EA89F91C83}" srcId="{005C1547-99FD-4E37-88D7-60AB84BCEA6D}" destId="{79497C79-5969-4796-A142-F68BEC3575E6}" srcOrd="0" destOrd="0" parTransId="{5E167226-76F7-4E5A-83C2-B737AB5ACBEF}" sibTransId="{EB4E0027-80C6-46DF-A5C7-2D4A3C3E86BD}"/>
    <dgm:cxn modelId="{DC34A9DB-9CE4-47ED-A30E-AF62537B599A}" type="presOf" srcId="{4EB52C01-023A-D34F-990F-FC10E61C7C4F}" destId="{29B467BE-B8B3-4454-8337-651F6FA8D458}" srcOrd="0" destOrd="2" presId="urn:microsoft.com/office/officeart/2005/8/layout/hProcess6"/>
    <dgm:cxn modelId="{1B28EAE3-560C-B64C-ACBF-B7CE8FBA4B1E}" srcId="{BA579838-0413-4577-A182-FF80F5549516}" destId="{D6B2E01B-0CFB-5C40-9EDF-47488218F3D8}" srcOrd="1" destOrd="0" parTransId="{B12F30A1-40C2-CF4E-94ED-5FF21F7CEE06}" sibTransId="{903BDA5F-B613-2B43-A495-501C860D9EC2}"/>
    <dgm:cxn modelId="{620DAAE4-71BB-4DAF-A4BC-A7C41BA8A783}" type="presOf" srcId="{D6B2E01B-0CFB-5C40-9EDF-47488218F3D8}" destId="{DA9BA91C-2ED7-4DEA-A5ED-3FCF26888626}" srcOrd="1" destOrd="1" presId="urn:microsoft.com/office/officeart/2005/8/layout/hProcess6"/>
    <dgm:cxn modelId="{570E6FE7-708F-4FB8-B067-5E59DBD77163}" type="presOf" srcId="{B55FD80A-C153-454F-8334-6B63D381B31D}" destId="{0B4B5FA3-4F31-4EF6-8F5D-F62F50985C31}" srcOrd="0" destOrd="0" presId="urn:microsoft.com/office/officeart/2005/8/layout/hProcess6"/>
    <dgm:cxn modelId="{C8A690EE-EA89-FB4C-AB9D-CD1DED382BE9}" srcId="{0F507754-2CDB-4CDE-BBA1-7653E69014B8}" destId="{B55FD80A-C153-454F-8334-6B63D381B31D}" srcOrd="0" destOrd="0" parTransId="{ED6C3C42-E48C-8F4F-AB02-12FADB18D5DD}" sibTransId="{B02D5179-690C-B046-AC42-D1FD90B636F3}"/>
    <dgm:cxn modelId="{C97AFCF2-EC0A-45FC-8FC7-91D6FB139459}" type="presOf" srcId="{D5EE70A4-2A5F-4066-93CE-42CBA861382D}" destId="{C3556303-A264-428D-A6C5-86980E0893FA}" srcOrd="1" destOrd="1" presId="urn:microsoft.com/office/officeart/2005/8/layout/hProcess6"/>
    <dgm:cxn modelId="{88DBA1FB-F303-4DBC-92F1-ECC4A1A4B31E}" srcId="{D461267C-AAFC-4A04-B453-10BFCA9E3A78}" destId="{BA579838-0413-4577-A182-FF80F5549516}" srcOrd="2" destOrd="0" parTransId="{F1BDB688-CCC1-4564-A38C-F5FDAA22CB13}" sibTransId="{2279A675-23DF-4502-B2FB-27B479AC59E8}"/>
    <dgm:cxn modelId="{ABFD43AF-9113-4310-98E0-D1F78171DBEE}" type="presParOf" srcId="{25A913F6-1796-44E2-86F5-34ED72C8724E}" destId="{5DFF7897-A45B-4A05-A53C-480927982C02}" srcOrd="0" destOrd="0" presId="urn:microsoft.com/office/officeart/2005/8/layout/hProcess6"/>
    <dgm:cxn modelId="{31F36847-4465-4E5B-8CCE-518E794DCDE0}" type="presParOf" srcId="{5DFF7897-A45B-4A05-A53C-480927982C02}" destId="{F71992BA-4E83-4A4A-B9D8-DF5E267C38B0}" srcOrd="0" destOrd="0" presId="urn:microsoft.com/office/officeart/2005/8/layout/hProcess6"/>
    <dgm:cxn modelId="{BF07E4D7-1C5B-4AFE-89E8-5ECDB776846E}" type="presParOf" srcId="{5DFF7897-A45B-4A05-A53C-480927982C02}" destId="{B4484374-F97E-4A0D-B524-7BF82DA70716}" srcOrd="1" destOrd="0" presId="urn:microsoft.com/office/officeart/2005/8/layout/hProcess6"/>
    <dgm:cxn modelId="{46F2DE65-EE69-4193-931D-8229F05B3182}" type="presParOf" srcId="{5DFF7897-A45B-4A05-A53C-480927982C02}" destId="{DAB6A6D2-D462-4E24-8933-19BD0A3B8D8B}" srcOrd="2" destOrd="0" presId="urn:microsoft.com/office/officeart/2005/8/layout/hProcess6"/>
    <dgm:cxn modelId="{5FF93483-6E42-4D90-9717-CE2FCA6F73C6}" type="presParOf" srcId="{5DFF7897-A45B-4A05-A53C-480927982C02}" destId="{F8992835-E712-4E11-B253-812CDA2F4A9F}" srcOrd="3" destOrd="0" presId="urn:microsoft.com/office/officeart/2005/8/layout/hProcess6"/>
    <dgm:cxn modelId="{D379068E-98A6-4B34-A06D-038C59EFC498}" type="presParOf" srcId="{25A913F6-1796-44E2-86F5-34ED72C8724E}" destId="{997B86B2-1CD7-41B6-A03A-04C51334E035}" srcOrd="1" destOrd="0" presId="urn:microsoft.com/office/officeart/2005/8/layout/hProcess6"/>
    <dgm:cxn modelId="{93A435EF-1C83-46CF-891B-8633C7F67975}" type="presParOf" srcId="{25A913F6-1796-44E2-86F5-34ED72C8724E}" destId="{098967BF-8C35-4AD7-9E58-1420868166BE}" srcOrd="2" destOrd="0" presId="urn:microsoft.com/office/officeart/2005/8/layout/hProcess6"/>
    <dgm:cxn modelId="{BB2A7A3A-E32C-4F2C-A8F3-661CF1F00461}" type="presParOf" srcId="{098967BF-8C35-4AD7-9E58-1420868166BE}" destId="{335371D7-0293-4547-9202-4418F89086F6}" srcOrd="0" destOrd="0" presId="urn:microsoft.com/office/officeart/2005/8/layout/hProcess6"/>
    <dgm:cxn modelId="{F0F5B1FC-2D44-42BA-BB06-4FDE839D5C07}" type="presParOf" srcId="{098967BF-8C35-4AD7-9E58-1420868166BE}" destId="{0B4B5FA3-4F31-4EF6-8F5D-F62F50985C31}" srcOrd="1" destOrd="0" presId="urn:microsoft.com/office/officeart/2005/8/layout/hProcess6"/>
    <dgm:cxn modelId="{59AC7AB4-8238-4621-AE1A-037FFC56EA8E}" type="presParOf" srcId="{098967BF-8C35-4AD7-9E58-1420868166BE}" destId="{C3556303-A264-428D-A6C5-86980E0893FA}" srcOrd="2" destOrd="0" presId="urn:microsoft.com/office/officeart/2005/8/layout/hProcess6"/>
    <dgm:cxn modelId="{6438886C-B66C-405C-B7EF-F57EFB9EA617}" type="presParOf" srcId="{098967BF-8C35-4AD7-9E58-1420868166BE}" destId="{87A2D63B-EA13-41CD-A82C-BDD669DBC70C}" srcOrd="3" destOrd="0" presId="urn:microsoft.com/office/officeart/2005/8/layout/hProcess6"/>
    <dgm:cxn modelId="{685B4B32-CA87-4F62-85A6-2B793DC50037}" type="presParOf" srcId="{25A913F6-1796-44E2-86F5-34ED72C8724E}" destId="{EDA26482-546D-4479-9AEC-EF0EA02C2180}" srcOrd="3" destOrd="0" presId="urn:microsoft.com/office/officeart/2005/8/layout/hProcess6"/>
    <dgm:cxn modelId="{A4E287B0-C3E1-46EA-B5E7-D34A2D2B7469}" type="presParOf" srcId="{25A913F6-1796-44E2-86F5-34ED72C8724E}" destId="{6A90C15B-3C9B-45EF-8C0F-AC5BA2DD0A91}" srcOrd="4" destOrd="0" presId="urn:microsoft.com/office/officeart/2005/8/layout/hProcess6"/>
    <dgm:cxn modelId="{909FF3E0-369E-4F0A-8D91-36575C794BB0}" type="presParOf" srcId="{6A90C15B-3C9B-45EF-8C0F-AC5BA2DD0A91}" destId="{66FCE5C4-75CE-4371-AB3F-5FE8C8237DFA}" srcOrd="0" destOrd="0" presId="urn:microsoft.com/office/officeart/2005/8/layout/hProcess6"/>
    <dgm:cxn modelId="{7AD2C3C7-FECA-4A05-BB31-4A9A1C8B923D}" type="presParOf" srcId="{6A90C15B-3C9B-45EF-8C0F-AC5BA2DD0A91}" destId="{873A3858-4FA5-47AC-BB0F-F1B6227873BA}" srcOrd="1" destOrd="0" presId="urn:microsoft.com/office/officeart/2005/8/layout/hProcess6"/>
    <dgm:cxn modelId="{E84B9236-69C0-4157-9137-73BEADE4E2BB}" type="presParOf" srcId="{6A90C15B-3C9B-45EF-8C0F-AC5BA2DD0A91}" destId="{DA9BA91C-2ED7-4DEA-A5ED-3FCF26888626}" srcOrd="2" destOrd="0" presId="urn:microsoft.com/office/officeart/2005/8/layout/hProcess6"/>
    <dgm:cxn modelId="{F21DD954-0C84-41FE-A9BA-8302F5F19AE4}" type="presParOf" srcId="{6A90C15B-3C9B-45EF-8C0F-AC5BA2DD0A91}" destId="{3EF928B0-AE40-4CCC-9AC8-7F4622232DB9}" srcOrd="3" destOrd="0" presId="urn:microsoft.com/office/officeart/2005/8/layout/hProcess6"/>
    <dgm:cxn modelId="{66C8561C-5B61-407D-B45B-B950BE420059}" type="presParOf" srcId="{25A913F6-1796-44E2-86F5-34ED72C8724E}" destId="{CF32752F-8D14-4662-AF10-704ED0D9AC3C}" srcOrd="5" destOrd="0" presId="urn:microsoft.com/office/officeart/2005/8/layout/hProcess6"/>
    <dgm:cxn modelId="{5FC28825-7E84-46C4-A4AF-5074C56D62EE}" type="presParOf" srcId="{25A913F6-1796-44E2-86F5-34ED72C8724E}" destId="{BF1976E3-97FE-4777-9836-E1C3E8400EF1}" srcOrd="6" destOrd="0" presId="urn:microsoft.com/office/officeart/2005/8/layout/hProcess6"/>
    <dgm:cxn modelId="{4C290E14-44A4-4912-8D34-30FBA9ACED57}" type="presParOf" srcId="{BF1976E3-97FE-4777-9836-E1C3E8400EF1}" destId="{FAFA3233-7BB8-49AE-899E-5CA9CCE68CA8}" srcOrd="0" destOrd="0" presId="urn:microsoft.com/office/officeart/2005/8/layout/hProcess6"/>
    <dgm:cxn modelId="{09AB0802-C7A9-4AC3-9B39-A14BC9B4913D}" type="presParOf" srcId="{BF1976E3-97FE-4777-9836-E1C3E8400EF1}" destId="{29B467BE-B8B3-4454-8337-651F6FA8D458}" srcOrd="1" destOrd="0" presId="urn:microsoft.com/office/officeart/2005/8/layout/hProcess6"/>
    <dgm:cxn modelId="{56D8154B-0706-446A-A63F-6A3258032B35}" type="presParOf" srcId="{BF1976E3-97FE-4777-9836-E1C3E8400EF1}" destId="{0435D653-E243-4536-B374-BD2656895D1D}" srcOrd="2" destOrd="0" presId="urn:microsoft.com/office/officeart/2005/8/layout/hProcess6"/>
    <dgm:cxn modelId="{79368765-A47C-4975-87F1-9BD95550FBF5}" type="presParOf" srcId="{BF1976E3-97FE-4777-9836-E1C3E8400EF1}" destId="{008EABF7-B564-4A13-BF4D-CB0AEEC77A91}" srcOrd="3" destOrd="0" presId="urn:microsoft.com/office/officeart/2005/8/layout/hProcess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484374-F97E-4A0D-B524-7BF82DA70716}">
      <dsp:nvSpPr>
        <dsp:cNvPr id="0" name=""/>
        <dsp:cNvSpPr/>
      </dsp:nvSpPr>
      <dsp:spPr>
        <a:xfrm>
          <a:off x="553417" y="235406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a:lnSpc>
              <a:spcPct val="90000"/>
            </a:lnSpc>
            <a:spcBef>
              <a:spcPct val="0"/>
            </a:spcBef>
            <a:spcAft>
              <a:spcPct val="15000"/>
            </a:spcAft>
            <a:buFont typeface="Arial" panose="020B0604020202020204" pitchFamily="34" charset="0"/>
            <a:buChar char="•"/>
          </a:pPr>
          <a:r>
            <a:rPr lang="en-GB" sz="800" kern="1200"/>
            <a:t>Strategic objective 1</a:t>
          </a:r>
        </a:p>
        <a:p>
          <a:pPr marL="57150" lvl="1" indent="-57150" algn="l" defTabSz="355600">
            <a:lnSpc>
              <a:spcPct val="90000"/>
            </a:lnSpc>
            <a:spcBef>
              <a:spcPct val="0"/>
            </a:spcBef>
            <a:spcAft>
              <a:spcPct val="15000"/>
            </a:spcAft>
            <a:buFont typeface="Arial" panose="020B0604020202020204" pitchFamily="34" charset="0"/>
            <a:buChar char="•"/>
          </a:pPr>
          <a:r>
            <a:rPr lang="en-GB" sz="800" kern="1200"/>
            <a:t>Strategic objective 2</a:t>
          </a:r>
        </a:p>
        <a:p>
          <a:pPr marL="57150" lvl="1" indent="-57150" algn="l" defTabSz="355600">
            <a:lnSpc>
              <a:spcPct val="90000"/>
            </a:lnSpc>
            <a:spcBef>
              <a:spcPct val="0"/>
            </a:spcBef>
            <a:spcAft>
              <a:spcPct val="15000"/>
            </a:spcAft>
            <a:buFont typeface="Arial" panose="020B0604020202020204" pitchFamily="34" charset="0"/>
            <a:buChar char="•"/>
          </a:pPr>
          <a:r>
            <a:rPr lang="en-GB" sz="800" kern="1200"/>
            <a:t>Strategic objective 3</a:t>
          </a:r>
        </a:p>
      </dsp:txBody>
      <dsp:txXfrm>
        <a:off x="1101141" y="2641333"/>
        <a:ext cx="1068061" cy="1340582"/>
      </dsp:txXfrm>
    </dsp:sp>
    <dsp:sp modelId="{F8992835-E712-4E11-B253-812CDA2F4A9F}">
      <dsp:nvSpPr>
        <dsp:cNvPr id="0" name=""/>
        <dsp:cNvSpPr/>
      </dsp:nvSpPr>
      <dsp:spPr>
        <a:xfrm>
          <a:off x="5693" y="2763900"/>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1</a:t>
          </a:r>
          <a:r>
            <a:rPr lang="en-GB" sz="2800" kern="1200" baseline="30000"/>
            <a:t>st</a:t>
          </a:r>
          <a:r>
            <a:rPr lang="en-GB" sz="2800" kern="1200"/>
            <a:t> </a:t>
          </a:r>
          <a:r>
            <a:rPr lang="en-GB" sz="2800" kern="1200" err="1"/>
            <a:t>Qtr</a:t>
          </a:r>
          <a:endParaRPr lang="en-GB" sz="2800" kern="1200"/>
        </a:p>
      </dsp:txBody>
      <dsp:txXfrm>
        <a:off x="166117" y="2924324"/>
        <a:ext cx="774599" cy="774599"/>
      </dsp:txXfrm>
    </dsp:sp>
    <dsp:sp modelId="{0B4B5FA3-4F31-4EF6-8F5D-F62F50985C31}">
      <dsp:nvSpPr>
        <dsp:cNvPr id="0" name=""/>
        <dsp:cNvSpPr/>
      </dsp:nvSpPr>
      <dsp:spPr>
        <a:xfrm>
          <a:off x="3422855" y="243122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a:lnSpc>
              <a:spcPct val="90000"/>
            </a:lnSpc>
            <a:spcBef>
              <a:spcPct val="0"/>
            </a:spcBef>
            <a:spcAft>
              <a:spcPct val="15000"/>
            </a:spcAft>
            <a:buChar char="•"/>
          </a:pPr>
          <a:endParaRPr lang="en-GB" sz="800" kern="1200"/>
        </a:p>
        <a:p>
          <a:pPr marL="57150" lvl="1" indent="-57150" algn="l" defTabSz="355600">
            <a:lnSpc>
              <a:spcPct val="90000"/>
            </a:lnSpc>
            <a:spcBef>
              <a:spcPct val="0"/>
            </a:spcBef>
            <a:spcAft>
              <a:spcPct val="15000"/>
            </a:spcAft>
            <a:buChar char="•"/>
          </a:pPr>
          <a:r>
            <a:rPr lang="en-GB" sz="800" kern="1200"/>
            <a:t>Strategic objective 1</a:t>
          </a:r>
        </a:p>
        <a:p>
          <a:pPr marL="57150" lvl="1" indent="-57150" algn="l" defTabSz="355600">
            <a:lnSpc>
              <a:spcPct val="90000"/>
            </a:lnSpc>
            <a:spcBef>
              <a:spcPct val="0"/>
            </a:spcBef>
            <a:spcAft>
              <a:spcPct val="15000"/>
            </a:spcAft>
            <a:buFont typeface="Arial" panose="020B0604020202020204" pitchFamily="34" charset="0"/>
            <a:buChar char="•"/>
          </a:pPr>
          <a:r>
            <a:rPr lang="en-GB" sz="800" kern="1200"/>
            <a:t>Strategic objective 2</a:t>
          </a:r>
        </a:p>
        <a:p>
          <a:pPr marL="57150" lvl="1" indent="-57150" algn="l" defTabSz="355600">
            <a:lnSpc>
              <a:spcPct val="90000"/>
            </a:lnSpc>
            <a:spcBef>
              <a:spcPct val="0"/>
            </a:spcBef>
            <a:spcAft>
              <a:spcPct val="15000"/>
            </a:spcAft>
            <a:buFont typeface="Arial" panose="020B0604020202020204" pitchFamily="34" charset="0"/>
            <a:buChar char="•"/>
          </a:pPr>
          <a:r>
            <a:rPr lang="en-GB" sz="800" kern="1200"/>
            <a:t>Strategic objective 3</a:t>
          </a:r>
        </a:p>
        <a:p>
          <a:pPr marL="57150" lvl="1" indent="-57150" algn="l" defTabSz="355600">
            <a:lnSpc>
              <a:spcPct val="90000"/>
            </a:lnSpc>
            <a:spcBef>
              <a:spcPct val="0"/>
            </a:spcBef>
            <a:spcAft>
              <a:spcPct val="15000"/>
            </a:spcAft>
            <a:buFont typeface="Arial" panose="020B0604020202020204" pitchFamily="34" charset="0"/>
            <a:buChar char="•"/>
          </a:pPr>
          <a:endParaRPr lang="en-GB" sz="800" kern="1200"/>
        </a:p>
        <a:p>
          <a:pPr marL="57150" lvl="1" indent="-57150" algn="l" defTabSz="355600">
            <a:lnSpc>
              <a:spcPct val="90000"/>
            </a:lnSpc>
            <a:spcBef>
              <a:spcPct val="0"/>
            </a:spcBef>
            <a:spcAft>
              <a:spcPct val="15000"/>
            </a:spcAft>
            <a:buChar char="•"/>
          </a:pPr>
          <a:endParaRPr lang="en-GB" sz="800" kern="1200"/>
        </a:p>
        <a:p>
          <a:pPr marL="57150" lvl="1" indent="-57150" algn="l" defTabSz="355600">
            <a:lnSpc>
              <a:spcPct val="90000"/>
            </a:lnSpc>
            <a:spcBef>
              <a:spcPct val="0"/>
            </a:spcBef>
            <a:spcAft>
              <a:spcPct val="15000"/>
            </a:spcAft>
            <a:buChar char="•"/>
          </a:pPr>
          <a:endParaRPr lang="en-US" sz="800" kern="1200"/>
        </a:p>
      </dsp:txBody>
      <dsp:txXfrm>
        <a:off x="3970579" y="2718493"/>
        <a:ext cx="1068061" cy="1340582"/>
      </dsp:txXfrm>
    </dsp:sp>
    <dsp:sp modelId="{87A2D63B-EA13-41CD-A82C-BDD669DBC70C}">
      <dsp:nvSpPr>
        <dsp:cNvPr id="0" name=""/>
        <dsp:cNvSpPr/>
      </dsp:nvSpPr>
      <dsp:spPr>
        <a:xfrm>
          <a:off x="2881857" y="2875471"/>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2</a:t>
          </a:r>
          <a:r>
            <a:rPr lang="en-GB" sz="2800" kern="1200" baseline="30000"/>
            <a:t>nd</a:t>
          </a:r>
          <a:r>
            <a:rPr lang="en-GB" sz="2800" kern="1200"/>
            <a:t> </a:t>
          </a:r>
          <a:r>
            <a:rPr lang="en-GB" sz="2800" kern="1200" err="1"/>
            <a:t>Qtr</a:t>
          </a:r>
          <a:endParaRPr lang="en-GB" sz="2800" kern="1200"/>
        </a:p>
      </dsp:txBody>
      <dsp:txXfrm>
        <a:off x="3042281" y="3035895"/>
        <a:ext cx="774599" cy="774599"/>
      </dsp:txXfrm>
    </dsp:sp>
    <dsp:sp modelId="{873A3858-4FA5-47AC-BB0F-F1B6227873BA}">
      <dsp:nvSpPr>
        <dsp:cNvPr id="0" name=""/>
        <dsp:cNvSpPr/>
      </dsp:nvSpPr>
      <dsp:spPr>
        <a:xfrm>
          <a:off x="6304518" y="235406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a:lnSpc>
              <a:spcPct val="90000"/>
            </a:lnSpc>
            <a:spcBef>
              <a:spcPct val="0"/>
            </a:spcBef>
            <a:spcAft>
              <a:spcPct val="15000"/>
            </a:spcAft>
            <a:buChar char="•"/>
          </a:pPr>
          <a:r>
            <a:rPr lang="en-GB" sz="800" kern="1200"/>
            <a:t>Strategic objective 1</a:t>
          </a:r>
        </a:p>
        <a:p>
          <a:pPr marL="57150" lvl="1" indent="-57150" algn="l" defTabSz="355600">
            <a:lnSpc>
              <a:spcPct val="90000"/>
            </a:lnSpc>
            <a:spcBef>
              <a:spcPct val="0"/>
            </a:spcBef>
            <a:spcAft>
              <a:spcPct val="15000"/>
            </a:spcAft>
            <a:buChar char="•"/>
          </a:pPr>
          <a:r>
            <a:rPr lang="en-US" sz="800" kern="1200"/>
            <a:t>Strategic objective 2</a:t>
          </a:r>
          <a:endParaRPr lang="en-GB" sz="800" kern="1200"/>
        </a:p>
        <a:p>
          <a:pPr marL="57150" lvl="1" indent="-57150" algn="l" defTabSz="355600">
            <a:lnSpc>
              <a:spcPct val="90000"/>
            </a:lnSpc>
            <a:spcBef>
              <a:spcPct val="0"/>
            </a:spcBef>
            <a:spcAft>
              <a:spcPct val="15000"/>
            </a:spcAft>
            <a:buChar char="•"/>
          </a:pPr>
          <a:r>
            <a:rPr lang="en-US" sz="800" kern="1200"/>
            <a:t>Strategic objective 3</a:t>
          </a:r>
        </a:p>
        <a:p>
          <a:pPr marL="57150" lvl="1" indent="-57150" algn="l" defTabSz="355600">
            <a:lnSpc>
              <a:spcPct val="90000"/>
            </a:lnSpc>
            <a:spcBef>
              <a:spcPct val="0"/>
            </a:spcBef>
            <a:spcAft>
              <a:spcPct val="15000"/>
            </a:spcAft>
            <a:buChar char="•"/>
          </a:pPr>
          <a:endParaRPr lang="en-GB" sz="800" kern="1200"/>
        </a:p>
        <a:p>
          <a:pPr marL="57150" lvl="1" indent="-57150" algn="l" defTabSz="355600">
            <a:lnSpc>
              <a:spcPct val="90000"/>
            </a:lnSpc>
            <a:spcBef>
              <a:spcPct val="0"/>
            </a:spcBef>
            <a:spcAft>
              <a:spcPct val="15000"/>
            </a:spcAft>
            <a:buChar char="•"/>
          </a:pPr>
          <a:endParaRPr lang="en-GB" sz="800" kern="1200"/>
        </a:p>
      </dsp:txBody>
      <dsp:txXfrm>
        <a:off x="6852242" y="2641333"/>
        <a:ext cx="1068061" cy="1340582"/>
      </dsp:txXfrm>
    </dsp:sp>
    <dsp:sp modelId="{3EF928B0-AE40-4CCC-9AC8-7F4622232DB9}">
      <dsp:nvSpPr>
        <dsp:cNvPr id="0" name=""/>
        <dsp:cNvSpPr/>
      </dsp:nvSpPr>
      <dsp:spPr>
        <a:xfrm>
          <a:off x="5756794" y="2763900"/>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3</a:t>
          </a:r>
          <a:r>
            <a:rPr lang="en-GB" sz="2800" kern="1200" baseline="30000"/>
            <a:t>rd</a:t>
          </a:r>
          <a:r>
            <a:rPr lang="en-GB" sz="2800" kern="1200"/>
            <a:t> </a:t>
          </a:r>
          <a:r>
            <a:rPr lang="en-GB" sz="2800" kern="1200" err="1"/>
            <a:t>Qtr</a:t>
          </a:r>
          <a:endParaRPr lang="en-GB" sz="2800" kern="1200"/>
        </a:p>
      </dsp:txBody>
      <dsp:txXfrm>
        <a:off x="5917218" y="2924324"/>
        <a:ext cx="774599" cy="774599"/>
      </dsp:txXfrm>
    </dsp:sp>
    <dsp:sp modelId="{29B467BE-B8B3-4454-8337-651F6FA8D458}">
      <dsp:nvSpPr>
        <dsp:cNvPr id="0" name=""/>
        <dsp:cNvSpPr/>
      </dsp:nvSpPr>
      <dsp:spPr>
        <a:xfrm>
          <a:off x="9180069" y="235406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a:lnSpc>
              <a:spcPct val="90000"/>
            </a:lnSpc>
            <a:spcBef>
              <a:spcPct val="0"/>
            </a:spcBef>
            <a:spcAft>
              <a:spcPct val="15000"/>
            </a:spcAft>
            <a:buChar char="•"/>
          </a:pPr>
          <a:endParaRPr lang="en-GB" sz="800" kern="1200"/>
        </a:p>
        <a:p>
          <a:pPr marL="57150" lvl="1" indent="-57150" algn="l" defTabSz="355600">
            <a:lnSpc>
              <a:spcPct val="90000"/>
            </a:lnSpc>
            <a:spcBef>
              <a:spcPct val="0"/>
            </a:spcBef>
            <a:spcAft>
              <a:spcPct val="15000"/>
            </a:spcAft>
            <a:buFont typeface="Arial" panose="020B0604020202020204" pitchFamily="34" charset="0"/>
            <a:buChar char="•"/>
          </a:pPr>
          <a:r>
            <a:rPr lang="en-GB" sz="800" kern="1200"/>
            <a:t>Finalize FY27 Budget </a:t>
          </a:r>
          <a:r>
            <a:rPr lang="en-US" sz="800" kern="1200"/>
            <a:t>Strategic objective 1</a:t>
          </a:r>
          <a:endParaRPr lang="en-GB" sz="800" kern="1200"/>
        </a:p>
        <a:p>
          <a:pPr marL="57150" lvl="1" indent="-57150" algn="l" defTabSz="355600">
            <a:lnSpc>
              <a:spcPct val="90000"/>
            </a:lnSpc>
            <a:spcBef>
              <a:spcPct val="0"/>
            </a:spcBef>
            <a:spcAft>
              <a:spcPct val="15000"/>
            </a:spcAft>
            <a:buFont typeface="Arial" panose="020B0604020202020204" pitchFamily="34" charset="0"/>
            <a:buChar char="•"/>
          </a:pPr>
          <a:r>
            <a:rPr lang="en-US" sz="800" kern="1200"/>
            <a:t>Strategic objective 2</a:t>
          </a:r>
        </a:p>
        <a:p>
          <a:pPr marL="57150" lvl="1" indent="-57150" algn="l" defTabSz="355600">
            <a:lnSpc>
              <a:spcPct val="90000"/>
            </a:lnSpc>
            <a:spcBef>
              <a:spcPct val="0"/>
            </a:spcBef>
            <a:spcAft>
              <a:spcPct val="15000"/>
            </a:spcAft>
            <a:buFont typeface="Arial" panose="020B0604020202020204" pitchFamily="34" charset="0"/>
            <a:buChar char="•"/>
          </a:pPr>
          <a:r>
            <a:rPr lang="en-US" sz="800" kern="1200"/>
            <a:t>Strategic objective 3</a:t>
          </a:r>
        </a:p>
        <a:p>
          <a:pPr marL="57150" lvl="1" indent="-57150" algn="l" defTabSz="355600">
            <a:lnSpc>
              <a:spcPct val="90000"/>
            </a:lnSpc>
            <a:spcBef>
              <a:spcPct val="0"/>
            </a:spcBef>
            <a:spcAft>
              <a:spcPct val="15000"/>
            </a:spcAft>
            <a:buFont typeface="Arial" panose="020B0604020202020204" pitchFamily="34" charset="0"/>
            <a:buChar char="•"/>
          </a:pPr>
          <a:endParaRPr lang="en-US" sz="800" kern="1200"/>
        </a:p>
        <a:p>
          <a:pPr marL="57150" lvl="1" indent="-57150" algn="l" defTabSz="355600">
            <a:lnSpc>
              <a:spcPct val="90000"/>
            </a:lnSpc>
            <a:spcBef>
              <a:spcPct val="0"/>
            </a:spcBef>
            <a:spcAft>
              <a:spcPct val="15000"/>
            </a:spcAft>
            <a:buFont typeface="Arial" panose="020B0604020202020204" pitchFamily="34" charset="0"/>
            <a:buChar char="•"/>
          </a:pPr>
          <a:endParaRPr lang="en-GB" sz="800" kern="1200"/>
        </a:p>
      </dsp:txBody>
      <dsp:txXfrm>
        <a:off x="9727793" y="2641333"/>
        <a:ext cx="1068061" cy="1340582"/>
      </dsp:txXfrm>
    </dsp:sp>
    <dsp:sp modelId="{008EABF7-B564-4A13-BF4D-CB0AEEC77A91}">
      <dsp:nvSpPr>
        <dsp:cNvPr id="0" name=""/>
        <dsp:cNvSpPr/>
      </dsp:nvSpPr>
      <dsp:spPr>
        <a:xfrm>
          <a:off x="8632345" y="2763900"/>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4</a:t>
          </a:r>
          <a:r>
            <a:rPr lang="en-GB" sz="2800" kern="1200" baseline="30000"/>
            <a:t>th</a:t>
          </a:r>
          <a:r>
            <a:rPr lang="en-GB" sz="2800" kern="1200"/>
            <a:t> </a:t>
          </a:r>
          <a:r>
            <a:rPr lang="en-GB" sz="2800" kern="1200" err="1"/>
            <a:t>Qtr</a:t>
          </a:r>
          <a:endParaRPr lang="en-GB" sz="2800" kern="1200"/>
        </a:p>
      </dsp:txBody>
      <dsp:txXfrm>
        <a:off x="8792769" y="2924324"/>
        <a:ext cx="774599" cy="7745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484374-F97E-4A0D-B524-7BF82DA70716}">
      <dsp:nvSpPr>
        <dsp:cNvPr id="0" name=""/>
        <dsp:cNvSpPr/>
      </dsp:nvSpPr>
      <dsp:spPr>
        <a:xfrm>
          <a:off x="553417" y="235406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rtl="0">
            <a:lnSpc>
              <a:spcPct val="90000"/>
            </a:lnSpc>
            <a:spcBef>
              <a:spcPct val="0"/>
            </a:spcBef>
            <a:spcAft>
              <a:spcPct val="15000"/>
            </a:spcAft>
            <a:buFont typeface="Arial" panose="020B0604020202020204" pitchFamily="34" charset="0"/>
            <a:buChar char="•"/>
          </a:pPr>
          <a:r>
            <a:rPr lang="en-GB" sz="800" kern="1200"/>
            <a:t>Deepen customer engagement</a:t>
          </a:r>
        </a:p>
        <a:p>
          <a:pPr marL="57150" lvl="1" indent="-57150" algn="l" defTabSz="355600" rtl="0">
            <a:lnSpc>
              <a:spcPct val="90000"/>
            </a:lnSpc>
            <a:spcBef>
              <a:spcPct val="0"/>
            </a:spcBef>
            <a:spcAft>
              <a:spcPct val="15000"/>
            </a:spcAft>
            <a:buFont typeface="Arial" panose="020B0604020202020204" pitchFamily="34" charset="0"/>
            <a:buChar char="•"/>
          </a:pPr>
          <a:r>
            <a:rPr lang="en-GB" sz="800" kern="1200"/>
            <a:t>Increase capacity</a:t>
          </a:r>
        </a:p>
        <a:p>
          <a:pPr marL="57150" lvl="1" indent="-57150" algn="l" defTabSz="355600" rtl="0">
            <a:lnSpc>
              <a:spcPct val="90000"/>
            </a:lnSpc>
            <a:spcBef>
              <a:spcPct val="0"/>
            </a:spcBef>
            <a:spcAft>
              <a:spcPct val="15000"/>
            </a:spcAft>
            <a:buFont typeface="Arial" panose="020B0604020202020204" pitchFamily="34" charset="0"/>
            <a:buChar char="•"/>
          </a:pPr>
          <a:r>
            <a:rPr lang="en-GB" sz="800" kern="1200"/>
            <a:t>Strengthen account intelligence</a:t>
          </a:r>
        </a:p>
      </dsp:txBody>
      <dsp:txXfrm>
        <a:off x="1101141" y="2641333"/>
        <a:ext cx="1068061" cy="1340582"/>
      </dsp:txXfrm>
    </dsp:sp>
    <dsp:sp modelId="{F8992835-E712-4E11-B253-812CDA2F4A9F}">
      <dsp:nvSpPr>
        <dsp:cNvPr id="0" name=""/>
        <dsp:cNvSpPr/>
      </dsp:nvSpPr>
      <dsp:spPr>
        <a:xfrm>
          <a:off x="5693" y="2763900"/>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1</a:t>
          </a:r>
          <a:r>
            <a:rPr lang="en-GB" sz="2800" kern="1200" baseline="30000"/>
            <a:t>st</a:t>
          </a:r>
          <a:r>
            <a:rPr lang="en-GB" sz="2800" kern="1200"/>
            <a:t> </a:t>
          </a:r>
          <a:r>
            <a:rPr lang="en-GB" sz="2800" kern="1200" err="1"/>
            <a:t>Qtr</a:t>
          </a:r>
          <a:endParaRPr lang="en-GB" sz="2800" kern="1200"/>
        </a:p>
      </dsp:txBody>
      <dsp:txXfrm>
        <a:off x="166117" y="2924324"/>
        <a:ext cx="774599" cy="774599"/>
      </dsp:txXfrm>
    </dsp:sp>
    <dsp:sp modelId="{0B4B5FA3-4F31-4EF6-8F5D-F62F50985C31}">
      <dsp:nvSpPr>
        <dsp:cNvPr id="0" name=""/>
        <dsp:cNvSpPr/>
      </dsp:nvSpPr>
      <dsp:spPr>
        <a:xfrm>
          <a:off x="3422855" y="243122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rtl="0">
            <a:lnSpc>
              <a:spcPct val="90000"/>
            </a:lnSpc>
            <a:spcBef>
              <a:spcPct val="0"/>
            </a:spcBef>
            <a:spcAft>
              <a:spcPct val="15000"/>
            </a:spcAft>
            <a:buChar char="•"/>
          </a:pPr>
          <a:r>
            <a:rPr lang="en-US" sz="800" kern="1200">
              <a:latin typeface="Arial"/>
              <a:cs typeface="Calibri"/>
            </a:rPr>
            <a:t>Deepen customer engagement</a:t>
          </a:r>
          <a:endParaRPr lang="en-GB" sz="800" kern="1200">
            <a:latin typeface="Arial"/>
          </a:endParaRPr>
        </a:p>
        <a:p>
          <a:pPr marL="57150" lvl="1" indent="-57150" algn="l" defTabSz="355600" rtl="0">
            <a:lnSpc>
              <a:spcPct val="90000"/>
            </a:lnSpc>
            <a:spcBef>
              <a:spcPct val="0"/>
            </a:spcBef>
            <a:spcAft>
              <a:spcPct val="15000"/>
            </a:spcAft>
            <a:buChar char="•"/>
          </a:pPr>
          <a:r>
            <a:rPr lang="en-US" sz="800" kern="1200">
              <a:latin typeface="Arial"/>
              <a:cs typeface="Calibri"/>
            </a:rPr>
            <a:t>Increase capacity</a:t>
          </a:r>
        </a:p>
        <a:p>
          <a:pPr marL="57150" lvl="1" indent="-57150" algn="l" defTabSz="355600" rtl="0">
            <a:lnSpc>
              <a:spcPct val="90000"/>
            </a:lnSpc>
            <a:spcBef>
              <a:spcPct val="0"/>
            </a:spcBef>
            <a:spcAft>
              <a:spcPct val="15000"/>
            </a:spcAft>
            <a:buChar char="•"/>
          </a:pPr>
          <a:r>
            <a:rPr lang="en-US" sz="800" kern="1200">
              <a:latin typeface="Arial"/>
              <a:cs typeface="Calibri"/>
            </a:rPr>
            <a:t>Strengthen account intelligence</a:t>
          </a:r>
        </a:p>
      </dsp:txBody>
      <dsp:txXfrm>
        <a:off x="3970579" y="2718493"/>
        <a:ext cx="1068061" cy="1340582"/>
      </dsp:txXfrm>
    </dsp:sp>
    <dsp:sp modelId="{87A2D63B-EA13-41CD-A82C-BDD669DBC70C}">
      <dsp:nvSpPr>
        <dsp:cNvPr id="0" name=""/>
        <dsp:cNvSpPr/>
      </dsp:nvSpPr>
      <dsp:spPr>
        <a:xfrm>
          <a:off x="2881857" y="2875471"/>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2</a:t>
          </a:r>
          <a:r>
            <a:rPr lang="en-GB" sz="2800" kern="1200" baseline="30000"/>
            <a:t>nd</a:t>
          </a:r>
          <a:r>
            <a:rPr lang="en-GB" sz="2800" kern="1200"/>
            <a:t> </a:t>
          </a:r>
          <a:r>
            <a:rPr lang="en-GB" sz="2800" kern="1200" err="1"/>
            <a:t>Qtr</a:t>
          </a:r>
          <a:endParaRPr lang="en-GB" sz="2800" kern="1200"/>
        </a:p>
      </dsp:txBody>
      <dsp:txXfrm>
        <a:off x="3042281" y="3035895"/>
        <a:ext cx="774599" cy="774599"/>
      </dsp:txXfrm>
    </dsp:sp>
    <dsp:sp modelId="{873A3858-4FA5-47AC-BB0F-F1B6227873BA}">
      <dsp:nvSpPr>
        <dsp:cNvPr id="0" name=""/>
        <dsp:cNvSpPr/>
      </dsp:nvSpPr>
      <dsp:spPr>
        <a:xfrm>
          <a:off x="6304518" y="235406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rtl="0">
            <a:lnSpc>
              <a:spcPct val="90000"/>
            </a:lnSpc>
            <a:spcBef>
              <a:spcPct val="0"/>
            </a:spcBef>
            <a:spcAft>
              <a:spcPct val="15000"/>
            </a:spcAft>
            <a:buChar char="•"/>
          </a:pPr>
          <a:r>
            <a:rPr lang="en-US" sz="800" kern="1200"/>
            <a:t>Deepen customer engagement</a:t>
          </a:r>
          <a:endParaRPr lang="en-GB" sz="800" kern="1200"/>
        </a:p>
        <a:p>
          <a:pPr marL="57150" lvl="1" indent="-57150" algn="l" defTabSz="355600" rtl="0">
            <a:lnSpc>
              <a:spcPct val="90000"/>
            </a:lnSpc>
            <a:spcBef>
              <a:spcPct val="0"/>
            </a:spcBef>
            <a:spcAft>
              <a:spcPct val="15000"/>
            </a:spcAft>
            <a:buChar char="•"/>
          </a:pPr>
          <a:r>
            <a:rPr lang="en-US" sz="800" kern="1200"/>
            <a:t>Increase capacity</a:t>
          </a:r>
        </a:p>
        <a:p>
          <a:pPr marL="57150" lvl="1" indent="-57150" algn="l" defTabSz="355600" rtl="0">
            <a:lnSpc>
              <a:spcPct val="90000"/>
            </a:lnSpc>
            <a:spcBef>
              <a:spcPct val="0"/>
            </a:spcBef>
            <a:spcAft>
              <a:spcPct val="15000"/>
            </a:spcAft>
            <a:buChar char="•"/>
          </a:pPr>
          <a:r>
            <a:rPr lang="en-US" sz="800" kern="1200"/>
            <a:t>Strengthen account intelligence</a:t>
          </a:r>
        </a:p>
      </dsp:txBody>
      <dsp:txXfrm>
        <a:off x="6852242" y="2641333"/>
        <a:ext cx="1068061" cy="1340582"/>
      </dsp:txXfrm>
    </dsp:sp>
    <dsp:sp modelId="{3EF928B0-AE40-4CCC-9AC8-7F4622232DB9}">
      <dsp:nvSpPr>
        <dsp:cNvPr id="0" name=""/>
        <dsp:cNvSpPr/>
      </dsp:nvSpPr>
      <dsp:spPr>
        <a:xfrm>
          <a:off x="5756794" y="2763900"/>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3</a:t>
          </a:r>
          <a:r>
            <a:rPr lang="en-GB" sz="2800" kern="1200" baseline="30000"/>
            <a:t>rd</a:t>
          </a:r>
          <a:r>
            <a:rPr lang="en-GB" sz="2800" kern="1200"/>
            <a:t> </a:t>
          </a:r>
          <a:r>
            <a:rPr lang="en-GB" sz="2800" kern="1200" err="1"/>
            <a:t>Qtr</a:t>
          </a:r>
          <a:endParaRPr lang="en-GB" sz="2800" kern="1200"/>
        </a:p>
      </dsp:txBody>
      <dsp:txXfrm>
        <a:off x="5917218" y="2924324"/>
        <a:ext cx="774599" cy="774599"/>
      </dsp:txXfrm>
    </dsp:sp>
    <dsp:sp modelId="{29B467BE-B8B3-4454-8337-651F6FA8D458}">
      <dsp:nvSpPr>
        <dsp:cNvPr id="0" name=""/>
        <dsp:cNvSpPr/>
      </dsp:nvSpPr>
      <dsp:spPr>
        <a:xfrm>
          <a:off x="9180069" y="235406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rtl="0">
            <a:lnSpc>
              <a:spcPct val="90000"/>
            </a:lnSpc>
            <a:spcBef>
              <a:spcPct val="0"/>
            </a:spcBef>
            <a:spcAft>
              <a:spcPct val="15000"/>
            </a:spcAft>
            <a:buFont typeface="Arial" panose="020B0604020202020204" pitchFamily="34" charset="0"/>
            <a:buChar char="•"/>
          </a:pPr>
          <a:r>
            <a:rPr lang="en-US" sz="800" kern="1200"/>
            <a:t>Deepen customer engagement</a:t>
          </a:r>
          <a:endParaRPr lang="en-GB" sz="800" kern="1200"/>
        </a:p>
        <a:p>
          <a:pPr marL="57150" lvl="1" indent="-57150" algn="l" defTabSz="355600" rtl="0">
            <a:lnSpc>
              <a:spcPct val="90000"/>
            </a:lnSpc>
            <a:spcBef>
              <a:spcPct val="0"/>
            </a:spcBef>
            <a:spcAft>
              <a:spcPct val="15000"/>
            </a:spcAft>
            <a:buFont typeface="Arial" panose="020B0604020202020204" pitchFamily="34" charset="0"/>
            <a:buChar char="•"/>
          </a:pPr>
          <a:r>
            <a:rPr lang="en-US" sz="800" kern="1200"/>
            <a:t>Increase capacity</a:t>
          </a:r>
        </a:p>
        <a:p>
          <a:pPr marL="57150" lvl="1" indent="-57150" algn="l" defTabSz="355600" rtl="0">
            <a:lnSpc>
              <a:spcPct val="90000"/>
            </a:lnSpc>
            <a:spcBef>
              <a:spcPct val="0"/>
            </a:spcBef>
            <a:spcAft>
              <a:spcPct val="15000"/>
            </a:spcAft>
            <a:buFont typeface="Arial" panose="020B0604020202020204" pitchFamily="34" charset="0"/>
            <a:buChar char="•"/>
          </a:pPr>
          <a:r>
            <a:rPr lang="en-US" sz="800" kern="1200"/>
            <a:t>Strengthen account intelligence</a:t>
          </a:r>
        </a:p>
      </dsp:txBody>
      <dsp:txXfrm>
        <a:off x="9727793" y="2641333"/>
        <a:ext cx="1068061" cy="1340582"/>
      </dsp:txXfrm>
    </dsp:sp>
    <dsp:sp modelId="{008EABF7-B564-4A13-BF4D-CB0AEEC77A91}">
      <dsp:nvSpPr>
        <dsp:cNvPr id="0" name=""/>
        <dsp:cNvSpPr/>
      </dsp:nvSpPr>
      <dsp:spPr>
        <a:xfrm>
          <a:off x="8632345" y="2763900"/>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4</a:t>
          </a:r>
          <a:r>
            <a:rPr lang="en-GB" sz="2800" kern="1200" baseline="30000"/>
            <a:t>th</a:t>
          </a:r>
          <a:r>
            <a:rPr lang="en-GB" sz="2800" kern="1200"/>
            <a:t> </a:t>
          </a:r>
          <a:r>
            <a:rPr lang="en-GB" sz="2800" kern="1200" err="1"/>
            <a:t>Qtr</a:t>
          </a:r>
          <a:endParaRPr lang="en-GB" sz="2800" kern="1200"/>
        </a:p>
      </dsp:txBody>
      <dsp:txXfrm>
        <a:off x="8792769" y="2924324"/>
        <a:ext cx="774599" cy="77459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484374-F97E-4A0D-B524-7BF82DA70716}">
      <dsp:nvSpPr>
        <dsp:cNvPr id="0" name=""/>
        <dsp:cNvSpPr/>
      </dsp:nvSpPr>
      <dsp:spPr>
        <a:xfrm>
          <a:off x="553417" y="235406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6350" rIns="12700" bIns="6350" numCol="1" spcCol="1270" anchor="ctr" anchorCtr="0">
          <a:noAutofit/>
        </a:bodyPr>
        <a:lstStyle/>
        <a:p>
          <a:pPr marL="0" lvl="0" indent="0" algn="ctr" defTabSz="444500">
            <a:lnSpc>
              <a:spcPct val="90000"/>
            </a:lnSpc>
            <a:spcBef>
              <a:spcPct val="0"/>
            </a:spcBef>
            <a:spcAft>
              <a:spcPct val="35000"/>
            </a:spcAft>
            <a:buFont typeface="Arial" panose="020B0604020202020204" pitchFamily="34" charset="0"/>
            <a:buNone/>
          </a:pPr>
          <a:r>
            <a:rPr lang="en-GB" sz="1000" kern="1200"/>
            <a:t>Initiate &amp; Plan Cost Control, Operational Efficiencies &amp;  Transformation</a:t>
          </a:r>
        </a:p>
      </dsp:txBody>
      <dsp:txXfrm>
        <a:off x="1101141" y="2641333"/>
        <a:ext cx="1068061" cy="1340582"/>
      </dsp:txXfrm>
    </dsp:sp>
    <dsp:sp modelId="{F8992835-E712-4E11-B253-812CDA2F4A9F}">
      <dsp:nvSpPr>
        <dsp:cNvPr id="0" name=""/>
        <dsp:cNvSpPr/>
      </dsp:nvSpPr>
      <dsp:spPr>
        <a:xfrm>
          <a:off x="5693" y="2763900"/>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1</a:t>
          </a:r>
          <a:r>
            <a:rPr lang="en-GB" sz="2800" kern="1200" baseline="30000"/>
            <a:t>st</a:t>
          </a:r>
          <a:r>
            <a:rPr lang="en-GB" sz="2800" kern="1200"/>
            <a:t> </a:t>
          </a:r>
          <a:r>
            <a:rPr lang="en-GB" sz="2800" kern="1200" err="1"/>
            <a:t>Qtr</a:t>
          </a:r>
          <a:endParaRPr lang="en-GB" sz="2800" kern="1200"/>
        </a:p>
      </dsp:txBody>
      <dsp:txXfrm>
        <a:off x="166117" y="2924324"/>
        <a:ext cx="774599" cy="774599"/>
      </dsp:txXfrm>
    </dsp:sp>
    <dsp:sp modelId="{0B4B5FA3-4F31-4EF6-8F5D-F62F50985C31}">
      <dsp:nvSpPr>
        <dsp:cNvPr id="0" name=""/>
        <dsp:cNvSpPr/>
      </dsp:nvSpPr>
      <dsp:spPr>
        <a:xfrm>
          <a:off x="3422855" y="243122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6350" rIns="12700" bIns="6350" numCol="1" spcCol="1270" anchor="ctr" anchorCtr="0">
          <a:noAutofit/>
        </a:bodyPr>
        <a:lstStyle/>
        <a:p>
          <a:pPr marL="57150" lvl="1" indent="-57150" algn="l" defTabSz="444500">
            <a:lnSpc>
              <a:spcPct val="90000"/>
            </a:lnSpc>
            <a:spcBef>
              <a:spcPct val="0"/>
            </a:spcBef>
            <a:spcAft>
              <a:spcPct val="15000"/>
            </a:spcAft>
            <a:buChar char="•"/>
          </a:pPr>
          <a:endParaRPr lang="en-GB" sz="1000" kern="1200"/>
        </a:p>
        <a:p>
          <a:pPr marL="57150" lvl="1" indent="-57150" algn="l" defTabSz="444500">
            <a:lnSpc>
              <a:spcPct val="90000"/>
            </a:lnSpc>
            <a:spcBef>
              <a:spcPct val="0"/>
            </a:spcBef>
            <a:spcAft>
              <a:spcPct val="15000"/>
            </a:spcAft>
            <a:buChar char="•"/>
          </a:pPr>
          <a:r>
            <a:rPr lang="en-GB" sz="1000" kern="1200"/>
            <a:t>Develop &amp; Build Cost Control, Operational Efficiencies &amp; Transformation</a:t>
          </a:r>
        </a:p>
        <a:p>
          <a:pPr marL="57150" lvl="1" indent="-57150" algn="l" defTabSz="444500">
            <a:lnSpc>
              <a:spcPct val="90000"/>
            </a:lnSpc>
            <a:spcBef>
              <a:spcPct val="0"/>
            </a:spcBef>
            <a:spcAft>
              <a:spcPct val="15000"/>
            </a:spcAft>
            <a:buFont typeface="Arial" panose="020B0604020202020204" pitchFamily="34" charset="0"/>
            <a:buChar char="•"/>
          </a:pPr>
          <a:endParaRPr lang="en-GB" sz="1000" kern="1200"/>
        </a:p>
        <a:p>
          <a:pPr marL="57150" lvl="1" indent="-57150" algn="l" defTabSz="444500">
            <a:lnSpc>
              <a:spcPct val="90000"/>
            </a:lnSpc>
            <a:spcBef>
              <a:spcPct val="0"/>
            </a:spcBef>
            <a:spcAft>
              <a:spcPct val="15000"/>
            </a:spcAft>
            <a:buChar char="•"/>
          </a:pPr>
          <a:endParaRPr lang="en-GB" sz="1000" kern="1200"/>
        </a:p>
        <a:p>
          <a:pPr marL="57150" lvl="1" indent="-57150" algn="l" defTabSz="444500">
            <a:lnSpc>
              <a:spcPct val="90000"/>
            </a:lnSpc>
            <a:spcBef>
              <a:spcPct val="0"/>
            </a:spcBef>
            <a:spcAft>
              <a:spcPct val="15000"/>
            </a:spcAft>
            <a:buChar char="•"/>
          </a:pPr>
          <a:endParaRPr lang="en-US" sz="1000" kern="1200"/>
        </a:p>
      </dsp:txBody>
      <dsp:txXfrm>
        <a:off x="3970579" y="2718493"/>
        <a:ext cx="1068061" cy="1340582"/>
      </dsp:txXfrm>
    </dsp:sp>
    <dsp:sp modelId="{87A2D63B-EA13-41CD-A82C-BDD669DBC70C}">
      <dsp:nvSpPr>
        <dsp:cNvPr id="0" name=""/>
        <dsp:cNvSpPr/>
      </dsp:nvSpPr>
      <dsp:spPr>
        <a:xfrm>
          <a:off x="2881857" y="2875471"/>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2</a:t>
          </a:r>
          <a:r>
            <a:rPr lang="en-GB" sz="2800" kern="1200" baseline="30000"/>
            <a:t>nd</a:t>
          </a:r>
          <a:r>
            <a:rPr lang="en-GB" sz="2800" kern="1200"/>
            <a:t> </a:t>
          </a:r>
          <a:r>
            <a:rPr lang="en-GB" sz="2800" kern="1200" err="1"/>
            <a:t>Qtr</a:t>
          </a:r>
          <a:endParaRPr lang="en-GB" sz="2800" kern="1200"/>
        </a:p>
      </dsp:txBody>
      <dsp:txXfrm>
        <a:off x="3042281" y="3035895"/>
        <a:ext cx="774599" cy="774599"/>
      </dsp:txXfrm>
    </dsp:sp>
    <dsp:sp modelId="{873A3858-4FA5-47AC-BB0F-F1B6227873BA}">
      <dsp:nvSpPr>
        <dsp:cNvPr id="0" name=""/>
        <dsp:cNvSpPr/>
      </dsp:nvSpPr>
      <dsp:spPr>
        <a:xfrm>
          <a:off x="6304518" y="235406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6350" rIns="12700" bIns="6350" numCol="1" spcCol="1270" anchor="ctr" anchorCtr="0">
          <a:noAutofit/>
        </a:bodyPr>
        <a:lstStyle/>
        <a:p>
          <a:pPr marL="57150" lvl="1" indent="-57150" algn="l" defTabSz="444500">
            <a:lnSpc>
              <a:spcPct val="90000"/>
            </a:lnSpc>
            <a:spcBef>
              <a:spcPct val="0"/>
            </a:spcBef>
            <a:spcAft>
              <a:spcPct val="15000"/>
            </a:spcAft>
            <a:buChar char="•"/>
          </a:pPr>
          <a:r>
            <a:rPr lang="en-GB" sz="1000" kern="1200"/>
            <a:t>Refine &amp; Finalize Cost Control, Operational Efficiencies &amp; Transformation</a:t>
          </a:r>
        </a:p>
        <a:p>
          <a:pPr marL="57150" lvl="1" indent="-57150" algn="l" defTabSz="444500">
            <a:lnSpc>
              <a:spcPct val="90000"/>
            </a:lnSpc>
            <a:spcBef>
              <a:spcPct val="0"/>
            </a:spcBef>
            <a:spcAft>
              <a:spcPct val="15000"/>
            </a:spcAft>
            <a:buChar char="•"/>
          </a:pPr>
          <a:endParaRPr lang="en-GB" sz="1000" kern="1200"/>
        </a:p>
        <a:p>
          <a:pPr marL="57150" lvl="1" indent="-57150" algn="l" defTabSz="444500">
            <a:lnSpc>
              <a:spcPct val="90000"/>
            </a:lnSpc>
            <a:spcBef>
              <a:spcPct val="0"/>
            </a:spcBef>
            <a:spcAft>
              <a:spcPct val="15000"/>
            </a:spcAft>
            <a:buChar char="•"/>
          </a:pPr>
          <a:endParaRPr lang="en-GB" sz="1000" kern="1200"/>
        </a:p>
      </dsp:txBody>
      <dsp:txXfrm>
        <a:off x="6852242" y="2641333"/>
        <a:ext cx="1068061" cy="1340582"/>
      </dsp:txXfrm>
    </dsp:sp>
    <dsp:sp modelId="{3EF928B0-AE40-4CCC-9AC8-7F4622232DB9}">
      <dsp:nvSpPr>
        <dsp:cNvPr id="0" name=""/>
        <dsp:cNvSpPr/>
      </dsp:nvSpPr>
      <dsp:spPr>
        <a:xfrm>
          <a:off x="5756794" y="2763900"/>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3</a:t>
          </a:r>
          <a:r>
            <a:rPr lang="en-GB" sz="2800" kern="1200" baseline="30000"/>
            <a:t>rd</a:t>
          </a:r>
          <a:r>
            <a:rPr lang="en-GB" sz="2800" kern="1200"/>
            <a:t> </a:t>
          </a:r>
          <a:r>
            <a:rPr lang="en-GB" sz="2800" kern="1200" err="1"/>
            <a:t>Qtr</a:t>
          </a:r>
          <a:endParaRPr lang="en-GB" sz="2800" kern="1200"/>
        </a:p>
      </dsp:txBody>
      <dsp:txXfrm>
        <a:off x="5917218" y="2924324"/>
        <a:ext cx="774599" cy="774599"/>
      </dsp:txXfrm>
    </dsp:sp>
    <dsp:sp modelId="{29B467BE-B8B3-4454-8337-651F6FA8D458}">
      <dsp:nvSpPr>
        <dsp:cNvPr id="0" name=""/>
        <dsp:cNvSpPr/>
      </dsp:nvSpPr>
      <dsp:spPr>
        <a:xfrm>
          <a:off x="9180069" y="235406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6350" rIns="12700" bIns="6350" numCol="1" spcCol="1270" anchor="ctr" anchorCtr="0">
          <a:noAutofit/>
        </a:bodyPr>
        <a:lstStyle/>
        <a:p>
          <a:pPr marL="57150" lvl="1" indent="-57150" algn="l" defTabSz="444500">
            <a:lnSpc>
              <a:spcPct val="90000"/>
            </a:lnSpc>
            <a:spcBef>
              <a:spcPct val="0"/>
            </a:spcBef>
            <a:spcAft>
              <a:spcPct val="15000"/>
            </a:spcAft>
            <a:buChar char="•"/>
          </a:pPr>
          <a:endParaRPr lang="en-GB" sz="1000" kern="1200"/>
        </a:p>
        <a:p>
          <a:pPr marL="57150" lvl="1" indent="-57150" algn="l" defTabSz="444500">
            <a:lnSpc>
              <a:spcPct val="90000"/>
            </a:lnSpc>
            <a:spcBef>
              <a:spcPct val="0"/>
            </a:spcBef>
            <a:spcAft>
              <a:spcPct val="15000"/>
            </a:spcAft>
            <a:buFont typeface="Arial" panose="020B0604020202020204" pitchFamily="34" charset="0"/>
            <a:buChar char="•"/>
          </a:pPr>
          <a:r>
            <a:rPr lang="en-GB" sz="1000" kern="1200"/>
            <a:t>Execute &amp; Deliver Cost Control, Operational Efficiencies &amp; Transformation</a:t>
          </a:r>
        </a:p>
        <a:p>
          <a:pPr marL="57150" lvl="1" indent="-57150" algn="l" defTabSz="444500">
            <a:lnSpc>
              <a:spcPct val="90000"/>
            </a:lnSpc>
            <a:spcBef>
              <a:spcPct val="0"/>
            </a:spcBef>
            <a:spcAft>
              <a:spcPct val="15000"/>
            </a:spcAft>
            <a:buFont typeface="Arial" panose="020B0604020202020204" pitchFamily="34" charset="0"/>
            <a:buNone/>
          </a:pPr>
          <a:endParaRPr lang="en-US" sz="1000" kern="1200"/>
        </a:p>
        <a:p>
          <a:pPr marL="57150" lvl="1" indent="-57150" algn="l" defTabSz="444500">
            <a:lnSpc>
              <a:spcPct val="90000"/>
            </a:lnSpc>
            <a:spcBef>
              <a:spcPct val="0"/>
            </a:spcBef>
            <a:spcAft>
              <a:spcPct val="15000"/>
            </a:spcAft>
            <a:buFont typeface="Arial" panose="020B0604020202020204" pitchFamily="34" charset="0"/>
            <a:buChar char="•"/>
          </a:pPr>
          <a:endParaRPr lang="en-GB" sz="1000" kern="1200"/>
        </a:p>
      </dsp:txBody>
      <dsp:txXfrm>
        <a:off x="9727793" y="2641333"/>
        <a:ext cx="1068061" cy="1340582"/>
      </dsp:txXfrm>
    </dsp:sp>
    <dsp:sp modelId="{008EABF7-B564-4A13-BF4D-CB0AEEC77A91}">
      <dsp:nvSpPr>
        <dsp:cNvPr id="0" name=""/>
        <dsp:cNvSpPr/>
      </dsp:nvSpPr>
      <dsp:spPr>
        <a:xfrm>
          <a:off x="8632345" y="2763900"/>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4</a:t>
          </a:r>
          <a:r>
            <a:rPr lang="en-GB" sz="2800" kern="1200" baseline="30000"/>
            <a:t>th</a:t>
          </a:r>
          <a:r>
            <a:rPr lang="en-GB" sz="2800" kern="1200"/>
            <a:t> </a:t>
          </a:r>
          <a:r>
            <a:rPr lang="en-GB" sz="2800" kern="1200" err="1"/>
            <a:t>Qtr</a:t>
          </a:r>
          <a:endParaRPr lang="en-GB" sz="2800" kern="1200"/>
        </a:p>
      </dsp:txBody>
      <dsp:txXfrm>
        <a:off x="8792769" y="2924324"/>
        <a:ext cx="774599" cy="77459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484374-F97E-4A0D-B524-7BF82DA70716}">
      <dsp:nvSpPr>
        <dsp:cNvPr id="0" name=""/>
        <dsp:cNvSpPr/>
      </dsp:nvSpPr>
      <dsp:spPr>
        <a:xfrm>
          <a:off x="553417" y="235406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a:lnSpc>
              <a:spcPct val="90000"/>
            </a:lnSpc>
            <a:spcBef>
              <a:spcPct val="0"/>
            </a:spcBef>
            <a:spcAft>
              <a:spcPct val="15000"/>
            </a:spcAft>
            <a:buFont typeface="Arial" panose="020B0604020202020204" pitchFamily="34" charset="0"/>
            <a:buChar char="•"/>
          </a:pPr>
          <a:r>
            <a:rPr lang="en-GB" sz="800" kern="1200"/>
            <a:t>Support right people with the right skills</a:t>
          </a:r>
        </a:p>
        <a:p>
          <a:pPr marL="57150" lvl="1" indent="-57150" algn="l" defTabSz="355600">
            <a:lnSpc>
              <a:spcPct val="90000"/>
            </a:lnSpc>
            <a:spcBef>
              <a:spcPct val="0"/>
            </a:spcBef>
            <a:spcAft>
              <a:spcPct val="15000"/>
            </a:spcAft>
            <a:buFont typeface="Arial" panose="020B0604020202020204" pitchFamily="34" charset="0"/>
            <a:buChar char="•"/>
          </a:pPr>
          <a:endParaRPr lang="en-GB" sz="800" kern="1200"/>
        </a:p>
        <a:p>
          <a:pPr marL="57150" lvl="1" indent="-57150" algn="l" defTabSz="355600">
            <a:lnSpc>
              <a:spcPct val="90000"/>
            </a:lnSpc>
            <a:spcBef>
              <a:spcPct val="0"/>
            </a:spcBef>
            <a:spcAft>
              <a:spcPct val="15000"/>
            </a:spcAft>
            <a:buFont typeface="Arial" panose="020B0604020202020204" pitchFamily="34" charset="0"/>
            <a:buChar char="•"/>
          </a:pPr>
          <a:r>
            <a:rPr lang="en-GB" sz="800" kern="1200"/>
            <a:t>Enable leaders with clarity</a:t>
          </a:r>
        </a:p>
      </dsp:txBody>
      <dsp:txXfrm>
        <a:off x="1101141" y="2641333"/>
        <a:ext cx="1068061" cy="1340582"/>
      </dsp:txXfrm>
    </dsp:sp>
    <dsp:sp modelId="{F8992835-E712-4E11-B253-812CDA2F4A9F}">
      <dsp:nvSpPr>
        <dsp:cNvPr id="0" name=""/>
        <dsp:cNvSpPr/>
      </dsp:nvSpPr>
      <dsp:spPr>
        <a:xfrm>
          <a:off x="5693" y="2763900"/>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1</a:t>
          </a:r>
          <a:r>
            <a:rPr lang="en-GB" sz="2800" kern="1200" baseline="30000"/>
            <a:t>st</a:t>
          </a:r>
          <a:r>
            <a:rPr lang="en-GB" sz="2800" kern="1200"/>
            <a:t> </a:t>
          </a:r>
          <a:r>
            <a:rPr lang="en-GB" sz="2800" kern="1200" err="1"/>
            <a:t>Qtr</a:t>
          </a:r>
          <a:endParaRPr lang="en-GB" sz="2800" kern="1200"/>
        </a:p>
      </dsp:txBody>
      <dsp:txXfrm>
        <a:off x="166117" y="2924324"/>
        <a:ext cx="774599" cy="774599"/>
      </dsp:txXfrm>
    </dsp:sp>
    <dsp:sp modelId="{0B4B5FA3-4F31-4EF6-8F5D-F62F50985C31}">
      <dsp:nvSpPr>
        <dsp:cNvPr id="0" name=""/>
        <dsp:cNvSpPr/>
      </dsp:nvSpPr>
      <dsp:spPr>
        <a:xfrm>
          <a:off x="3422855" y="243122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a:lnSpc>
              <a:spcPct val="90000"/>
            </a:lnSpc>
            <a:spcBef>
              <a:spcPct val="0"/>
            </a:spcBef>
            <a:spcAft>
              <a:spcPct val="15000"/>
            </a:spcAft>
            <a:buChar char="•"/>
          </a:pPr>
          <a:endParaRPr lang="en-GB" sz="800" kern="1200"/>
        </a:p>
        <a:p>
          <a:pPr marL="57150" lvl="1" indent="-57150" algn="l" defTabSz="355600">
            <a:lnSpc>
              <a:spcPct val="90000"/>
            </a:lnSpc>
            <a:spcBef>
              <a:spcPct val="0"/>
            </a:spcBef>
            <a:spcAft>
              <a:spcPct val="15000"/>
            </a:spcAft>
            <a:buChar char="•"/>
          </a:pPr>
          <a:r>
            <a:rPr lang="en-GB" sz="800" kern="1200"/>
            <a:t>Identify gaps from skill and performance criteria</a:t>
          </a:r>
        </a:p>
        <a:p>
          <a:pPr marL="57150" lvl="1" indent="-57150" algn="l" defTabSz="355600">
            <a:lnSpc>
              <a:spcPct val="90000"/>
            </a:lnSpc>
            <a:spcBef>
              <a:spcPct val="0"/>
            </a:spcBef>
            <a:spcAft>
              <a:spcPct val="15000"/>
            </a:spcAft>
            <a:buFont typeface="Arial" panose="020B0604020202020204" pitchFamily="34" charset="0"/>
            <a:buChar char="•"/>
          </a:pPr>
          <a:r>
            <a:rPr lang="en-GB" sz="800" kern="1200"/>
            <a:t>Maintain high performance culture</a:t>
          </a:r>
        </a:p>
        <a:p>
          <a:pPr marL="57150" lvl="1" indent="-57150" algn="l" defTabSz="355600">
            <a:lnSpc>
              <a:spcPct val="90000"/>
            </a:lnSpc>
            <a:spcBef>
              <a:spcPct val="0"/>
            </a:spcBef>
            <a:spcAft>
              <a:spcPct val="15000"/>
            </a:spcAft>
            <a:buFont typeface="Arial" panose="020B0604020202020204" pitchFamily="34" charset="0"/>
            <a:buChar char="•"/>
          </a:pPr>
          <a:r>
            <a:rPr lang="en-GB" sz="800" kern="1200"/>
            <a:t>Leadership Enablement</a:t>
          </a:r>
        </a:p>
        <a:p>
          <a:pPr marL="57150" lvl="1" indent="-57150" algn="l" defTabSz="355600">
            <a:lnSpc>
              <a:spcPct val="90000"/>
            </a:lnSpc>
            <a:spcBef>
              <a:spcPct val="0"/>
            </a:spcBef>
            <a:spcAft>
              <a:spcPct val="15000"/>
            </a:spcAft>
            <a:buFont typeface="Arial" panose="020B0604020202020204" pitchFamily="34" charset="0"/>
            <a:buChar char="•"/>
          </a:pPr>
          <a:endParaRPr lang="en-GB" sz="800" kern="1200"/>
        </a:p>
        <a:p>
          <a:pPr marL="57150" lvl="1" indent="-57150" algn="l" defTabSz="355600">
            <a:lnSpc>
              <a:spcPct val="90000"/>
            </a:lnSpc>
            <a:spcBef>
              <a:spcPct val="0"/>
            </a:spcBef>
            <a:spcAft>
              <a:spcPct val="15000"/>
            </a:spcAft>
            <a:buChar char="•"/>
          </a:pPr>
          <a:endParaRPr lang="en-GB" sz="800" kern="1200"/>
        </a:p>
        <a:p>
          <a:pPr marL="57150" lvl="1" indent="-57150" algn="l" defTabSz="355600">
            <a:lnSpc>
              <a:spcPct val="90000"/>
            </a:lnSpc>
            <a:spcBef>
              <a:spcPct val="0"/>
            </a:spcBef>
            <a:spcAft>
              <a:spcPct val="15000"/>
            </a:spcAft>
            <a:buChar char="•"/>
          </a:pPr>
          <a:endParaRPr lang="en-US" sz="800" kern="1200"/>
        </a:p>
      </dsp:txBody>
      <dsp:txXfrm>
        <a:off x="3970579" y="2718493"/>
        <a:ext cx="1068061" cy="1340582"/>
      </dsp:txXfrm>
    </dsp:sp>
    <dsp:sp modelId="{87A2D63B-EA13-41CD-A82C-BDD669DBC70C}">
      <dsp:nvSpPr>
        <dsp:cNvPr id="0" name=""/>
        <dsp:cNvSpPr/>
      </dsp:nvSpPr>
      <dsp:spPr>
        <a:xfrm>
          <a:off x="2881857" y="2875471"/>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2</a:t>
          </a:r>
          <a:r>
            <a:rPr lang="en-GB" sz="2800" kern="1200" baseline="30000"/>
            <a:t>nd</a:t>
          </a:r>
          <a:r>
            <a:rPr lang="en-GB" sz="2800" kern="1200"/>
            <a:t> </a:t>
          </a:r>
          <a:r>
            <a:rPr lang="en-GB" sz="2800" kern="1200" err="1"/>
            <a:t>Qtr</a:t>
          </a:r>
          <a:endParaRPr lang="en-GB" sz="2800" kern="1200"/>
        </a:p>
      </dsp:txBody>
      <dsp:txXfrm>
        <a:off x="3042281" y="3035895"/>
        <a:ext cx="774599" cy="774599"/>
      </dsp:txXfrm>
    </dsp:sp>
    <dsp:sp modelId="{873A3858-4FA5-47AC-BB0F-F1B6227873BA}">
      <dsp:nvSpPr>
        <dsp:cNvPr id="0" name=""/>
        <dsp:cNvSpPr/>
      </dsp:nvSpPr>
      <dsp:spPr>
        <a:xfrm>
          <a:off x="6304518" y="235406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a:lnSpc>
              <a:spcPct val="90000"/>
            </a:lnSpc>
            <a:spcBef>
              <a:spcPct val="0"/>
            </a:spcBef>
            <a:spcAft>
              <a:spcPct val="15000"/>
            </a:spcAft>
            <a:buChar char="•"/>
          </a:pPr>
          <a:r>
            <a:rPr lang="en-GB" sz="800" kern="1200"/>
            <a:t>Maintain high performance culture</a:t>
          </a:r>
        </a:p>
        <a:p>
          <a:pPr marL="57150" lvl="1" indent="-57150" algn="l" defTabSz="355600">
            <a:lnSpc>
              <a:spcPct val="90000"/>
            </a:lnSpc>
            <a:spcBef>
              <a:spcPct val="0"/>
            </a:spcBef>
            <a:spcAft>
              <a:spcPct val="15000"/>
            </a:spcAft>
            <a:buChar char="•"/>
          </a:pPr>
          <a:r>
            <a:rPr lang="en-GB" sz="800" kern="1200"/>
            <a:t>Develop leadership and employee capabilities</a:t>
          </a:r>
        </a:p>
        <a:p>
          <a:pPr marL="57150" lvl="1" indent="-57150" algn="l" defTabSz="355600">
            <a:lnSpc>
              <a:spcPct val="90000"/>
            </a:lnSpc>
            <a:spcBef>
              <a:spcPct val="0"/>
            </a:spcBef>
            <a:spcAft>
              <a:spcPct val="15000"/>
            </a:spcAft>
            <a:buChar char="•"/>
          </a:pPr>
          <a:endParaRPr lang="en-GB" sz="800" kern="1200"/>
        </a:p>
        <a:p>
          <a:pPr marL="57150" lvl="1" indent="-57150" algn="l" defTabSz="355600">
            <a:lnSpc>
              <a:spcPct val="90000"/>
            </a:lnSpc>
            <a:spcBef>
              <a:spcPct val="0"/>
            </a:spcBef>
            <a:spcAft>
              <a:spcPct val="15000"/>
            </a:spcAft>
            <a:buChar char="•"/>
          </a:pPr>
          <a:endParaRPr lang="en-GB" sz="800" kern="1200"/>
        </a:p>
      </dsp:txBody>
      <dsp:txXfrm>
        <a:off x="6852242" y="2641333"/>
        <a:ext cx="1068061" cy="1340582"/>
      </dsp:txXfrm>
    </dsp:sp>
    <dsp:sp modelId="{3EF928B0-AE40-4CCC-9AC8-7F4622232DB9}">
      <dsp:nvSpPr>
        <dsp:cNvPr id="0" name=""/>
        <dsp:cNvSpPr/>
      </dsp:nvSpPr>
      <dsp:spPr>
        <a:xfrm>
          <a:off x="5756794" y="2763900"/>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3</a:t>
          </a:r>
          <a:r>
            <a:rPr lang="en-GB" sz="2800" kern="1200" baseline="30000"/>
            <a:t>rd</a:t>
          </a:r>
          <a:r>
            <a:rPr lang="en-GB" sz="2800" kern="1200"/>
            <a:t> </a:t>
          </a:r>
          <a:r>
            <a:rPr lang="en-GB" sz="2800" kern="1200" err="1"/>
            <a:t>Qtr</a:t>
          </a:r>
          <a:endParaRPr lang="en-GB" sz="2800" kern="1200"/>
        </a:p>
      </dsp:txBody>
      <dsp:txXfrm>
        <a:off x="5917218" y="2924324"/>
        <a:ext cx="774599" cy="774599"/>
      </dsp:txXfrm>
    </dsp:sp>
    <dsp:sp modelId="{29B467BE-B8B3-4454-8337-651F6FA8D458}">
      <dsp:nvSpPr>
        <dsp:cNvPr id="0" name=""/>
        <dsp:cNvSpPr/>
      </dsp:nvSpPr>
      <dsp:spPr>
        <a:xfrm>
          <a:off x="9180069" y="235406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a:lnSpc>
              <a:spcPct val="90000"/>
            </a:lnSpc>
            <a:spcBef>
              <a:spcPct val="0"/>
            </a:spcBef>
            <a:spcAft>
              <a:spcPct val="15000"/>
            </a:spcAft>
            <a:buChar char="•"/>
          </a:pPr>
          <a:endParaRPr lang="en-GB" sz="800" kern="1200"/>
        </a:p>
        <a:p>
          <a:pPr marL="57150" lvl="1" indent="-57150" algn="l" defTabSz="355600">
            <a:lnSpc>
              <a:spcPct val="90000"/>
            </a:lnSpc>
            <a:spcBef>
              <a:spcPct val="0"/>
            </a:spcBef>
            <a:spcAft>
              <a:spcPct val="15000"/>
            </a:spcAft>
            <a:buFont typeface="Arial" panose="020B0604020202020204" pitchFamily="34" charset="0"/>
            <a:buChar char="•"/>
          </a:pPr>
          <a:r>
            <a:rPr lang="en-GB" sz="800" kern="1200"/>
            <a:t>Evaluate outcomes and continuous improvement</a:t>
          </a:r>
        </a:p>
        <a:p>
          <a:pPr marL="57150" lvl="1" indent="-57150" algn="l" defTabSz="355600">
            <a:lnSpc>
              <a:spcPct val="90000"/>
            </a:lnSpc>
            <a:spcBef>
              <a:spcPct val="0"/>
            </a:spcBef>
            <a:spcAft>
              <a:spcPct val="15000"/>
            </a:spcAft>
            <a:buFont typeface="Arial" panose="020B0604020202020204" pitchFamily="34" charset="0"/>
            <a:buChar char="•"/>
          </a:pPr>
          <a:r>
            <a:rPr lang="en-US" sz="800" kern="1200"/>
            <a:t>Prepare for next performance cycle</a:t>
          </a:r>
        </a:p>
        <a:p>
          <a:pPr marL="57150" lvl="1" indent="-57150" algn="l" defTabSz="355600">
            <a:lnSpc>
              <a:spcPct val="90000"/>
            </a:lnSpc>
            <a:spcBef>
              <a:spcPct val="0"/>
            </a:spcBef>
            <a:spcAft>
              <a:spcPct val="15000"/>
            </a:spcAft>
            <a:buFont typeface="Arial" panose="020B0604020202020204" pitchFamily="34" charset="0"/>
            <a:buChar char="•"/>
          </a:pPr>
          <a:endParaRPr lang="en-US" sz="800" kern="1200"/>
        </a:p>
        <a:p>
          <a:pPr marL="57150" lvl="1" indent="-57150" algn="l" defTabSz="355600">
            <a:lnSpc>
              <a:spcPct val="90000"/>
            </a:lnSpc>
            <a:spcBef>
              <a:spcPct val="0"/>
            </a:spcBef>
            <a:spcAft>
              <a:spcPct val="15000"/>
            </a:spcAft>
            <a:buFont typeface="Arial" panose="020B0604020202020204" pitchFamily="34" charset="0"/>
            <a:buChar char="•"/>
          </a:pPr>
          <a:endParaRPr lang="en-GB" sz="800" kern="1200"/>
        </a:p>
      </dsp:txBody>
      <dsp:txXfrm>
        <a:off x="9727793" y="2641333"/>
        <a:ext cx="1068061" cy="1340582"/>
      </dsp:txXfrm>
    </dsp:sp>
    <dsp:sp modelId="{008EABF7-B564-4A13-BF4D-CB0AEEC77A91}">
      <dsp:nvSpPr>
        <dsp:cNvPr id="0" name=""/>
        <dsp:cNvSpPr/>
      </dsp:nvSpPr>
      <dsp:spPr>
        <a:xfrm>
          <a:off x="8632345" y="2763900"/>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4</a:t>
          </a:r>
          <a:r>
            <a:rPr lang="en-GB" sz="2800" kern="1200" baseline="30000"/>
            <a:t>th</a:t>
          </a:r>
          <a:r>
            <a:rPr lang="en-GB" sz="2800" kern="1200"/>
            <a:t> </a:t>
          </a:r>
          <a:r>
            <a:rPr lang="en-GB" sz="2800" kern="1200" err="1"/>
            <a:t>Qtr</a:t>
          </a:r>
          <a:endParaRPr lang="en-GB" sz="2800" kern="1200"/>
        </a:p>
      </dsp:txBody>
      <dsp:txXfrm>
        <a:off x="8792769" y="2924324"/>
        <a:ext cx="774599" cy="77459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484374-F97E-4A0D-B524-7BF82DA70716}">
      <dsp:nvSpPr>
        <dsp:cNvPr id="0" name=""/>
        <dsp:cNvSpPr/>
      </dsp:nvSpPr>
      <dsp:spPr>
        <a:xfrm>
          <a:off x="553417" y="235406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rtl="0">
            <a:lnSpc>
              <a:spcPct val="90000"/>
            </a:lnSpc>
            <a:spcBef>
              <a:spcPct val="0"/>
            </a:spcBef>
            <a:spcAft>
              <a:spcPct val="15000"/>
            </a:spcAft>
            <a:buFont typeface="Arial" panose="020B0604020202020204" pitchFamily="34" charset="0"/>
            <a:buChar char="•"/>
          </a:pPr>
          <a:r>
            <a:rPr lang="en-GB" sz="800" kern="1200">
              <a:latin typeface="Arial"/>
            </a:rPr>
            <a:t>Maintain 10 Qualified Leads per month for New Logo</a:t>
          </a:r>
          <a:endParaRPr lang="en-GB" sz="800" kern="1200"/>
        </a:p>
        <a:p>
          <a:pPr marL="57150" lvl="1" indent="-57150" algn="l" defTabSz="355600" rtl="0">
            <a:lnSpc>
              <a:spcPct val="90000"/>
            </a:lnSpc>
            <a:spcBef>
              <a:spcPct val="0"/>
            </a:spcBef>
            <a:spcAft>
              <a:spcPct val="15000"/>
            </a:spcAft>
            <a:buFont typeface="Arial" panose="020B0604020202020204" pitchFamily="34" charset="0"/>
            <a:buChar char="•"/>
          </a:pPr>
          <a:r>
            <a:rPr lang="en-GB" sz="800" kern="1200">
              <a:latin typeface="Arial"/>
            </a:rPr>
            <a:t>55% Lead to Opp Conversion rate</a:t>
          </a:r>
        </a:p>
        <a:p>
          <a:pPr marL="57150" lvl="1" indent="-57150" algn="l" defTabSz="355600" rtl="0">
            <a:lnSpc>
              <a:spcPct val="90000"/>
            </a:lnSpc>
            <a:spcBef>
              <a:spcPct val="0"/>
            </a:spcBef>
            <a:spcAft>
              <a:spcPct val="15000"/>
            </a:spcAft>
            <a:buChar char="•"/>
          </a:pPr>
          <a:r>
            <a:rPr lang="en-GB" sz="800" kern="1200">
              <a:latin typeface="Arial"/>
            </a:rPr>
            <a:t>10% Closed/Won rate</a:t>
          </a:r>
          <a:endParaRPr lang="en-US" kern="1200"/>
        </a:p>
      </dsp:txBody>
      <dsp:txXfrm>
        <a:off x="1101141" y="2641333"/>
        <a:ext cx="1068061" cy="1340582"/>
      </dsp:txXfrm>
    </dsp:sp>
    <dsp:sp modelId="{F8992835-E712-4E11-B253-812CDA2F4A9F}">
      <dsp:nvSpPr>
        <dsp:cNvPr id="0" name=""/>
        <dsp:cNvSpPr/>
      </dsp:nvSpPr>
      <dsp:spPr>
        <a:xfrm>
          <a:off x="5693" y="2763900"/>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1</a:t>
          </a:r>
          <a:r>
            <a:rPr lang="en-GB" sz="2800" kern="1200" baseline="30000"/>
            <a:t>st</a:t>
          </a:r>
          <a:r>
            <a:rPr lang="en-GB" sz="2800" kern="1200"/>
            <a:t> </a:t>
          </a:r>
          <a:r>
            <a:rPr lang="en-GB" sz="2800" kern="1200" err="1"/>
            <a:t>Qtr</a:t>
          </a:r>
          <a:endParaRPr lang="en-GB" sz="2800" kern="1200"/>
        </a:p>
      </dsp:txBody>
      <dsp:txXfrm>
        <a:off x="166117" y="2924324"/>
        <a:ext cx="774599" cy="774599"/>
      </dsp:txXfrm>
    </dsp:sp>
    <dsp:sp modelId="{0B4B5FA3-4F31-4EF6-8F5D-F62F50985C31}">
      <dsp:nvSpPr>
        <dsp:cNvPr id="0" name=""/>
        <dsp:cNvSpPr/>
      </dsp:nvSpPr>
      <dsp:spPr>
        <a:xfrm>
          <a:off x="3422855" y="243122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a:lnSpc>
              <a:spcPct val="90000"/>
            </a:lnSpc>
            <a:spcBef>
              <a:spcPct val="0"/>
            </a:spcBef>
            <a:spcAft>
              <a:spcPct val="15000"/>
            </a:spcAft>
            <a:buChar char="•"/>
          </a:pPr>
          <a:endParaRPr lang="en-GB" sz="800" kern="1200"/>
        </a:p>
        <a:p>
          <a:pPr marL="57150" lvl="1" indent="-57150" algn="l" defTabSz="355600" rtl="0">
            <a:lnSpc>
              <a:spcPct val="90000"/>
            </a:lnSpc>
            <a:spcBef>
              <a:spcPct val="0"/>
            </a:spcBef>
            <a:spcAft>
              <a:spcPct val="15000"/>
            </a:spcAft>
            <a:buChar char="•"/>
          </a:pPr>
          <a:r>
            <a:rPr lang="en-GB" sz="800" kern="1200">
              <a:latin typeface="Arial"/>
            </a:rPr>
            <a:t>Increase to 12 Qualified Leads per month for New Logo</a:t>
          </a:r>
          <a:endParaRPr lang="en-GB" sz="800" kern="1200"/>
        </a:p>
        <a:p>
          <a:pPr marL="57150" lvl="1" indent="-57150" algn="l" defTabSz="355600" rtl="0">
            <a:lnSpc>
              <a:spcPct val="90000"/>
            </a:lnSpc>
            <a:spcBef>
              <a:spcPct val="0"/>
            </a:spcBef>
            <a:spcAft>
              <a:spcPct val="15000"/>
            </a:spcAft>
            <a:buFont typeface="Arial" panose="020B0604020202020204" pitchFamily="34" charset="0"/>
            <a:buChar char="•"/>
          </a:pPr>
          <a:r>
            <a:rPr lang="en-GB" sz="800" kern="1200">
              <a:latin typeface="Arial"/>
            </a:rPr>
            <a:t>60% Lead to Opp Conversion rate</a:t>
          </a:r>
          <a:endParaRPr lang="en-GB" kern="1200"/>
        </a:p>
        <a:p>
          <a:pPr marL="57150" lvl="1" indent="-57150" algn="l" defTabSz="355600" rtl="0">
            <a:lnSpc>
              <a:spcPct val="90000"/>
            </a:lnSpc>
            <a:spcBef>
              <a:spcPct val="0"/>
            </a:spcBef>
            <a:spcAft>
              <a:spcPct val="15000"/>
            </a:spcAft>
            <a:buFont typeface="Arial" panose="020B0604020202020204" pitchFamily="34" charset="0"/>
            <a:buChar char="•"/>
          </a:pPr>
          <a:r>
            <a:rPr lang="en-GB" sz="800" kern="1200">
              <a:latin typeface="Arial"/>
            </a:rPr>
            <a:t>15% Closed/Won rate</a:t>
          </a:r>
          <a:endParaRPr lang="en-GB" sz="800" kern="1200"/>
        </a:p>
        <a:p>
          <a:pPr marL="57150" lvl="1" indent="-57150" algn="l" defTabSz="355600">
            <a:lnSpc>
              <a:spcPct val="90000"/>
            </a:lnSpc>
            <a:spcBef>
              <a:spcPct val="0"/>
            </a:spcBef>
            <a:spcAft>
              <a:spcPct val="15000"/>
            </a:spcAft>
            <a:buFont typeface="Arial" panose="020B0604020202020204" pitchFamily="34" charset="0"/>
            <a:buChar char="•"/>
          </a:pPr>
          <a:endParaRPr lang="en-GB" sz="800" kern="1200"/>
        </a:p>
        <a:p>
          <a:pPr marL="57150" lvl="1" indent="-57150" algn="l" defTabSz="355600">
            <a:lnSpc>
              <a:spcPct val="90000"/>
            </a:lnSpc>
            <a:spcBef>
              <a:spcPct val="0"/>
            </a:spcBef>
            <a:spcAft>
              <a:spcPct val="15000"/>
            </a:spcAft>
            <a:buChar char="•"/>
          </a:pPr>
          <a:endParaRPr lang="en-GB" sz="800" kern="1200"/>
        </a:p>
        <a:p>
          <a:pPr marL="57150" lvl="1" indent="-57150" algn="l" defTabSz="355600">
            <a:lnSpc>
              <a:spcPct val="90000"/>
            </a:lnSpc>
            <a:spcBef>
              <a:spcPct val="0"/>
            </a:spcBef>
            <a:spcAft>
              <a:spcPct val="15000"/>
            </a:spcAft>
            <a:buChar char="•"/>
          </a:pPr>
          <a:endParaRPr lang="en-US" sz="800" kern="1200"/>
        </a:p>
      </dsp:txBody>
      <dsp:txXfrm>
        <a:off x="3970579" y="2718493"/>
        <a:ext cx="1068061" cy="1340582"/>
      </dsp:txXfrm>
    </dsp:sp>
    <dsp:sp modelId="{87A2D63B-EA13-41CD-A82C-BDD669DBC70C}">
      <dsp:nvSpPr>
        <dsp:cNvPr id="0" name=""/>
        <dsp:cNvSpPr/>
      </dsp:nvSpPr>
      <dsp:spPr>
        <a:xfrm>
          <a:off x="2881857" y="2875471"/>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2</a:t>
          </a:r>
          <a:r>
            <a:rPr lang="en-GB" sz="2800" kern="1200" baseline="30000"/>
            <a:t>nd</a:t>
          </a:r>
          <a:r>
            <a:rPr lang="en-GB" sz="2800" kern="1200"/>
            <a:t> </a:t>
          </a:r>
          <a:r>
            <a:rPr lang="en-GB" sz="2800" kern="1200" err="1"/>
            <a:t>Qtr</a:t>
          </a:r>
          <a:endParaRPr lang="en-GB" sz="2800" kern="1200"/>
        </a:p>
      </dsp:txBody>
      <dsp:txXfrm>
        <a:off x="3042281" y="3035895"/>
        <a:ext cx="774599" cy="774599"/>
      </dsp:txXfrm>
    </dsp:sp>
    <dsp:sp modelId="{873A3858-4FA5-47AC-BB0F-F1B6227873BA}">
      <dsp:nvSpPr>
        <dsp:cNvPr id="0" name=""/>
        <dsp:cNvSpPr/>
      </dsp:nvSpPr>
      <dsp:spPr>
        <a:xfrm>
          <a:off x="6304518" y="235406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rtl="0">
            <a:lnSpc>
              <a:spcPct val="90000"/>
            </a:lnSpc>
            <a:spcBef>
              <a:spcPct val="0"/>
            </a:spcBef>
            <a:spcAft>
              <a:spcPct val="15000"/>
            </a:spcAft>
            <a:buChar char="•"/>
          </a:pPr>
          <a:r>
            <a:rPr lang="en-GB" sz="800" kern="1200">
              <a:latin typeface="Arial"/>
            </a:rPr>
            <a:t>Maintain 12 Qualified Leads per month for New Logo</a:t>
          </a:r>
          <a:endParaRPr lang="en-GB" kern="1200"/>
        </a:p>
        <a:p>
          <a:pPr marL="57150" lvl="1" indent="-57150" algn="l" defTabSz="355600" rtl="0">
            <a:lnSpc>
              <a:spcPct val="90000"/>
            </a:lnSpc>
            <a:spcBef>
              <a:spcPct val="0"/>
            </a:spcBef>
            <a:spcAft>
              <a:spcPct val="15000"/>
            </a:spcAft>
            <a:buChar char="•"/>
          </a:pPr>
          <a:r>
            <a:rPr lang="en-US" sz="800" kern="1200">
              <a:latin typeface="Arial"/>
            </a:rPr>
            <a:t>70% Lead to Opp conversion rate</a:t>
          </a:r>
          <a:endParaRPr lang="en-GB" sz="800" kern="1200"/>
        </a:p>
        <a:p>
          <a:pPr marL="57150" lvl="1" indent="-57150" algn="l" defTabSz="355600" rtl="0">
            <a:lnSpc>
              <a:spcPct val="90000"/>
            </a:lnSpc>
            <a:spcBef>
              <a:spcPct val="0"/>
            </a:spcBef>
            <a:spcAft>
              <a:spcPct val="15000"/>
            </a:spcAft>
            <a:buChar char="•"/>
          </a:pPr>
          <a:r>
            <a:rPr lang="en-US" sz="800" kern="1200">
              <a:latin typeface="Arial"/>
            </a:rPr>
            <a:t>20% Closed/Won rate</a:t>
          </a:r>
          <a:endParaRPr lang="en-US" kern="1200"/>
        </a:p>
        <a:p>
          <a:pPr marL="57150" lvl="1" indent="-57150" algn="l" defTabSz="355600">
            <a:lnSpc>
              <a:spcPct val="90000"/>
            </a:lnSpc>
            <a:spcBef>
              <a:spcPct val="0"/>
            </a:spcBef>
            <a:spcAft>
              <a:spcPct val="15000"/>
            </a:spcAft>
            <a:buChar char="•"/>
          </a:pPr>
          <a:endParaRPr lang="en-GB" sz="800" kern="1200"/>
        </a:p>
        <a:p>
          <a:pPr marL="57150" lvl="1" indent="-57150" algn="l" defTabSz="355600">
            <a:lnSpc>
              <a:spcPct val="90000"/>
            </a:lnSpc>
            <a:spcBef>
              <a:spcPct val="0"/>
            </a:spcBef>
            <a:spcAft>
              <a:spcPct val="15000"/>
            </a:spcAft>
            <a:buChar char="•"/>
          </a:pPr>
          <a:endParaRPr lang="en-GB" sz="800" kern="1200"/>
        </a:p>
      </dsp:txBody>
      <dsp:txXfrm>
        <a:off x="6852242" y="2641333"/>
        <a:ext cx="1068061" cy="1340582"/>
      </dsp:txXfrm>
    </dsp:sp>
    <dsp:sp modelId="{3EF928B0-AE40-4CCC-9AC8-7F4622232DB9}">
      <dsp:nvSpPr>
        <dsp:cNvPr id="0" name=""/>
        <dsp:cNvSpPr/>
      </dsp:nvSpPr>
      <dsp:spPr>
        <a:xfrm>
          <a:off x="5756794" y="2763900"/>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3</a:t>
          </a:r>
          <a:r>
            <a:rPr lang="en-GB" sz="2800" kern="1200" baseline="30000"/>
            <a:t>rd</a:t>
          </a:r>
          <a:r>
            <a:rPr lang="en-GB" sz="2800" kern="1200"/>
            <a:t> </a:t>
          </a:r>
          <a:r>
            <a:rPr lang="en-GB" sz="2800" kern="1200" err="1"/>
            <a:t>Qtr</a:t>
          </a:r>
          <a:endParaRPr lang="en-GB" sz="2800" kern="1200"/>
        </a:p>
      </dsp:txBody>
      <dsp:txXfrm>
        <a:off x="5917218" y="2924324"/>
        <a:ext cx="774599" cy="774599"/>
      </dsp:txXfrm>
    </dsp:sp>
    <dsp:sp modelId="{29B467BE-B8B3-4454-8337-651F6FA8D458}">
      <dsp:nvSpPr>
        <dsp:cNvPr id="0" name=""/>
        <dsp:cNvSpPr/>
      </dsp:nvSpPr>
      <dsp:spPr>
        <a:xfrm>
          <a:off x="9180069" y="235406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a:lnSpc>
              <a:spcPct val="90000"/>
            </a:lnSpc>
            <a:spcBef>
              <a:spcPct val="0"/>
            </a:spcBef>
            <a:spcAft>
              <a:spcPct val="15000"/>
            </a:spcAft>
            <a:buChar char="•"/>
          </a:pPr>
          <a:endParaRPr lang="en-GB" sz="800" kern="1200"/>
        </a:p>
        <a:p>
          <a:pPr marL="57150" lvl="1" indent="-57150" algn="l" defTabSz="355600">
            <a:lnSpc>
              <a:spcPct val="90000"/>
            </a:lnSpc>
            <a:spcBef>
              <a:spcPct val="0"/>
            </a:spcBef>
            <a:spcAft>
              <a:spcPct val="15000"/>
            </a:spcAft>
            <a:buFont typeface="Arial" panose="020B0604020202020204" pitchFamily="34" charset="0"/>
            <a:buChar char="•"/>
          </a:pPr>
          <a:r>
            <a:rPr lang="en-GB" sz="800" kern="1200"/>
            <a:t>Finalize FY27 Budget </a:t>
          </a:r>
          <a:r>
            <a:rPr lang="en-US" sz="800" kern="1200"/>
            <a:t>Strategic objective</a:t>
          </a:r>
          <a:endParaRPr lang="en-GB" sz="800" kern="1200"/>
        </a:p>
        <a:p>
          <a:pPr marL="57150" lvl="1" indent="-57150" algn="l" defTabSz="355600" rtl="0">
            <a:lnSpc>
              <a:spcPct val="90000"/>
            </a:lnSpc>
            <a:spcBef>
              <a:spcPct val="0"/>
            </a:spcBef>
            <a:spcAft>
              <a:spcPct val="15000"/>
            </a:spcAft>
            <a:buFont typeface="Arial" panose="020B0604020202020204" pitchFamily="34" charset="0"/>
            <a:buChar char="•"/>
          </a:pPr>
          <a:r>
            <a:rPr lang="en-US" sz="800" kern="1200">
              <a:latin typeface="Arial"/>
            </a:rPr>
            <a:t>70% Lead to Opp conversion rate</a:t>
          </a:r>
          <a:endParaRPr lang="en-US" sz="800" kern="1200"/>
        </a:p>
        <a:p>
          <a:pPr marL="57150" lvl="1" indent="-57150" algn="l" defTabSz="355600" rtl="0">
            <a:lnSpc>
              <a:spcPct val="90000"/>
            </a:lnSpc>
            <a:spcBef>
              <a:spcPct val="0"/>
            </a:spcBef>
            <a:spcAft>
              <a:spcPct val="15000"/>
            </a:spcAft>
            <a:buFont typeface="Arial" panose="020B0604020202020204" pitchFamily="34" charset="0"/>
            <a:buChar char="•"/>
          </a:pPr>
          <a:r>
            <a:rPr lang="en-US" sz="800" kern="1200">
              <a:latin typeface="Arial"/>
            </a:rPr>
            <a:t>30% Closed/Won rate</a:t>
          </a:r>
          <a:endParaRPr lang="en-US" kern="1200"/>
        </a:p>
        <a:p>
          <a:pPr marL="57150" lvl="1" indent="-57150" algn="l" defTabSz="355600">
            <a:lnSpc>
              <a:spcPct val="90000"/>
            </a:lnSpc>
            <a:spcBef>
              <a:spcPct val="0"/>
            </a:spcBef>
            <a:spcAft>
              <a:spcPct val="15000"/>
            </a:spcAft>
            <a:buFont typeface="Arial" panose="020B0604020202020204" pitchFamily="34" charset="0"/>
            <a:buChar char="•"/>
          </a:pPr>
          <a:endParaRPr lang="en-US" sz="800" kern="1200"/>
        </a:p>
        <a:p>
          <a:pPr marL="57150" lvl="1" indent="-57150" algn="l" defTabSz="355600">
            <a:lnSpc>
              <a:spcPct val="90000"/>
            </a:lnSpc>
            <a:spcBef>
              <a:spcPct val="0"/>
            </a:spcBef>
            <a:spcAft>
              <a:spcPct val="15000"/>
            </a:spcAft>
            <a:buFont typeface="Arial" panose="020B0604020202020204" pitchFamily="34" charset="0"/>
            <a:buChar char="•"/>
          </a:pPr>
          <a:endParaRPr lang="en-GB" sz="800" kern="1200"/>
        </a:p>
      </dsp:txBody>
      <dsp:txXfrm>
        <a:off x="9727793" y="2641333"/>
        <a:ext cx="1068061" cy="1340582"/>
      </dsp:txXfrm>
    </dsp:sp>
    <dsp:sp modelId="{008EABF7-B564-4A13-BF4D-CB0AEEC77A91}">
      <dsp:nvSpPr>
        <dsp:cNvPr id="0" name=""/>
        <dsp:cNvSpPr/>
      </dsp:nvSpPr>
      <dsp:spPr>
        <a:xfrm>
          <a:off x="8632345" y="2763900"/>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4</a:t>
          </a:r>
          <a:r>
            <a:rPr lang="en-GB" sz="2800" kern="1200" baseline="30000"/>
            <a:t>th</a:t>
          </a:r>
          <a:r>
            <a:rPr lang="en-GB" sz="2800" kern="1200"/>
            <a:t> </a:t>
          </a:r>
          <a:r>
            <a:rPr lang="en-GB" sz="2800" kern="1200" err="1"/>
            <a:t>Qtr</a:t>
          </a:r>
          <a:endParaRPr lang="en-GB" sz="2800" kern="1200"/>
        </a:p>
      </dsp:txBody>
      <dsp:txXfrm>
        <a:off x="8792769" y="2924324"/>
        <a:ext cx="774599" cy="77459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484374-F97E-4A0D-B524-7BF82DA70716}">
      <dsp:nvSpPr>
        <dsp:cNvPr id="0" name=""/>
        <dsp:cNvSpPr/>
      </dsp:nvSpPr>
      <dsp:spPr>
        <a:xfrm>
          <a:off x="553417" y="235406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a:lnSpc>
              <a:spcPct val="90000"/>
            </a:lnSpc>
            <a:spcBef>
              <a:spcPct val="0"/>
            </a:spcBef>
            <a:spcAft>
              <a:spcPct val="15000"/>
            </a:spcAft>
            <a:buFont typeface="Arial" panose="020B0604020202020204" pitchFamily="34" charset="0"/>
            <a:buChar char="•"/>
          </a:pPr>
          <a:r>
            <a:rPr lang="en-GB" sz="800" kern="1200"/>
            <a:t>5 Year DC Strategy</a:t>
          </a:r>
        </a:p>
        <a:p>
          <a:pPr marL="57150" lvl="1" indent="-57150" algn="l" defTabSz="355600">
            <a:lnSpc>
              <a:spcPct val="90000"/>
            </a:lnSpc>
            <a:spcBef>
              <a:spcPct val="0"/>
            </a:spcBef>
            <a:spcAft>
              <a:spcPct val="15000"/>
            </a:spcAft>
            <a:buFont typeface="Arial" panose="020B0604020202020204" pitchFamily="34" charset="0"/>
            <a:buChar char="•"/>
          </a:pPr>
          <a:r>
            <a:rPr lang="en-GB" sz="800" kern="1200"/>
            <a:t>Mitigate Infrastructure Risks</a:t>
          </a:r>
        </a:p>
        <a:p>
          <a:pPr marL="57150" lvl="1" indent="-57150" algn="l" defTabSz="355600">
            <a:lnSpc>
              <a:spcPct val="90000"/>
            </a:lnSpc>
            <a:spcBef>
              <a:spcPct val="0"/>
            </a:spcBef>
            <a:spcAft>
              <a:spcPct val="15000"/>
            </a:spcAft>
            <a:buFont typeface="Arial" panose="020B0604020202020204" pitchFamily="34" charset="0"/>
            <a:buChar char="•"/>
          </a:pPr>
          <a:r>
            <a:rPr lang="en-GB" sz="800" kern="1200"/>
            <a:t>Optimize Direct Costs</a:t>
          </a:r>
        </a:p>
      </dsp:txBody>
      <dsp:txXfrm>
        <a:off x="1101141" y="2641333"/>
        <a:ext cx="1068061" cy="1340582"/>
      </dsp:txXfrm>
    </dsp:sp>
    <dsp:sp modelId="{F8992835-E712-4E11-B253-812CDA2F4A9F}">
      <dsp:nvSpPr>
        <dsp:cNvPr id="0" name=""/>
        <dsp:cNvSpPr/>
      </dsp:nvSpPr>
      <dsp:spPr>
        <a:xfrm>
          <a:off x="5693" y="2763900"/>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1</a:t>
          </a:r>
          <a:r>
            <a:rPr lang="en-GB" sz="2800" kern="1200" baseline="30000"/>
            <a:t>st</a:t>
          </a:r>
          <a:r>
            <a:rPr lang="en-GB" sz="2800" kern="1200"/>
            <a:t> </a:t>
          </a:r>
          <a:r>
            <a:rPr lang="en-GB" sz="2800" kern="1200" err="1"/>
            <a:t>Qtr</a:t>
          </a:r>
          <a:endParaRPr lang="en-GB" sz="2800" kern="1200"/>
        </a:p>
      </dsp:txBody>
      <dsp:txXfrm>
        <a:off x="166117" y="2924324"/>
        <a:ext cx="774599" cy="774599"/>
      </dsp:txXfrm>
    </dsp:sp>
    <dsp:sp modelId="{0B4B5FA3-4F31-4EF6-8F5D-F62F50985C31}">
      <dsp:nvSpPr>
        <dsp:cNvPr id="0" name=""/>
        <dsp:cNvSpPr/>
      </dsp:nvSpPr>
      <dsp:spPr>
        <a:xfrm>
          <a:off x="3422855" y="243122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a:lnSpc>
              <a:spcPct val="90000"/>
            </a:lnSpc>
            <a:spcBef>
              <a:spcPct val="0"/>
            </a:spcBef>
            <a:spcAft>
              <a:spcPct val="15000"/>
            </a:spcAft>
            <a:buChar char="•"/>
          </a:pPr>
          <a:endParaRPr lang="en-GB" sz="800" kern="1200"/>
        </a:p>
        <a:p>
          <a:pPr marL="57150" lvl="1" indent="-57150" algn="l" defTabSz="355600">
            <a:lnSpc>
              <a:spcPct val="90000"/>
            </a:lnSpc>
            <a:spcBef>
              <a:spcPct val="0"/>
            </a:spcBef>
            <a:spcAft>
              <a:spcPct val="15000"/>
            </a:spcAft>
            <a:buChar char="•"/>
          </a:pPr>
          <a:r>
            <a:rPr lang="en-GB" sz="800" kern="1200"/>
            <a:t>5 Year DC Strategy</a:t>
          </a:r>
        </a:p>
        <a:p>
          <a:pPr marL="57150" lvl="1" indent="-57150" algn="l" defTabSz="355600">
            <a:lnSpc>
              <a:spcPct val="90000"/>
            </a:lnSpc>
            <a:spcBef>
              <a:spcPct val="0"/>
            </a:spcBef>
            <a:spcAft>
              <a:spcPct val="15000"/>
            </a:spcAft>
            <a:buChar char="•"/>
          </a:pPr>
          <a:r>
            <a:rPr lang="en-GB" sz="800" kern="1200"/>
            <a:t>Mitigate Infrastructure Risks</a:t>
          </a:r>
        </a:p>
        <a:p>
          <a:pPr marL="57150" lvl="1" indent="-57150" algn="l" defTabSz="355600">
            <a:lnSpc>
              <a:spcPct val="90000"/>
            </a:lnSpc>
            <a:spcBef>
              <a:spcPct val="0"/>
            </a:spcBef>
            <a:spcAft>
              <a:spcPct val="15000"/>
            </a:spcAft>
            <a:buChar char="•"/>
          </a:pPr>
          <a:r>
            <a:rPr lang="en-GB" sz="800" kern="1200"/>
            <a:t>Optimize Direct Costs</a:t>
          </a:r>
        </a:p>
        <a:p>
          <a:pPr marL="57150" lvl="1" indent="-57150" algn="l" defTabSz="355600">
            <a:lnSpc>
              <a:spcPct val="90000"/>
            </a:lnSpc>
            <a:spcBef>
              <a:spcPct val="0"/>
            </a:spcBef>
            <a:spcAft>
              <a:spcPct val="15000"/>
            </a:spcAft>
            <a:buFont typeface="Arial" panose="020B0604020202020204" pitchFamily="34" charset="0"/>
            <a:buChar char="•"/>
          </a:pPr>
          <a:endParaRPr lang="en-GB" sz="800" kern="1200"/>
        </a:p>
        <a:p>
          <a:pPr marL="57150" lvl="1" indent="-57150" algn="l" defTabSz="355600">
            <a:lnSpc>
              <a:spcPct val="90000"/>
            </a:lnSpc>
            <a:spcBef>
              <a:spcPct val="0"/>
            </a:spcBef>
            <a:spcAft>
              <a:spcPct val="15000"/>
            </a:spcAft>
            <a:buChar char="•"/>
          </a:pPr>
          <a:endParaRPr lang="en-GB" sz="800" kern="1200"/>
        </a:p>
        <a:p>
          <a:pPr marL="57150" lvl="1" indent="-57150" algn="l" defTabSz="355600">
            <a:lnSpc>
              <a:spcPct val="90000"/>
            </a:lnSpc>
            <a:spcBef>
              <a:spcPct val="0"/>
            </a:spcBef>
            <a:spcAft>
              <a:spcPct val="15000"/>
            </a:spcAft>
            <a:buChar char="•"/>
          </a:pPr>
          <a:endParaRPr lang="en-US" sz="800" kern="1200"/>
        </a:p>
      </dsp:txBody>
      <dsp:txXfrm>
        <a:off x="3970579" y="2718493"/>
        <a:ext cx="1068061" cy="1340582"/>
      </dsp:txXfrm>
    </dsp:sp>
    <dsp:sp modelId="{87A2D63B-EA13-41CD-A82C-BDD669DBC70C}">
      <dsp:nvSpPr>
        <dsp:cNvPr id="0" name=""/>
        <dsp:cNvSpPr/>
      </dsp:nvSpPr>
      <dsp:spPr>
        <a:xfrm>
          <a:off x="2881857" y="2875471"/>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2</a:t>
          </a:r>
          <a:r>
            <a:rPr lang="en-GB" sz="2800" kern="1200" baseline="30000"/>
            <a:t>nd</a:t>
          </a:r>
          <a:r>
            <a:rPr lang="en-GB" sz="2800" kern="1200"/>
            <a:t> </a:t>
          </a:r>
          <a:r>
            <a:rPr lang="en-GB" sz="2800" kern="1200" err="1"/>
            <a:t>Qtr</a:t>
          </a:r>
          <a:endParaRPr lang="en-GB" sz="2800" kern="1200"/>
        </a:p>
      </dsp:txBody>
      <dsp:txXfrm>
        <a:off x="3042281" y="3035895"/>
        <a:ext cx="774599" cy="774599"/>
      </dsp:txXfrm>
    </dsp:sp>
    <dsp:sp modelId="{873A3858-4FA5-47AC-BB0F-F1B6227873BA}">
      <dsp:nvSpPr>
        <dsp:cNvPr id="0" name=""/>
        <dsp:cNvSpPr/>
      </dsp:nvSpPr>
      <dsp:spPr>
        <a:xfrm>
          <a:off x="6304518" y="235406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a:lnSpc>
              <a:spcPct val="90000"/>
            </a:lnSpc>
            <a:spcBef>
              <a:spcPct val="0"/>
            </a:spcBef>
            <a:spcAft>
              <a:spcPct val="15000"/>
            </a:spcAft>
            <a:buChar char="•"/>
          </a:pPr>
          <a:r>
            <a:rPr lang="en-GB" sz="800" kern="1200"/>
            <a:t>5 Year DC Strategy</a:t>
          </a:r>
        </a:p>
        <a:p>
          <a:pPr marL="57150" lvl="1" indent="-57150" algn="l" defTabSz="355600">
            <a:lnSpc>
              <a:spcPct val="90000"/>
            </a:lnSpc>
            <a:spcBef>
              <a:spcPct val="0"/>
            </a:spcBef>
            <a:spcAft>
              <a:spcPct val="15000"/>
            </a:spcAft>
            <a:buChar char="•"/>
          </a:pPr>
          <a:r>
            <a:rPr lang="en-GB" sz="800" kern="1200"/>
            <a:t>Mitigate Infrastructure Risks</a:t>
          </a:r>
        </a:p>
        <a:p>
          <a:pPr marL="57150" lvl="1" indent="-57150" algn="l" defTabSz="355600">
            <a:lnSpc>
              <a:spcPct val="90000"/>
            </a:lnSpc>
            <a:spcBef>
              <a:spcPct val="0"/>
            </a:spcBef>
            <a:spcAft>
              <a:spcPct val="15000"/>
            </a:spcAft>
            <a:buChar char="•"/>
          </a:pPr>
          <a:r>
            <a:rPr lang="en-GB" sz="800" kern="1200"/>
            <a:t>Optimize Direct Costs</a:t>
          </a:r>
        </a:p>
        <a:p>
          <a:pPr marL="57150" lvl="1" indent="-57150" algn="l" defTabSz="355600">
            <a:lnSpc>
              <a:spcPct val="90000"/>
            </a:lnSpc>
            <a:spcBef>
              <a:spcPct val="0"/>
            </a:spcBef>
            <a:spcAft>
              <a:spcPct val="15000"/>
            </a:spcAft>
            <a:buChar char="•"/>
          </a:pPr>
          <a:endParaRPr lang="en-GB" sz="800" kern="1200"/>
        </a:p>
        <a:p>
          <a:pPr marL="57150" lvl="1" indent="-57150" algn="l" defTabSz="355600">
            <a:lnSpc>
              <a:spcPct val="90000"/>
            </a:lnSpc>
            <a:spcBef>
              <a:spcPct val="0"/>
            </a:spcBef>
            <a:spcAft>
              <a:spcPct val="15000"/>
            </a:spcAft>
            <a:buChar char="•"/>
          </a:pPr>
          <a:endParaRPr lang="en-GB" sz="800" kern="1200"/>
        </a:p>
      </dsp:txBody>
      <dsp:txXfrm>
        <a:off x="6852242" y="2641333"/>
        <a:ext cx="1068061" cy="1340582"/>
      </dsp:txXfrm>
    </dsp:sp>
    <dsp:sp modelId="{3EF928B0-AE40-4CCC-9AC8-7F4622232DB9}">
      <dsp:nvSpPr>
        <dsp:cNvPr id="0" name=""/>
        <dsp:cNvSpPr/>
      </dsp:nvSpPr>
      <dsp:spPr>
        <a:xfrm>
          <a:off x="5756794" y="2763900"/>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3</a:t>
          </a:r>
          <a:r>
            <a:rPr lang="en-GB" sz="2800" kern="1200" baseline="30000"/>
            <a:t>rd</a:t>
          </a:r>
          <a:r>
            <a:rPr lang="en-GB" sz="2800" kern="1200"/>
            <a:t> </a:t>
          </a:r>
          <a:r>
            <a:rPr lang="en-GB" sz="2800" kern="1200" err="1"/>
            <a:t>Qtr</a:t>
          </a:r>
          <a:endParaRPr lang="en-GB" sz="2800" kern="1200"/>
        </a:p>
      </dsp:txBody>
      <dsp:txXfrm>
        <a:off x="5917218" y="2924324"/>
        <a:ext cx="774599" cy="774599"/>
      </dsp:txXfrm>
    </dsp:sp>
    <dsp:sp modelId="{29B467BE-B8B3-4454-8337-651F6FA8D458}">
      <dsp:nvSpPr>
        <dsp:cNvPr id="0" name=""/>
        <dsp:cNvSpPr/>
      </dsp:nvSpPr>
      <dsp:spPr>
        <a:xfrm>
          <a:off x="9180069" y="235406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a:lnSpc>
              <a:spcPct val="90000"/>
            </a:lnSpc>
            <a:spcBef>
              <a:spcPct val="0"/>
            </a:spcBef>
            <a:spcAft>
              <a:spcPct val="15000"/>
            </a:spcAft>
            <a:buChar char="•"/>
          </a:pPr>
          <a:endParaRPr lang="en-GB" sz="800" kern="1200"/>
        </a:p>
        <a:p>
          <a:pPr marL="57150" lvl="1" indent="-57150" algn="l" defTabSz="355600">
            <a:lnSpc>
              <a:spcPct val="90000"/>
            </a:lnSpc>
            <a:spcBef>
              <a:spcPct val="0"/>
            </a:spcBef>
            <a:spcAft>
              <a:spcPct val="15000"/>
            </a:spcAft>
            <a:buFont typeface="Arial" panose="020B0604020202020204" pitchFamily="34" charset="0"/>
            <a:buChar char="•"/>
          </a:pPr>
          <a:r>
            <a:rPr lang="en-GB" sz="800" kern="1200"/>
            <a:t>5 Year DC Strategy</a:t>
          </a:r>
        </a:p>
        <a:p>
          <a:pPr marL="57150" lvl="1" indent="-57150" algn="l" defTabSz="355600">
            <a:lnSpc>
              <a:spcPct val="90000"/>
            </a:lnSpc>
            <a:spcBef>
              <a:spcPct val="0"/>
            </a:spcBef>
            <a:spcAft>
              <a:spcPct val="15000"/>
            </a:spcAft>
            <a:buFont typeface="Arial" panose="020B0604020202020204" pitchFamily="34" charset="0"/>
            <a:buChar char="•"/>
          </a:pPr>
          <a:r>
            <a:rPr lang="en-GB" sz="800" kern="1200"/>
            <a:t>Mitigate Infrastructure Risks</a:t>
          </a:r>
        </a:p>
        <a:p>
          <a:pPr marL="57150" lvl="1" indent="-57150" algn="l" defTabSz="355600">
            <a:lnSpc>
              <a:spcPct val="90000"/>
            </a:lnSpc>
            <a:spcBef>
              <a:spcPct val="0"/>
            </a:spcBef>
            <a:spcAft>
              <a:spcPct val="15000"/>
            </a:spcAft>
            <a:buFont typeface="Arial" panose="020B0604020202020204" pitchFamily="34" charset="0"/>
            <a:buChar char="•"/>
          </a:pPr>
          <a:r>
            <a:rPr lang="en-GB" sz="800" kern="1200"/>
            <a:t>Optimize Direct Costs</a:t>
          </a:r>
        </a:p>
        <a:p>
          <a:pPr marL="57150" lvl="1" indent="-57150" algn="l" defTabSz="355600">
            <a:lnSpc>
              <a:spcPct val="90000"/>
            </a:lnSpc>
            <a:spcBef>
              <a:spcPct val="0"/>
            </a:spcBef>
            <a:spcAft>
              <a:spcPct val="15000"/>
            </a:spcAft>
            <a:buFont typeface="Arial" panose="020B0604020202020204" pitchFamily="34" charset="0"/>
            <a:buChar char="•"/>
          </a:pPr>
          <a:endParaRPr lang="en-US" sz="800" kern="1200"/>
        </a:p>
        <a:p>
          <a:pPr marL="57150" lvl="1" indent="-57150" algn="l" defTabSz="355600">
            <a:lnSpc>
              <a:spcPct val="90000"/>
            </a:lnSpc>
            <a:spcBef>
              <a:spcPct val="0"/>
            </a:spcBef>
            <a:spcAft>
              <a:spcPct val="15000"/>
            </a:spcAft>
            <a:buFont typeface="Arial" panose="020B0604020202020204" pitchFamily="34" charset="0"/>
            <a:buChar char="•"/>
          </a:pPr>
          <a:endParaRPr lang="en-GB" sz="800" kern="1200"/>
        </a:p>
      </dsp:txBody>
      <dsp:txXfrm>
        <a:off x="9727793" y="2641333"/>
        <a:ext cx="1068061" cy="1340582"/>
      </dsp:txXfrm>
    </dsp:sp>
    <dsp:sp modelId="{008EABF7-B564-4A13-BF4D-CB0AEEC77A91}">
      <dsp:nvSpPr>
        <dsp:cNvPr id="0" name=""/>
        <dsp:cNvSpPr/>
      </dsp:nvSpPr>
      <dsp:spPr>
        <a:xfrm>
          <a:off x="8632345" y="2763900"/>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4</a:t>
          </a:r>
          <a:r>
            <a:rPr lang="en-GB" sz="2800" kern="1200" baseline="30000"/>
            <a:t>th</a:t>
          </a:r>
          <a:r>
            <a:rPr lang="en-GB" sz="2800" kern="1200"/>
            <a:t> </a:t>
          </a:r>
          <a:r>
            <a:rPr lang="en-GB" sz="2800" kern="1200" err="1"/>
            <a:t>Qtr</a:t>
          </a:r>
          <a:endParaRPr lang="en-GB" sz="2800" kern="1200"/>
        </a:p>
      </dsp:txBody>
      <dsp:txXfrm>
        <a:off x="8792769" y="2924324"/>
        <a:ext cx="774599" cy="77459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484374-F97E-4A0D-B524-7BF82DA70716}">
      <dsp:nvSpPr>
        <dsp:cNvPr id="0" name=""/>
        <dsp:cNvSpPr/>
      </dsp:nvSpPr>
      <dsp:spPr>
        <a:xfrm>
          <a:off x="553417" y="235406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6350" rIns="12700" bIns="6350" numCol="1" spcCol="1270" anchor="ctr" anchorCtr="0">
          <a:noAutofit/>
        </a:bodyPr>
        <a:lstStyle/>
        <a:p>
          <a:pPr marL="57150" lvl="1" indent="-57150" algn="l" defTabSz="444500">
            <a:lnSpc>
              <a:spcPct val="90000"/>
            </a:lnSpc>
            <a:spcBef>
              <a:spcPct val="0"/>
            </a:spcBef>
            <a:spcAft>
              <a:spcPct val="15000"/>
            </a:spcAft>
            <a:buFont typeface="Arial" panose="020B0604020202020204" pitchFamily="34" charset="0"/>
            <a:buChar char="•"/>
          </a:pPr>
          <a:r>
            <a:rPr lang="en-GB" sz="1000" kern="1200"/>
            <a:t>Clearly defined Network services</a:t>
          </a:r>
        </a:p>
        <a:p>
          <a:pPr marL="57150" lvl="1" indent="-57150" algn="l" defTabSz="444500">
            <a:lnSpc>
              <a:spcPct val="90000"/>
            </a:lnSpc>
            <a:spcBef>
              <a:spcPct val="0"/>
            </a:spcBef>
            <a:spcAft>
              <a:spcPct val="15000"/>
            </a:spcAft>
            <a:buFont typeface="Arial" panose="020B0604020202020204" pitchFamily="34" charset="0"/>
            <a:buChar char="•"/>
          </a:pPr>
          <a:r>
            <a:rPr lang="en-GB" sz="1000" kern="1200"/>
            <a:t>Operate Network efficiently</a:t>
          </a:r>
        </a:p>
        <a:p>
          <a:pPr marL="57150" lvl="1" indent="-57150" algn="l" defTabSz="444500">
            <a:lnSpc>
              <a:spcPct val="90000"/>
            </a:lnSpc>
            <a:spcBef>
              <a:spcPct val="0"/>
            </a:spcBef>
            <a:spcAft>
              <a:spcPct val="15000"/>
            </a:spcAft>
            <a:buFont typeface="Arial" panose="020B0604020202020204" pitchFamily="34" charset="0"/>
            <a:buChar char="•"/>
          </a:pPr>
          <a:r>
            <a:rPr lang="en-GB" sz="1000" kern="1200"/>
            <a:t>Network stability</a:t>
          </a:r>
        </a:p>
      </dsp:txBody>
      <dsp:txXfrm>
        <a:off x="1101141" y="2641333"/>
        <a:ext cx="1068061" cy="1340582"/>
      </dsp:txXfrm>
    </dsp:sp>
    <dsp:sp modelId="{F8992835-E712-4E11-B253-812CDA2F4A9F}">
      <dsp:nvSpPr>
        <dsp:cNvPr id="0" name=""/>
        <dsp:cNvSpPr/>
      </dsp:nvSpPr>
      <dsp:spPr>
        <a:xfrm>
          <a:off x="5693" y="2763900"/>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1</a:t>
          </a:r>
          <a:r>
            <a:rPr lang="en-GB" sz="2800" kern="1200" baseline="30000"/>
            <a:t>st</a:t>
          </a:r>
          <a:r>
            <a:rPr lang="en-GB" sz="2800" kern="1200"/>
            <a:t> </a:t>
          </a:r>
          <a:r>
            <a:rPr lang="en-GB" sz="2800" kern="1200" err="1"/>
            <a:t>Qtr</a:t>
          </a:r>
          <a:endParaRPr lang="en-GB" sz="2800" kern="1200"/>
        </a:p>
      </dsp:txBody>
      <dsp:txXfrm>
        <a:off x="166117" y="2924324"/>
        <a:ext cx="774599" cy="774599"/>
      </dsp:txXfrm>
    </dsp:sp>
    <dsp:sp modelId="{0B4B5FA3-4F31-4EF6-8F5D-F62F50985C31}">
      <dsp:nvSpPr>
        <dsp:cNvPr id="0" name=""/>
        <dsp:cNvSpPr/>
      </dsp:nvSpPr>
      <dsp:spPr>
        <a:xfrm>
          <a:off x="3422855" y="243122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6350" rIns="12700" bIns="6350" numCol="1" spcCol="1270" anchor="ctr" anchorCtr="0">
          <a:noAutofit/>
        </a:bodyPr>
        <a:lstStyle/>
        <a:p>
          <a:pPr marL="57150" lvl="1" indent="-57150" algn="l" defTabSz="444500">
            <a:lnSpc>
              <a:spcPct val="90000"/>
            </a:lnSpc>
            <a:spcBef>
              <a:spcPct val="0"/>
            </a:spcBef>
            <a:spcAft>
              <a:spcPct val="15000"/>
            </a:spcAft>
            <a:buChar char="•"/>
          </a:pPr>
          <a:endParaRPr lang="en-GB" sz="1000" kern="1200"/>
        </a:p>
        <a:p>
          <a:pPr marL="57150" lvl="1" indent="-57150" algn="l" defTabSz="444500">
            <a:lnSpc>
              <a:spcPct val="90000"/>
            </a:lnSpc>
            <a:spcBef>
              <a:spcPct val="0"/>
            </a:spcBef>
            <a:spcAft>
              <a:spcPct val="15000"/>
            </a:spcAft>
            <a:buChar char="•"/>
          </a:pPr>
          <a:r>
            <a:rPr lang="en-GB" sz="1000" kern="1200"/>
            <a:t>Operate Network efficiently</a:t>
          </a:r>
        </a:p>
        <a:p>
          <a:pPr marL="57150" lvl="1" indent="-57150" algn="l" defTabSz="444500">
            <a:lnSpc>
              <a:spcPct val="90000"/>
            </a:lnSpc>
            <a:spcBef>
              <a:spcPct val="0"/>
            </a:spcBef>
            <a:spcAft>
              <a:spcPct val="15000"/>
            </a:spcAft>
            <a:buFont typeface="Arial" panose="020B0604020202020204" pitchFamily="34" charset="0"/>
            <a:buChar char="•"/>
          </a:pPr>
          <a:r>
            <a:rPr lang="en-GB" sz="1000" kern="1200"/>
            <a:t>Clearly defined Network services</a:t>
          </a:r>
        </a:p>
        <a:p>
          <a:pPr marL="57150" lvl="1" indent="-57150" algn="l" defTabSz="444500">
            <a:lnSpc>
              <a:spcPct val="90000"/>
            </a:lnSpc>
            <a:spcBef>
              <a:spcPct val="0"/>
            </a:spcBef>
            <a:spcAft>
              <a:spcPct val="15000"/>
            </a:spcAft>
            <a:buFont typeface="Arial" panose="020B0604020202020204" pitchFamily="34" charset="0"/>
            <a:buChar char="•"/>
          </a:pPr>
          <a:endParaRPr lang="en-GB" sz="1000" kern="1200"/>
        </a:p>
        <a:p>
          <a:pPr marL="57150" lvl="1" indent="-57150" algn="l" defTabSz="444500">
            <a:lnSpc>
              <a:spcPct val="90000"/>
            </a:lnSpc>
            <a:spcBef>
              <a:spcPct val="0"/>
            </a:spcBef>
            <a:spcAft>
              <a:spcPct val="15000"/>
            </a:spcAft>
            <a:buChar char="•"/>
          </a:pPr>
          <a:endParaRPr lang="en-GB" sz="1000" kern="1200"/>
        </a:p>
        <a:p>
          <a:pPr marL="57150" lvl="1" indent="-57150" algn="l" defTabSz="444500">
            <a:lnSpc>
              <a:spcPct val="90000"/>
            </a:lnSpc>
            <a:spcBef>
              <a:spcPct val="0"/>
            </a:spcBef>
            <a:spcAft>
              <a:spcPct val="15000"/>
            </a:spcAft>
            <a:buChar char="•"/>
          </a:pPr>
          <a:endParaRPr lang="en-US" sz="1000" kern="1200"/>
        </a:p>
      </dsp:txBody>
      <dsp:txXfrm>
        <a:off x="3970579" y="2718493"/>
        <a:ext cx="1068061" cy="1340582"/>
      </dsp:txXfrm>
    </dsp:sp>
    <dsp:sp modelId="{87A2D63B-EA13-41CD-A82C-BDD669DBC70C}">
      <dsp:nvSpPr>
        <dsp:cNvPr id="0" name=""/>
        <dsp:cNvSpPr/>
      </dsp:nvSpPr>
      <dsp:spPr>
        <a:xfrm>
          <a:off x="2881857" y="2875471"/>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2</a:t>
          </a:r>
          <a:r>
            <a:rPr lang="en-GB" sz="2800" kern="1200" baseline="30000"/>
            <a:t>nd</a:t>
          </a:r>
          <a:r>
            <a:rPr lang="en-GB" sz="2800" kern="1200"/>
            <a:t> </a:t>
          </a:r>
          <a:r>
            <a:rPr lang="en-GB" sz="2800" kern="1200" err="1"/>
            <a:t>Qtr</a:t>
          </a:r>
          <a:endParaRPr lang="en-GB" sz="2800" kern="1200"/>
        </a:p>
      </dsp:txBody>
      <dsp:txXfrm>
        <a:off x="3042281" y="3035895"/>
        <a:ext cx="774599" cy="774599"/>
      </dsp:txXfrm>
    </dsp:sp>
    <dsp:sp modelId="{873A3858-4FA5-47AC-BB0F-F1B6227873BA}">
      <dsp:nvSpPr>
        <dsp:cNvPr id="0" name=""/>
        <dsp:cNvSpPr/>
      </dsp:nvSpPr>
      <dsp:spPr>
        <a:xfrm>
          <a:off x="6304518" y="235406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6350" rIns="12700" bIns="6350" numCol="1" spcCol="1270" anchor="ctr" anchorCtr="0">
          <a:noAutofit/>
        </a:bodyPr>
        <a:lstStyle/>
        <a:p>
          <a:pPr marL="57150" lvl="1" indent="-57150" algn="l" defTabSz="444500">
            <a:lnSpc>
              <a:spcPct val="90000"/>
            </a:lnSpc>
            <a:spcBef>
              <a:spcPct val="0"/>
            </a:spcBef>
            <a:spcAft>
              <a:spcPct val="15000"/>
            </a:spcAft>
            <a:buChar char="•"/>
          </a:pPr>
          <a:r>
            <a:rPr lang="en-GB" sz="1000" kern="1200"/>
            <a:t>Provide reliable network</a:t>
          </a:r>
        </a:p>
        <a:p>
          <a:pPr marL="57150" lvl="1" indent="-57150" algn="l" defTabSz="444500">
            <a:lnSpc>
              <a:spcPct val="90000"/>
            </a:lnSpc>
            <a:spcBef>
              <a:spcPct val="0"/>
            </a:spcBef>
            <a:spcAft>
              <a:spcPct val="15000"/>
            </a:spcAft>
            <a:buChar char="•"/>
          </a:pPr>
          <a:r>
            <a:rPr lang="en-GB" sz="1000" kern="1200"/>
            <a:t>Operate Network efficiently</a:t>
          </a:r>
        </a:p>
        <a:p>
          <a:pPr marL="57150" lvl="1" indent="-57150" algn="l" defTabSz="444500">
            <a:lnSpc>
              <a:spcPct val="90000"/>
            </a:lnSpc>
            <a:spcBef>
              <a:spcPct val="0"/>
            </a:spcBef>
            <a:spcAft>
              <a:spcPct val="15000"/>
            </a:spcAft>
            <a:buChar char="•"/>
          </a:pPr>
          <a:endParaRPr lang="en-GB" sz="1000" kern="1200"/>
        </a:p>
        <a:p>
          <a:pPr marL="57150" lvl="1" indent="-57150" algn="l" defTabSz="444500">
            <a:lnSpc>
              <a:spcPct val="90000"/>
            </a:lnSpc>
            <a:spcBef>
              <a:spcPct val="0"/>
            </a:spcBef>
            <a:spcAft>
              <a:spcPct val="15000"/>
            </a:spcAft>
            <a:buChar char="•"/>
          </a:pPr>
          <a:endParaRPr lang="en-GB" sz="1000" kern="1200"/>
        </a:p>
      </dsp:txBody>
      <dsp:txXfrm>
        <a:off x="6852242" y="2641333"/>
        <a:ext cx="1068061" cy="1340582"/>
      </dsp:txXfrm>
    </dsp:sp>
    <dsp:sp modelId="{3EF928B0-AE40-4CCC-9AC8-7F4622232DB9}">
      <dsp:nvSpPr>
        <dsp:cNvPr id="0" name=""/>
        <dsp:cNvSpPr/>
      </dsp:nvSpPr>
      <dsp:spPr>
        <a:xfrm>
          <a:off x="5756794" y="2763900"/>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3</a:t>
          </a:r>
          <a:r>
            <a:rPr lang="en-GB" sz="2800" kern="1200" baseline="30000"/>
            <a:t>rd</a:t>
          </a:r>
          <a:r>
            <a:rPr lang="en-GB" sz="2800" kern="1200"/>
            <a:t> </a:t>
          </a:r>
          <a:r>
            <a:rPr lang="en-GB" sz="2800" kern="1200" err="1"/>
            <a:t>Qtr</a:t>
          </a:r>
          <a:endParaRPr lang="en-GB" sz="2800" kern="1200"/>
        </a:p>
      </dsp:txBody>
      <dsp:txXfrm>
        <a:off x="5917218" y="2924324"/>
        <a:ext cx="774599" cy="774599"/>
      </dsp:txXfrm>
    </dsp:sp>
    <dsp:sp modelId="{29B467BE-B8B3-4454-8337-651F6FA8D458}">
      <dsp:nvSpPr>
        <dsp:cNvPr id="0" name=""/>
        <dsp:cNvSpPr/>
      </dsp:nvSpPr>
      <dsp:spPr>
        <a:xfrm>
          <a:off x="9180069" y="235406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6350" rIns="12700" bIns="6350" numCol="1" spcCol="1270" anchor="ctr" anchorCtr="0">
          <a:noAutofit/>
        </a:bodyPr>
        <a:lstStyle/>
        <a:p>
          <a:pPr marL="57150" lvl="1" indent="-57150" algn="l" defTabSz="444500">
            <a:lnSpc>
              <a:spcPct val="90000"/>
            </a:lnSpc>
            <a:spcBef>
              <a:spcPct val="0"/>
            </a:spcBef>
            <a:spcAft>
              <a:spcPct val="15000"/>
            </a:spcAft>
            <a:buChar char="•"/>
          </a:pPr>
          <a:endParaRPr lang="en-GB" sz="1000" kern="1200"/>
        </a:p>
        <a:p>
          <a:pPr marL="57150" lvl="1" indent="-57150" algn="l" defTabSz="444500">
            <a:lnSpc>
              <a:spcPct val="90000"/>
            </a:lnSpc>
            <a:spcBef>
              <a:spcPct val="0"/>
            </a:spcBef>
            <a:spcAft>
              <a:spcPct val="15000"/>
            </a:spcAft>
            <a:buFont typeface="Arial" panose="020B0604020202020204" pitchFamily="34" charset="0"/>
            <a:buChar char="•"/>
          </a:pPr>
          <a:r>
            <a:rPr lang="en-GB" sz="1000" kern="1200"/>
            <a:t>Finalize FY27 Budget </a:t>
          </a:r>
        </a:p>
        <a:p>
          <a:pPr marL="57150" lvl="1" indent="-57150" algn="l" defTabSz="444500">
            <a:lnSpc>
              <a:spcPct val="90000"/>
            </a:lnSpc>
            <a:spcBef>
              <a:spcPct val="0"/>
            </a:spcBef>
            <a:spcAft>
              <a:spcPct val="15000"/>
            </a:spcAft>
            <a:buFont typeface="Arial" panose="020B0604020202020204" pitchFamily="34" charset="0"/>
            <a:buChar char="•"/>
          </a:pPr>
          <a:r>
            <a:rPr lang="en-GB" sz="1000" kern="1200"/>
            <a:t>Clearly defined Network services</a:t>
          </a:r>
          <a:endParaRPr lang="en-US" sz="1000" kern="1200"/>
        </a:p>
        <a:p>
          <a:pPr marL="57150" lvl="1" indent="-57150" algn="l" defTabSz="444500">
            <a:lnSpc>
              <a:spcPct val="90000"/>
            </a:lnSpc>
            <a:spcBef>
              <a:spcPct val="0"/>
            </a:spcBef>
            <a:spcAft>
              <a:spcPct val="15000"/>
            </a:spcAft>
            <a:buFont typeface="Arial" panose="020B0604020202020204" pitchFamily="34" charset="0"/>
            <a:buChar char="•"/>
          </a:pPr>
          <a:r>
            <a:rPr lang="en-GB" sz="1000" kern="1200"/>
            <a:t>Provide reliable network</a:t>
          </a:r>
          <a:endParaRPr lang="en-US" sz="1000" kern="1200"/>
        </a:p>
        <a:p>
          <a:pPr marL="57150" lvl="1" indent="-57150" algn="l" defTabSz="444500">
            <a:lnSpc>
              <a:spcPct val="90000"/>
            </a:lnSpc>
            <a:spcBef>
              <a:spcPct val="0"/>
            </a:spcBef>
            <a:spcAft>
              <a:spcPct val="15000"/>
            </a:spcAft>
            <a:buFont typeface="Arial" panose="020B0604020202020204" pitchFamily="34" charset="0"/>
            <a:buChar char="•"/>
          </a:pPr>
          <a:endParaRPr lang="en-US" sz="1000" kern="1200"/>
        </a:p>
        <a:p>
          <a:pPr marL="57150" lvl="1" indent="-57150" algn="l" defTabSz="444500">
            <a:lnSpc>
              <a:spcPct val="90000"/>
            </a:lnSpc>
            <a:spcBef>
              <a:spcPct val="0"/>
            </a:spcBef>
            <a:spcAft>
              <a:spcPct val="15000"/>
            </a:spcAft>
            <a:buFont typeface="Arial" panose="020B0604020202020204" pitchFamily="34" charset="0"/>
            <a:buChar char="•"/>
          </a:pPr>
          <a:endParaRPr lang="en-GB" sz="1000" kern="1200"/>
        </a:p>
      </dsp:txBody>
      <dsp:txXfrm>
        <a:off x="9727793" y="2641333"/>
        <a:ext cx="1068061" cy="1340582"/>
      </dsp:txXfrm>
    </dsp:sp>
    <dsp:sp modelId="{008EABF7-B564-4A13-BF4D-CB0AEEC77A91}">
      <dsp:nvSpPr>
        <dsp:cNvPr id="0" name=""/>
        <dsp:cNvSpPr/>
      </dsp:nvSpPr>
      <dsp:spPr>
        <a:xfrm>
          <a:off x="8632345" y="2763900"/>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4</a:t>
          </a:r>
          <a:r>
            <a:rPr lang="en-GB" sz="2800" kern="1200" baseline="30000"/>
            <a:t>th</a:t>
          </a:r>
          <a:r>
            <a:rPr lang="en-GB" sz="2800" kern="1200"/>
            <a:t> </a:t>
          </a:r>
          <a:r>
            <a:rPr lang="en-GB" sz="2800" kern="1200" err="1"/>
            <a:t>Qtr</a:t>
          </a:r>
          <a:endParaRPr lang="en-GB" sz="2800" kern="1200"/>
        </a:p>
      </dsp:txBody>
      <dsp:txXfrm>
        <a:off x="8792769" y="2924324"/>
        <a:ext cx="774599" cy="77459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484374-F97E-4A0D-B524-7BF82DA70716}">
      <dsp:nvSpPr>
        <dsp:cNvPr id="0" name=""/>
        <dsp:cNvSpPr/>
      </dsp:nvSpPr>
      <dsp:spPr>
        <a:xfrm>
          <a:off x="553417" y="2354065"/>
          <a:ext cx="2190895" cy="1915118"/>
        </a:xfrm>
        <a:prstGeom prst="rightArrow">
          <a:avLst>
            <a:gd name="adj1" fmla="val 70000"/>
            <a:gd name="adj2" fmla="val 5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rtl="0">
            <a:lnSpc>
              <a:spcPct val="90000"/>
            </a:lnSpc>
            <a:spcBef>
              <a:spcPct val="0"/>
            </a:spcBef>
            <a:spcAft>
              <a:spcPct val="15000"/>
            </a:spcAft>
            <a:buChar char="•"/>
          </a:pPr>
          <a:r>
            <a:rPr lang="en-GB" sz="800" kern="1200">
              <a:latin typeface="Arial"/>
            </a:rPr>
            <a:t> Complete VMware deprecation</a:t>
          </a:r>
        </a:p>
        <a:p>
          <a:pPr marL="57150" lvl="1" indent="-57150" algn="l" defTabSz="355600" rtl="0">
            <a:lnSpc>
              <a:spcPct val="90000"/>
            </a:lnSpc>
            <a:spcBef>
              <a:spcPct val="0"/>
            </a:spcBef>
            <a:spcAft>
              <a:spcPct val="15000"/>
            </a:spcAft>
            <a:buFont typeface="Arial" panose="020B0604020202020204" pitchFamily="34" charset="0"/>
            <a:buChar char="•"/>
          </a:pPr>
          <a:r>
            <a:rPr lang="en-GB" sz="800" kern="1200">
              <a:latin typeface="Arial"/>
            </a:rPr>
            <a:t> Improve security posture</a:t>
          </a:r>
          <a:endParaRPr lang="en-GB" kern="1200"/>
        </a:p>
        <a:p>
          <a:pPr marL="57150" lvl="1" indent="-57150" algn="l" defTabSz="355600">
            <a:lnSpc>
              <a:spcPct val="90000"/>
            </a:lnSpc>
            <a:spcBef>
              <a:spcPct val="0"/>
            </a:spcBef>
            <a:spcAft>
              <a:spcPct val="15000"/>
            </a:spcAft>
            <a:buFont typeface="Arial" panose="020B0604020202020204" pitchFamily="34" charset="0"/>
            <a:buChar char="•"/>
          </a:pPr>
          <a:r>
            <a:rPr lang="en-GB" sz="800" kern="1200"/>
            <a:t>Strategic objective 3</a:t>
          </a:r>
        </a:p>
      </dsp:txBody>
      <dsp:txXfrm>
        <a:off x="1101141" y="2641333"/>
        <a:ext cx="1068061" cy="1340582"/>
      </dsp:txXfrm>
    </dsp:sp>
    <dsp:sp modelId="{F8992835-E712-4E11-B253-812CDA2F4A9F}">
      <dsp:nvSpPr>
        <dsp:cNvPr id="0" name=""/>
        <dsp:cNvSpPr/>
      </dsp:nvSpPr>
      <dsp:spPr>
        <a:xfrm>
          <a:off x="5693" y="2763900"/>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1</a:t>
          </a:r>
          <a:r>
            <a:rPr lang="en-GB" sz="2800" kern="1200" baseline="30000"/>
            <a:t>st</a:t>
          </a:r>
          <a:r>
            <a:rPr lang="en-GB" sz="2800" kern="1200"/>
            <a:t> </a:t>
          </a:r>
          <a:r>
            <a:rPr lang="en-GB" sz="2800" kern="1200" err="1"/>
            <a:t>Qtr</a:t>
          </a:r>
          <a:endParaRPr lang="en-GB" sz="2800" kern="1200"/>
        </a:p>
      </dsp:txBody>
      <dsp:txXfrm>
        <a:off x="166117" y="2924324"/>
        <a:ext cx="774599" cy="774599"/>
      </dsp:txXfrm>
    </dsp:sp>
    <dsp:sp modelId="{0B4B5FA3-4F31-4EF6-8F5D-F62F50985C31}">
      <dsp:nvSpPr>
        <dsp:cNvPr id="0" name=""/>
        <dsp:cNvSpPr/>
      </dsp:nvSpPr>
      <dsp:spPr>
        <a:xfrm>
          <a:off x="3422855" y="243122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a:lnSpc>
              <a:spcPct val="90000"/>
            </a:lnSpc>
            <a:spcBef>
              <a:spcPct val="0"/>
            </a:spcBef>
            <a:spcAft>
              <a:spcPct val="15000"/>
            </a:spcAft>
            <a:buChar char="•"/>
          </a:pPr>
          <a:endParaRPr lang="en-GB" sz="800" kern="1200"/>
        </a:p>
        <a:p>
          <a:pPr marL="57150" lvl="1" indent="-57150" algn="l" defTabSz="355600">
            <a:lnSpc>
              <a:spcPct val="90000"/>
            </a:lnSpc>
            <a:spcBef>
              <a:spcPct val="0"/>
            </a:spcBef>
            <a:spcAft>
              <a:spcPct val="15000"/>
            </a:spcAft>
            <a:buChar char="•"/>
          </a:pPr>
          <a:r>
            <a:rPr lang="en-GB" sz="800" kern="1200"/>
            <a:t>Strategic objective 1</a:t>
          </a:r>
        </a:p>
        <a:p>
          <a:pPr marL="57150" lvl="1" indent="-57150" algn="l" defTabSz="355600">
            <a:lnSpc>
              <a:spcPct val="90000"/>
            </a:lnSpc>
            <a:spcBef>
              <a:spcPct val="0"/>
            </a:spcBef>
            <a:spcAft>
              <a:spcPct val="15000"/>
            </a:spcAft>
            <a:buFont typeface="Arial" panose="020B0604020202020204" pitchFamily="34" charset="0"/>
            <a:buChar char="•"/>
          </a:pPr>
          <a:r>
            <a:rPr lang="en-GB" sz="800" kern="1200"/>
            <a:t>Strategic objective 2</a:t>
          </a:r>
        </a:p>
        <a:p>
          <a:pPr marL="57150" lvl="1" indent="-57150" algn="l" defTabSz="355600">
            <a:lnSpc>
              <a:spcPct val="90000"/>
            </a:lnSpc>
            <a:spcBef>
              <a:spcPct val="0"/>
            </a:spcBef>
            <a:spcAft>
              <a:spcPct val="15000"/>
            </a:spcAft>
            <a:buFont typeface="Arial" panose="020B0604020202020204" pitchFamily="34" charset="0"/>
            <a:buChar char="•"/>
          </a:pPr>
          <a:r>
            <a:rPr lang="en-GB" sz="800" kern="1200"/>
            <a:t>Strategic objective 3</a:t>
          </a:r>
        </a:p>
        <a:p>
          <a:pPr marL="57150" lvl="1" indent="-57150" algn="l" defTabSz="355600">
            <a:lnSpc>
              <a:spcPct val="90000"/>
            </a:lnSpc>
            <a:spcBef>
              <a:spcPct val="0"/>
            </a:spcBef>
            <a:spcAft>
              <a:spcPct val="15000"/>
            </a:spcAft>
            <a:buFont typeface="Arial" panose="020B0604020202020204" pitchFamily="34" charset="0"/>
            <a:buChar char="•"/>
          </a:pPr>
          <a:endParaRPr lang="en-GB" sz="800" kern="1200"/>
        </a:p>
        <a:p>
          <a:pPr marL="57150" lvl="1" indent="-57150" algn="l" defTabSz="355600">
            <a:lnSpc>
              <a:spcPct val="90000"/>
            </a:lnSpc>
            <a:spcBef>
              <a:spcPct val="0"/>
            </a:spcBef>
            <a:spcAft>
              <a:spcPct val="15000"/>
            </a:spcAft>
            <a:buChar char="•"/>
          </a:pPr>
          <a:endParaRPr lang="en-GB" sz="800" kern="1200"/>
        </a:p>
        <a:p>
          <a:pPr marL="57150" lvl="1" indent="-57150" algn="l" defTabSz="355600">
            <a:lnSpc>
              <a:spcPct val="90000"/>
            </a:lnSpc>
            <a:spcBef>
              <a:spcPct val="0"/>
            </a:spcBef>
            <a:spcAft>
              <a:spcPct val="15000"/>
            </a:spcAft>
            <a:buChar char="•"/>
          </a:pPr>
          <a:endParaRPr lang="en-US" sz="800" kern="1200"/>
        </a:p>
      </dsp:txBody>
      <dsp:txXfrm>
        <a:off x="3970579" y="2718493"/>
        <a:ext cx="1068061" cy="1340582"/>
      </dsp:txXfrm>
    </dsp:sp>
    <dsp:sp modelId="{87A2D63B-EA13-41CD-A82C-BDD669DBC70C}">
      <dsp:nvSpPr>
        <dsp:cNvPr id="0" name=""/>
        <dsp:cNvSpPr/>
      </dsp:nvSpPr>
      <dsp:spPr>
        <a:xfrm>
          <a:off x="2881857" y="2875471"/>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2</a:t>
          </a:r>
          <a:r>
            <a:rPr lang="en-GB" sz="2800" kern="1200" baseline="30000"/>
            <a:t>nd</a:t>
          </a:r>
          <a:r>
            <a:rPr lang="en-GB" sz="2800" kern="1200"/>
            <a:t> </a:t>
          </a:r>
          <a:r>
            <a:rPr lang="en-GB" sz="2800" kern="1200" err="1"/>
            <a:t>Qtr</a:t>
          </a:r>
          <a:endParaRPr lang="en-GB" sz="2800" kern="1200"/>
        </a:p>
      </dsp:txBody>
      <dsp:txXfrm>
        <a:off x="3042281" y="3035895"/>
        <a:ext cx="774599" cy="774599"/>
      </dsp:txXfrm>
    </dsp:sp>
    <dsp:sp modelId="{873A3858-4FA5-47AC-BB0F-F1B6227873BA}">
      <dsp:nvSpPr>
        <dsp:cNvPr id="0" name=""/>
        <dsp:cNvSpPr/>
      </dsp:nvSpPr>
      <dsp:spPr>
        <a:xfrm>
          <a:off x="6304518" y="235406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a:lnSpc>
              <a:spcPct val="90000"/>
            </a:lnSpc>
            <a:spcBef>
              <a:spcPct val="0"/>
            </a:spcBef>
            <a:spcAft>
              <a:spcPct val="15000"/>
            </a:spcAft>
            <a:buChar char="•"/>
          </a:pPr>
          <a:r>
            <a:rPr lang="en-GB" sz="800" kern="1200"/>
            <a:t>Strategic objective 1</a:t>
          </a:r>
        </a:p>
        <a:p>
          <a:pPr marL="57150" lvl="1" indent="-57150" algn="l" defTabSz="355600">
            <a:lnSpc>
              <a:spcPct val="90000"/>
            </a:lnSpc>
            <a:spcBef>
              <a:spcPct val="0"/>
            </a:spcBef>
            <a:spcAft>
              <a:spcPct val="15000"/>
            </a:spcAft>
            <a:buChar char="•"/>
          </a:pPr>
          <a:r>
            <a:rPr lang="en-US" sz="800" kern="1200"/>
            <a:t>Strategic objective 2</a:t>
          </a:r>
          <a:endParaRPr lang="en-GB" sz="800" kern="1200"/>
        </a:p>
        <a:p>
          <a:pPr marL="57150" lvl="1" indent="-57150" algn="l" defTabSz="355600">
            <a:lnSpc>
              <a:spcPct val="90000"/>
            </a:lnSpc>
            <a:spcBef>
              <a:spcPct val="0"/>
            </a:spcBef>
            <a:spcAft>
              <a:spcPct val="15000"/>
            </a:spcAft>
            <a:buChar char="•"/>
          </a:pPr>
          <a:r>
            <a:rPr lang="en-US" sz="800" kern="1200"/>
            <a:t>Strategic objective 3</a:t>
          </a:r>
        </a:p>
        <a:p>
          <a:pPr marL="57150" lvl="1" indent="-57150" algn="l" defTabSz="355600">
            <a:lnSpc>
              <a:spcPct val="90000"/>
            </a:lnSpc>
            <a:spcBef>
              <a:spcPct val="0"/>
            </a:spcBef>
            <a:spcAft>
              <a:spcPct val="15000"/>
            </a:spcAft>
            <a:buChar char="•"/>
          </a:pPr>
          <a:endParaRPr lang="en-GB" sz="800" kern="1200"/>
        </a:p>
        <a:p>
          <a:pPr marL="57150" lvl="1" indent="-57150" algn="l" defTabSz="355600">
            <a:lnSpc>
              <a:spcPct val="90000"/>
            </a:lnSpc>
            <a:spcBef>
              <a:spcPct val="0"/>
            </a:spcBef>
            <a:spcAft>
              <a:spcPct val="15000"/>
            </a:spcAft>
            <a:buChar char="•"/>
          </a:pPr>
          <a:endParaRPr lang="en-GB" sz="800" kern="1200"/>
        </a:p>
      </dsp:txBody>
      <dsp:txXfrm>
        <a:off x="6852242" y="2641333"/>
        <a:ext cx="1068061" cy="1340582"/>
      </dsp:txXfrm>
    </dsp:sp>
    <dsp:sp modelId="{3EF928B0-AE40-4CCC-9AC8-7F4622232DB9}">
      <dsp:nvSpPr>
        <dsp:cNvPr id="0" name=""/>
        <dsp:cNvSpPr/>
      </dsp:nvSpPr>
      <dsp:spPr>
        <a:xfrm>
          <a:off x="5756794" y="2763900"/>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3</a:t>
          </a:r>
          <a:r>
            <a:rPr lang="en-GB" sz="2800" kern="1200" baseline="30000"/>
            <a:t>rd</a:t>
          </a:r>
          <a:r>
            <a:rPr lang="en-GB" sz="2800" kern="1200"/>
            <a:t> </a:t>
          </a:r>
          <a:r>
            <a:rPr lang="en-GB" sz="2800" kern="1200" err="1"/>
            <a:t>Qtr</a:t>
          </a:r>
          <a:endParaRPr lang="en-GB" sz="2800" kern="1200"/>
        </a:p>
      </dsp:txBody>
      <dsp:txXfrm>
        <a:off x="5917218" y="2924324"/>
        <a:ext cx="774599" cy="774599"/>
      </dsp:txXfrm>
    </dsp:sp>
    <dsp:sp modelId="{29B467BE-B8B3-4454-8337-651F6FA8D458}">
      <dsp:nvSpPr>
        <dsp:cNvPr id="0" name=""/>
        <dsp:cNvSpPr/>
      </dsp:nvSpPr>
      <dsp:spPr>
        <a:xfrm>
          <a:off x="9180069" y="235406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a:lnSpc>
              <a:spcPct val="90000"/>
            </a:lnSpc>
            <a:spcBef>
              <a:spcPct val="0"/>
            </a:spcBef>
            <a:spcAft>
              <a:spcPct val="15000"/>
            </a:spcAft>
            <a:buChar char="•"/>
          </a:pPr>
          <a:endParaRPr lang="en-GB" sz="800" kern="1200"/>
        </a:p>
        <a:p>
          <a:pPr marL="57150" lvl="1" indent="-57150" algn="l" defTabSz="355600">
            <a:lnSpc>
              <a:spcPct val="90000"/>
            </a:lnSpc>
            <a:spcBef>
              <a:spcPct val="0"/>
            </a:spcBef>
            <a:spcAft>
              <a:spcPct val="15000"/>
            </a:spcAft>
            <a:buFont typeface="Arial" panose="020B0604020202020204" pitchFamily="34" charset="0"/>
            <a:buChar char="•"/>
          </a:pPr>
          <a:r>
            <a:rPr lang="en-GB" sz="800" kern="1200"/>
            <a:t>Finalize FY27 Budget </a:t>
          </a:r>
          <a:r>
            <a:rPr lang="en-US" sz="800" kern="1200"/>
            <a:t>Strategic objective 1</a:t>
          </a:r>
          <a:endParaRPr lang="en-GB" sz="800" kern="1200"/>
        </a:p>
        <a:p>
          <a:pPr marL="57150" lvl="1" indent="-57150" algn="l" defTabSz="355600">
            <a:lnSpc>
              <a:spcPct val="90000"/>
            </a:lnSpc>
            <a:spcBef>
              <a:spcPct val="0"/>
            </a:spcBef>
            <a:spcAft>
              <a:spcPct val="15000"/>
            </a:spcAft>
            <a:buFont typeface="Arial" panose="020B0604020202020204" pitchFamily="34" charset="0"/>
            <a:buChar char="•"/>
          </a:pPr>
          <a:r>
            <a:rPr lang="en-US" sz="800" kern="1200"/>
            <a:t>Strategic objective 2</a:t>
          </a:r>
        </a:p>
        <a:p>
          <a:pPr marL="57150" lvl="1" indent="-57150" algn="l" defTabSz="355600">
            <a:lnSpc>
              <a:spcPct val="90000"/>
            </a:lnSpc>
            <a:spcBef>
              <a:spcPct val="0"/>
            </a:spcBef>
            <a:spcAft>
              <a:spcPct val="15000"/>
            </a:spcAft>
            <a:buFont typeface="Arial" panose="020B0604020202020204" pitchFamily="34" charset="0"/>
            <a:buChar char="•"/>
          </a:pPr>
          <a:r>
            <a:rPr lang="en-US" sz="800" kern="1200"/>
            <a:t>Strategic objective 3</a:t>
          </a:r>
        </a:p>
        <a:p>
          <a:pPr marL="57150" lvl="1" indent="-57150" algn="l" defTabSz="355600">
            <a:lnSpc>
              <a:spcPct val="90000"/>
            </a:lnSpc>
            <a:spcBef>
              <a:spcPct val="0"/>
            </a:spcBef>
            <a:spcAft>
              <a:spcPct val="15000"/>
            </a:spcAft>
            <a:buFont typeface="Arial" panose="020B0604020202020204" pitchFamily="34" charset="0"/>
            <a:buChar char="•"/>
          </a:pPr>
          <a:endParaRPr lang="en-US" sz="800" kern="1200"/>
        </a:p>
        <a:p>
          <a:pPr marL="57150" lvl="1" indent="-57150" algn="l" defTabSz="355600">
            <a:lnSpc>
              <a:spcPct val="90000"/>
            </a:lnSpc>
            <a:spcBef>
              <a:spcPct val="0"/>
            </a:spcBef>
            <a:spcAft>
              <a:spcPct val="15000"/>
            </a:spcAft>
            <a:buFont typeface="Arial" panose="020B0604020202020204" pitchFamily="34" charset="0"/>
            <a:buChar char="•"/>
          </a:pPr>
          <a:endParaRPr lang="en-GB" sz="800" kern="1200"/>
        </a:p>
      </dsp:txBody>
      <dsp:txXfrm>
        <a:off x="9727793" y="2641333"/>
        <a:ext cx="1068061" cy="1340582"/>
      </dsp:txXfrm>
    </dsp:sp>
    <dsp:sp modelId="{008EABF7-B564-4A13-BF4D-CB0AEEC77A91}">
      <dsp:nvSpPr>
        <dsp:cNvPr id="0" name=""/>
        <dsp:cNvSpPr/>
      </dsp:nvSpPr>
      <dsp:spPr>
        <a:xfrm>
          <a:off x="8632345" y="2763900"/>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4</a:t>
          </a:r>
          <a:r>
            <a:rPr lang="en-GB" sz="2800" kern="1200" baseline="30000"/>
            <a:t>th</a:t>
          </a:r>
          <a:r>
            <a:rPr lang="en-GB" sz="2800" kern="1200"/>
            <a:t> </a:t>
          </a:r>
          <a:r>
            <a:rPr lang="en-GB" sz="2800" kern="1200" err="1"/>
            <a:t>Qtr</a:t>
          </a:r>
          <a:endParaRPr lang="en-GB" sz="2800" kern="1200"/>
        </a:p>
      </dsp:txBody>
      <dsp:txXfrm>
        <a:off x="8792769" y="2924324"/>
        <a:ext cx="774599" cy="77459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484374-F97E-4A0D-B524-7BF82DA70716}">
      <dsp:nvSpPr>
        <dsp:cNvPr id="0" name=""/>
        <dsp:cNvSpPr/>
      </dsp:nvSpPr>
      <dsp:spPr>
        <a:xfrm>
          <a:off x="553417" y="235406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a:lnSpc>
              <a:spcPct val="90000"/>
            </a:lnSpc>
            <a:spcBef>
              <a:spcPct val="0"/>
            </a:spcBef>
            <a:spcAft>
              <a:spcPct val="15000"/>
            </a:spcAft>
            <a:buFont typeface="Arial" panose="020B0604020202020204" pitchFamily="34" charset="0"/>
            <a:buChar char="•"/>
          </a:pPr>
          <a:r>
            <a:rPr lang="en-GB" sz="800" kern="1200"/>
            <a:t>Ensure Aptum infrastructure Reliability</a:t>
          </a:r>
        </a:p>
        <a:p>
          <a:pPr marL="57150" lvl="1" indent="-57150" algn="l" defTabSz="355600">
            <a:lnSpc>
              <a:spcPct val="90000"/>
            </a:lnSpc>
            <a:spcBef>
              <a:spcPct val="0"/>
            </a:spcBef>
            <a:spcAft>
              <a:spcPct val="15000"/>
            </a:spcAft>
            <a:buFont typeface="Arial" panose="020B0604020202020204" pitchFamily="34" charset="0"/>
            <a:buChar char="•"/>
          </a:pPr>
          <a:r>
            <a:rPr lang="en-GB" sz="800" kern="1200"/>
            <a:t>Grow our Product offering</a:t>
          </a:r>
        </a:p>
      </dsp:txBody>
      <dsp:txXfrm>
        <a:off x="1101141" y="2641333"/>
        <a:ext cx="1068061" cy="1340582"/>
      </dsp:txXfrm>
    </dsp:sp>
    <dsp:sp modelId="{F8992835-E712-4E11-B253-812CDA2F4A9F}">
      <dsp:nvSpPr>
        <dsp:cNvPr id="0" name=""/>
        <dsp:cNvSpPr/>
      </dsp:nvSpPr>
      <dsp:spPr>
        <a:xfrm>
          <a:off x="5693" y="2763900"/>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1</a:t>
          </a:r>
          <a:r>
            <a:rPr lang="en-GB" sz="2800" kern="1200" baseline="30000"/>
            <a:t>st</a:t>
          </a:r>
          <a:r>
            <a:rPr lang="en-GB" sz="2800" kern="1200"/>
            <a:t> </a:t>
          </a:r>
          <a:r>
            <a:rPr lang="en-GB" sz="2800" kern="1200" err="1"/>
            <a:t>Qtr</a:t>
          </a:r>
          <a:endParaRPr lang="en-GB" sz="2800" kern="1200"/>
        </a:p>
      </dsp:txBody>
      <dsp:txXfrm>
        <a:off x="166117" y="2924324"/>
        <a:ext cx="774599" cy="774599"/>
      </dsp:txXfrm>
    </dsp:sp>
    <dsp:sp modelId="{0B4B5FA3-4F31-4EF6-8F5D-F62F50985C31}">
      <dsp:nvSpPr>
        <dsp:cNvPr id="0" name=""/>
        <dsp:cNvSpPr/>
      </dsp:nvSpPr>
      <dsp:spPr>
        <a:xfrm>
          <a:off x="3422855" y="243122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a:lnSpc>
              <a:spcPct val="90000"/>
            </a:lnSpc>
            <a:spcBef>
              <a:spcPct val="0"/>
            </a:spcBef>
            <a:spcAft>
              <a:spcPct val="15000"/>
            </a:spcAft>
            <a:buChar char="•"/>
          </a:pPr>
          <a:endParaRPr lang="en-GB" sz="800" kern="1200"/>
        </a:p>
        <a:p>
          <a:pPr marL="57150" lvl="1" indent="-57150" algn="l" defTabSz="355600">
            <a:lnSpc>
              <a:spcPct val="90000"/>
            </a:lnSpc>
            <a:spcBef>
              <a:spcPct val="0"/>
            </a:spcBef>
            <a:spcAft>
              <a:spcPct val="15000"/>
            </a:spcAft>
            <a:buChar char="•"/>
          </a:pPr>
          <a:r>
            <a:rPr lang="en-GB" sz="800" kern="1200"/>
            <a:t>Grow our product offering</a:t>
          </a:r>
        </a:p>
        <a:p>
          <a:pPr marL="57150" lvl="1" indent="-57150" algn="l" defTabSz="355600">
            <a:lnSpc>
              <a:spcPct val="90000"/>
            </a:lnSpc>
            <a:spcBef>
              <a:spcPct val="0"/>
            </a:spcBef>
            <a:spcAft>
              <a:spcPct val="15000"/>
            </a:spcAft>
            <a:buChar char="•"/>
          </a:pPr>
          <a:r>
            <a:rPr lang="en-GB" sz="800" kern="1200"/>
            <a:t>Maximize Operational </a:t>
          </a:r>
          <a:r>
            <a:rPr lang="en-GB" sz="800" kern="1200" err="1"/>
            <a:t>efficeieny</a:t>
          </a:r>
          <a:endParaRPr lang="en-GB" sz="800" kern="1200"/>
        </a:p>
        <a:p>
          <a:pPr marL="57150" lvl="1" indent="-57150" algn="l" defTabSz="355600">
            <a:lnSpc>
              <a:spcPct val="90000"/>
            </a:lnSpc>
            <a:spcBef>
              <a:spcPct val="0"/>
            </a:spcBef>
            <a:spcAft>
              <a:spcPct val="15000"/>
            </a:spcAft>
            <a:buFont typeface="Arial" panose="020B0604020202020204" pitchFamily="34" charset="0"/>
            <a:buChar char="•"/>
          </a:pPr>
          <a:endParaRPr lang="en-GB" sz="800" kern="1200"/>
        </a:p>
        <a:p>
          <a:pPr marL="57150" lvl="1" indent="-57150" algn="l" defTabSz="355600">
            <a:lnSpc>
              <a:spcPct val="90000"/>
            </a:lnSpc>
            <a:spcBef>
              <a:spcPct val="0"/>
            </a:spcBef>
            <a:spcAft>
              <a:spcPct val="15000"/>
            </a:spcAft>
            <a:buChar char="•"/>
          </a:pPr>
          <a:endParaRPr lang="en-GB" sz="800" kern="1200"/>
        </a:p>
        <a:p>
          <a:pPr marL="57150" lvl="1" indent="-57150" algn="l" defTabSz="355600">
            <a:lnSpc>
              <a:spcPct val="90000"/>
            </a:lnSpc>
            <a:spcBef>
              <a:spcPct val="0"/>
            </a:spcBef>
            <a:spcAft>
              <a:spcPct val="15000"/>
            </a:spcAft>
            <a:buChar char="•"/>
          </a:pPr>
          <a:endParaRPr lang="en-US" sz="800" kern="1200"/>
        </a:p>
      </dsp:txBody>
      <dsp:txXfrm>
        <a:off x="3970579" y="2718493"/>
        <a:ext cx="1068061" cy="1340582"/>
      </dsp:txXfrm>
    </dsp:sp>
    <dsp:sp modelId="{87A2D63B-EA13-41CD-A82C-BDD669DBC70C}">
      <dsp:nvSpPr>
        <dsp:cNvPr id="0" name=""/>
        <dsp:cNvSpPr/>
      </dsp:nvSpPr>
      <dsp:spPr>
        <a:xfrm>
          <a:off x="2881857" y="2875471"/>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2</a:t>
          </a:r>
          <a:r>
            <a:rPr lang="en-GB" sz="2800" kern="1200" baseline="30000"/>
            <a:t>nd</a:t>
          </a:r>
          <a:r>
            <a:rPr lang="en-GB" sz="2800" kern="1200"/>
            <a:t> </a:t>
          </a:r>
          <a:r>
            <a:rPr lang="en-GB" sz="2800" kern="1200" err="1"/>
            <a:t>Qtr</a:t>
          </a:r>
          <a:endParaRPr lang="en-GB" sz="2800" kern="1200"/>
        </a:p>
      </dsp:txBody>
      <dsp:txXfrm>
        <a:off x="3042281" y="3035895"/>
        <a:ext cx="774599" cy="774599"/>
      </dsp:txXfrm>
    </dsp:sp>
    <dsp:sp modelId="{873A3858-4FA5-47AC-BB0F-F1B6227873BA}">
      <dsp:nvSpPr>
        <dsp:cNvPr id="0" name=""/>
        <dsp:cNvSpPr/>
      </dsp:nvSpPr>
      <dsp:spPr>
        <a:xfrm>
          <a:off x="6304518" y="235406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a:lnSpc>
              <a:spcPct val="90000"/>
            </a:lnSpc>
            <a:spcBef>
              <a:spcPct val="0"/>
            </a:spcBef>
            <a:spcAft>
              <a:spcPct val="15000"/>
            </a:spcAft>
            <a:buChar char="•"/>
          </a:pPr>
          <a:r>
            <a:rPr lang="en-GB" sz="800" kern="1200"/>
            <a:t>Maximize Operational Efficiency</a:t>
          </a:r>
        </a:p>
        <a:p>
          <a:pPr marL="57150" lvl="1" indent="-57150" algn="l" defTabSz="355600">
            <a:lnSpc>
              <a:spcPct val="90000"/>
            </a:lnSpc>
            <a:spcBef>
              <a:spcPct val="0"/>
            </a:spcBef>
            <a:spcAft>
              <a:spcPct val="15000"/>
            </a:spcAft>
            <a:buChar char="•"/>
          </a:pPr>
          <a:r>
            <a:rPr lang="en-US" sz="800" kern="1200"/>
            <a:t>Enhance profit margins</a:t>
          </a:r>
          <a:endParaRPr lang="en-GB" sz="800" kern="1200"/>
        </a:p>
        <a:p>
          <a:pPr marL="57150" lvl="1" indent="-57150" algn="l" defTabSz="355600">
            <a:lnSpc>
              <a:spcPct val="90000"/>
            </a:lnSpc>
            <a:spcBef>
              <a:spcPct val="0"/>
            </a:spcBef>
            <a:spcAft>
              <a:spcPct val="15000"/>
            </a:spcAft>
            <a:buChar char="•"/>
          </a:pPr>
          <a:endParaRPr lang="en-US" sz="800" kern="1200"/>
        </a:p>
        <a:p>
          <a:pPr marL="57150" lvl="1" indent="-57150" algn="l" defTabSz="355600">
            <a:lnSpc>
              <a:spcPct val="90000"/>
            </a:lnSpc>
            <a:spcBef>
              <a:spcPct val="0"/>
            </a:spcBef>
            <a:spcAft>
              <a:spcPct val="15000"/>
            </a:spcAft>
            <a:buChar char="•"/>
          </a:pPr>
          <a:endParaRPr lang="en-GB" sz="800" kern="1200"/>
        </a:p>
        <a:p>
          <a:pPr marL="57150" lvl="1" indent="-57150" algn="l" defTabSz="355600">
            <a:lnSpc>
              <a:spcPct val="90000"/>
            </a:lnSpc>
            <a:spcBef>
              <a:spcPct val="0"/>
            </a:spcBef>
            <a:spcAft>
              <a:spcPct val="15000"/>
            </a:spcAft>
            <a:buChar char="•"/>
          </a:pPr>
          <a:endParaRPr lang="en-GB" sz="800" kern="1200"/>
        </a:p>
      </dsp:txBody>
      <dsp:txXfrm>
        <a:off x="6852242" y="2641333"/>
        <a:ext cx="1068061" cy="1340582"/>
      </dsp:txXfrm>
    </dsp:sp>
    <dsp:sp modelId="{3EF928B0-AE40-4CCC-9AC8-7F4622232DB9}">
      <dsp:nvSpPr>
        <dsp:cNvPr id="0" name=""/>
        <dsp:cNvSpPr/>
      </dsp:nvSpPr>
      <dsp:spPr>
        <a:xfrm>
          <a:off x="5756794" y="2763900"/>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3</a:t>
          </a:r>
          <a:r>
            <a:rPr lang="en-GB" sz="2800" kern="1200" baseline="30000"/>
            <a:t>rd</a:t>
          </a:r>
          <a:r>
            <a:rPr lang="en-GB" sz="2800" kern="1200"/>
            <a:t> </a:t>
          </a:r>
          <a:r>
            <a:rPr lang="en-GB" sz="2800" kern="1200" err="1"/>
            <a:t>Qtr</a:t>
          </a:r>
          <a:endParaRPr lang="en-GB" sz="2800" kern="1200"/>
        </a:p>
      </dsp:txBody>
      <dsp:txXfrm>
        <a:off x="5917218" y="2924324"/>
        <a:ext cx="774599" cy="774599"/>
      </dsp:txXfrm>
    </dsp:sp>
    <dsp:sp modelId="{29B467BE-B8B3-4454-8337-651F6FA8D458}">
      <dsp:nvSpPr>
        <dsp:cNvPr id="0" name=""/>
        <dsp:cNvSpPr/>
      </dsp:nvSpPr>
      <dsp:spPr>
        <a:xfrm>
          <a:off x="9151171" y="2346423"/>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a:lnSpc>
              <a:spcPct val="90000"/>
            </a:lnSpc>
            <a:spcBef>
              <a:spcPct val="0"/>
            </a:spcBef>
            <a:spcAft>
              <a:spcPct val="15000"/>
            </a:spcAft>
            <a:buChar char="•"/>
          </a:pPr>
          <a:endParaRPr lang="en-GB" sz="800" kern="1200"/>
        </a:p>
        <a:p>
          <a:pPr marL="57150" lvl="1" indent="-57150" algn="l" defTabSz="355600">
            <a:lnSpc>
              <a:spcPct val="90000"/>
            </a:lnSpc>
            <a:spcBef>
              <a:spcPct val="0"/>
            </a:spcBef>
            <a:spcAft>
              <a:spcPct val="15000"/>
            </a:spcAft>
            <a:buFont typeface="Arial" panose="020B0604020202020204" pitchFamily="34" charset="0"/>
            <a:buChar char="•"/>
          </a:pPr>
          <a:r>
            <a:rPr lang="en-GB" sz="800" kern="1200"/>
            <a:t>Maximize Operational Efficiency</a:t>
          </a:r>
          <a:r>
            <a:rPr lang="en-US" sz="800" kern="1200"/>
            <a:t>Strategic objective 1</a:t>
          </a:r>
          <a:endParaRPr lang="en-GB" sz="800" kern="1200"/>
        </a:p>
        <a:p>
          <a:pPr marL="57150" lvl="1" indent="-57150" algn="l" defTabSz="355600">
            <a:lnSpc>
              <a:spcPct val="90000"/>
            </a:lnSpc>
            <a:spcBef>
              <a:spcPct val="0"/>
            </a:spcBef>
            <a:spcAft>
              <a:spcPct val="15000"/>
            </a:spcAft>
            <a:buFont typeface="Arial" panose="020B0604020202020204" pitchFamily="34" charset="0"/>
            <a:buChar char="•"/>
          </a:pPr>
          <a:r>
            <a:rPr lang="en-US" sz="800" kern="1200"/>
            <a:t>Ensure the Aptum infrastructure is reliable</a:t>
          </a:r>
        </a:p>
        <a:p>
          <a:pPr marL="57150" lvl="1" indent="-57150" algn="l" defTabSz="355600">
            <a:lnSpc>
              <a:spcPct val="90000"/>
            </a:lnSpc>
            <a:spcBef>
              <a:spcPct val="0"/>
            </a:spcBef>
            <a:spcAft>
              <a:spcPct val="15000"/>
            </a:spcAft>
            <a:buFont typeface="Arial" panose="020B0604020202020204" pitchFamily="34" charset="0"/>
            <a:buChar char="•"/>
          </a:pPr>
          <a:endParaRPr lang="en-US" sz="800" kern="1200"/>
        </a:p>
        <a:p>
          <a:pPr marL="57150" lvl="1" indent="-57150" algn="l" defTabSz="355600">
            <a:lnSpc>
              <a:spcPct val="90000"/>
            </a:lnSpc>
            <a:spcBef>
              <a:spcPct val="0"/>
            </a:spcBef>
            <a:spcAft>
              <a:spcPct val="15000"/>
            </a:spcAft>
            <a:buFont typeface="Arial" panose="020B0604020202020204" pitchFamily="34" charset="0"/>
            <a:buChar char="•"/>
          </a:pPr>
          <a:endParaRPr lang="en-GB" sz="800" kern="1200"/>
        </a:p>
      </dsp:txBody>
      <dsp:txXfrm>
        <a:off x="9698895" y="2633691"/>
        <a:ext cx="1068061" cy="1340582"/>
      </dsp:txXfrm>
    </dsp:sp>
    <dsp:sp modelId="{008EABF7-B564-4A13-BF4D-CB0AEEC77A91}">
      <dsp:nvSpPr>
        <dsp:cNvPr id="0" name=""/>
        <dsp:cNvSpPr/>
      </dsp:nvSpPr>
      <dsp:spPr>
        <a:xfrm>
          <a:off x="8632345" y="2763900"/>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4</a:t>
          </a:r>
          <a:r>
            <a:rPr lang="en-GB" sz="2800" kern="1200" baseline="30000"/>
            <a:t>th</a:t>
          </a:r>
          <a:r>
            <a:rPr lang="en-GB" sz="2800" kern="1200"/>
            <a:t> </a:t>
          </a:r>
          <a:r>
            <a:rPr lang="en-GB" sz="2800" kern="1200" err="1"/>
            <a:t>Qtr</a:t>
          </a:r>
          <a:endParaRPr lang="en-GB" sz="2800" kern="1200"/>
        </a:p>
      </dsp:txBody>
      <dsp:txXfrm>
        <a:off x="8792769" y="2924324"/>
        <a:ext cx="774599" cy="77459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484374-F97E-4A0D-B524-7BF82DA70716}">
      <dsp:nvSpPr>
        <dsp:cNvPr id="0" name=""/>
        <dsp:cNvSpPr/>
      </dsp:nvSpPr>
      <dsp:spPr>
        <a:xfrm>
          <a:off x="553417" y="235406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a:lnSpc>
              <a:spcPct val="90000"/>
            </a:lnSpc>
            <a:spcBef>
              <a:spcPct val="0"/>
            </a:spcBef>
            <a:spcAft>
              <a:spcPct val="15000"/>
            </a:spcAft>
            <a:buFont typeface="Arial" panose="020B0604020202020204" pitchFamily="34" charset="0"/>
            <a:buChar char="•"/>
          </a:pPr>
          <a:r>
            <a:rPr lang="en-GB" sz="800" kern="1200"/>
            <a:t>Operational Cost Reductions</a:t>
          </a:r>
        </a:p>
        <a:p>
          <a:pPr marL="57150" lvl="1" indent="-57150" algn="l" defTabSz="355600">
            <a:lnSpc>
              <a:spcPct val="90000"/>
            </a:lnSpc>
            <a:spcBef>
              <a:spcPct val="0"/>
            </a:spcBef>
            <a:spcAft>
              <a:spcPct val="15000"/>
            </a:spcAft>
            <a:buFont typeface="Arial" panose="020B0604020202020204" pitchFamily="34" charset="0"/>
            <a:buChar char="•"/>
          </a:pPr>
          <a:r>
            <a:rPr lang="en-GB" sz="800" kern="1200"/>
            <a:t>Stabilize Operations Team</a:t>
          </a:r>
        </a:p>
        <a:p>
          <a:pPr marL="57150" lvl="1" indent="-57150" algn="l" defTabSz="355600">
            <a:lnSpc>
              <a:spcPct val="90000"/>
            </a:lnSpc>
            <a:spcBef>
              <a:spcPct val="0"/>
            </a:spcBef>
            <a:spcAft>
              <a:spcPct val="15000"/>
            </a:spcAft>
            <a:buFont typeface="Arial" panose="020B0604020202020204" pitchFamily="34" charset="0"/>
            <a:buChar char="•"/>
          </a:pPr>
          <a:endParaRPr lang="en-GB" sz="800" kern="1200"/>
        </a:p>
      </dsp:txBody>
      <dsp:txXfrm>
        <a:off x="1101141" y="2641333"/>
        <a:ext cx="1068061" cy="1340582"/>
      </dsp:txXfrm>
    </dsp:sp>
    <dsp:sp modelId="{F8992835-E712-4E11-B253-812CDA2F4A9F}">
      <dsp:nvSpPr>
        <dsp:cNvPr id="0" name=""/>
        <dsp:cNvSpPr/>
      </dsp:nvSpPr>
      <dsp:spPr>
        <a:xfrm>
          <a:off x="5693" y="2763900"/>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1</a:t>
          </a:r>
          <a:r>
            <a:rPr lang="en-GB" sz="2800" kern="1200" baseline="30000"/>
            <a:t>st</a:t>
          </a:r>
          <a:r>
            <a:rPr lang="en-GB" sz="2800" kern="1200"/>
            <a:t> </a:t>
          </a:r>
          <a:r>
            <a:rPr lang="en-GB" sz="2800" kern="1200" err="1"/>
            <a:t>Qtr</a:t>
          </a:r>
          <a:endParaRPr lang="en-GB" sz="2800" kern="1200"/>
        </a:p>
      </dsp:txBody>
      <dsp:txXfrm>
        <a:off x="166117" y="2924324"/>
        <a:ext cx="774599" cy="774599"/>
      </dsp:txXfrm>
    </dsp:sp>
    <dsp:sp modelId="{0B4B5FA3-4F31-4EF6-8F5D-F62F50985C31}">
      <dsp:nvSpPr>
        <dsp:cNvPr id="0" name=""/>
        <dsp:cNvSpPr/>
      </dsp:nvSpPr>
      <dsp:spPr>
        <a:xfrm>
          <a:off x="3422855" y="243122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a:lnSpc>
              <a:spcPct val="90000"/>
            </a:lnSpc>
            <a:spcBef>
              <a:spcPct val="0"/>
            </a:spcBef>
            <a:spcAft>
              <a:spcPct val="15000"/>
            </a:spcAft>
            <a:buChar char="•"/>
          </a:pPr>
          <a:r>
            <a:rPr lang="en-GB" sz="800" kern="1200"/>
            <a:t>Operational Cost Reductions</a:t>
          </a:r>
        </a:p>
        <a:p>
          <a:pPr marL="57150" lvl="1" indent="-57150" algn="l" defTabSz="355600">
            <a:lnSpc>
              <a:spcPct val="90000"/>
            </a:lnSpc>
            <a:spcBef>
              <a:spcPct val="0"/>
            </a:spcBef>
            <a:spcAft>
              <a:spcPct val="15000"/>
            </a:spcAft>
            <a:buChar char="•"/>
          </a:pPr>
          <a:r>
            <a:rPr lang="en-GB" sz="800" kern="1200"/>
            <a:t>Customer Risk Reduction</a:t>
          </a:r>
        </a:p>
        <a:p>
          <a:pPr marL="57150" lvl="1" indent="-57150" algn="l" defTabSz="355600">
            <a:lnSpc>
              <a:spcPct val="90000"/>
            </a:lnSpc>
            <a:spcBef>
              <a:spcPct val="0"/>
            </a:spcBef>
            <a:spcAft>
              <a:spcPct val="15000"/>
            </a:spcAft>
            <a:buChar char="•"/>
          </a:pPr>
          <a:r>
            <a:rPr lang="en-GB" sz="800" kern="1200"/>
            <a:t>Churn Reduction</a:t>
          </a:r>
        </a:p>
      </dsp:txBody>
      <dsp:txXfrm>
        <a:off x="3970579" y="2718493"/>
        <a:ext cx="1068061" cy="1340582"/>
      </dsp:txXfrm>
    </dsp:sp>
    <dsp:sp modelId="{87A2D63B-EA13-41CD-A82C-BDD669DBC70C}">
      <dsp:nvSpPr>
        <dsp:cNvPr id="0" name=""/>
        <dsp:cNvSpPr/>
      </dsp:nvSpPr>
      <dsp:spPr>
        <a:xfrm>
          <a:off x="2881857" y="2875471"/>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2</a:t>
          </a:r>
          <a:r>
            <a:rPr lang="en-GB" sz="2800" kern="1200" baseline="30000"/>
            <a:t>nd</a:t>
          </a:r>
          <a:r>
            <a:rPr lang="en-GB" sz="2800" kern="1200"/>
            <a:t> </a:t>
          </a:r>
          <a:r>
            <a:rPr lang="en-GB" sz="2800" kern="1200" err="1"/>
            <a:t>Qtr</a:t>
          </a:r>
          <a:endParaRPr lang="en-GB" sz="2800" kern="1200"/>
        </a:p>
      </dsp:txBody>
      <dsp:txXfrm>
        <a:off x="3042281" y="3035895"/>
        <a:ext cx="774599" cy="774599"/>
      </dsp:txXfrm>
    </dsp:sp>
    <dsp:sp modelId="{873A3858-4FA5-47AC-BB0F-F1B6227873BA}">
      <dsp:nvSpPr>
        <dsp:cNvPr id="0" name=""/>
        <dsp:cNvSpPr/>
      </dsp:nvSpPr>
      <dsp:spPr>
        <a:xfrm>
          <a:off x="6304518" y="235406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a:lnSpc>
              <a:spcPct val="90000"/>
            </a:lnSpc>
            <a:spcBef>
              <a:spcPct val="0"/>
            </a:spcBef>
            <a:spcAft>
              <a:spcPct val="15000"/>
            </a:spcAft>
            <a:buChar char="•"/>
          </a:pPr>
          <a:r>
            <a:rPr lang="en-GB" sz="800" kern="1200"/>
            <a:t>Operational Cost Reductions</a:t>
          </a:r>
        </a:p>
        <a:p>
          <a:pPr marL="57150" lvl="1" indent="-57150" algn="l" defTabSz="355600">
            <a:lnSpc>
              <a:spcPct val="90000"/>
            </a:lnSpc>
            <a:spcBef>
              <a:spcPct val="0"/>
            </a:spcBef>
            <a:spcAft>
              <a:spcPct val="15000"/>
            </a:spcAft>
            <a:buChar char="•"/>
          </a:pPr>
          <a:r>
            <a:rPr lang="en-GB" sz="800" kern="1200"/>
            <a:t>Churn Reduction</a:t>
          </a:r>
        </a:p>
        <a:p>
          <a:pPr marL="57150" lvl="1" indent="-57150" algn="l" defTabSz="355600">
            <a:lnSpc>
              <a:spcPct val="90000"/>
            </a:lnSpc>
            <a:spcBef>
              <a:spcPct val="0"/>
            </a:spcBef>
            <a:spcAft>
              <a:spcPct val="15000"/>
            </a:spcAft>
            <a:buChar char="•"/>
          </a:pPr>
          <a:r>
            <a:rPr lang="en-GB" sz="800" kern="1200"/>
            <a:t>Product Simplification</a:t>
          </a:r>
        </a:p>
      </dsp:txBody>
      <dsp:txXfrm>
        <a:off x="6852242" y="2641333"/>
        <a:ext cx="1068061" cy="1340582"/>
      </dsp:txXfrm>
    </dsp:sp>
    <dsp:sp modelId="{3EF928B0-AE40-4CCC-9AC8-7F4622232DB9}">
      <dsp:nvSpPr>
        <dsp:cNvPr id="0" name=""/>
        <dsp:cNvSpPr/>
      </dsp:nvSpPr>
      <dsp:spPr>
        <a:xfrm>
          <a:off x="5756794" y="2763900"/>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3</a:t>
          </a:r>
          <a:r>
            <a:rPr lang="en-GB" sz="2800" kern="1200" baseline="30000"/>
            <a:t>rd</a:t>
          </a:r>
          <a:r>
            <a:rPr lang="en-GB" sz="2800" kern="1200"/>
            <a:t> </a:t>
          </a:r>
          <a:r>
            <a:rPr lang="en-GB" sz="2800" kern="1200" err="1"/>
            <a:t>Qtr</a:t>
          </a:r>
          <a:endParaRPr lang="en-GB" sz="2800" kern="1200"/>
        </a:p>
      </dsp:txBody>
      <dsp:txXfrm>
        <a:off x="5917218" y="2924324"/>
        <a:ext cx="774599" cy="774599"/>
      </dsp:txXfrm>
    </dsp:sp>
    <dsp:sp modelId="{29B467BE-B8B3-4454-8337-651F6FA8D458}">
      <dsp:nvSpPr>
        <dsp:cNvPr id="0" name=""/>
        <dsp:cNvSpPr/>
      </dsp:nvSpPr>
      <dsp:spPr>
        <a:xfrm>
          <a:off x="9151171" y="2346423"/>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a:lnSpc>
              <a:spcPct val="90000"/>
            </a:lnSpc>
            <a:spcBef>
              <a:spcPct val="0"/>
            </a:spcBef>
            <a:spcAft>
              <a:spcPct val="15000"/>
            </a:spcAft>
            <a:buChar char="•"/>
          </a:pPr>
          <a:r>
            <a:rPr lang="en-GB" sz="800" kern="1200"/>
            <a:t>Validation of Savings</a:t>
          </a:r>
        </a:p>
        <a:p>
          <a:pPr marL="57150" lvl="1" indent="-57150" algn="l" defTabSz="355600">
            <a:lnSpc>
              <a:spcPct val="90000"/>
            </a:lnSpc>
            <a:spcBef>
              <a:spcPct val="0"/>
            </a:spcBef>
            <a:spcAft>
              <a:spcPct val="15000"/>
            </a:spcAft>
            <a:buChar char="•"/>
          </a:pPr>
          <a:r>
            <a:rPr lang="en-GB" sz="800" kern="1200"/>
            <a:t>Operationalization of CSAT</a:t>
          </a:r>
        </a:p>
      </dsp:txBody>
      <dsp:txXfrm>
        <a:off x="9698895" y="2633691"/>
        <a:ext cx="1068061" cy="1340582"/>
      </dsp:txXfrm>
    </dsp:sp>
    <dsp:sp modelId="{008EABF7-B564-4A13-BF4D-CB0AEEC77A91}">
      <dsp:nvSpPr>
        <dsp:cNvPr id="0" name=""/>
        <dsp:cNvSpPr/>
      </dsp:nvSpPr>
      <dsp:spPr>
        <a:xfrm>
          <a:off x="8632345" y="2763900"/>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4</a:t>
          </a:r>
          <a:r>
            <a:rPr lang="en-GB" sz="2800" kern="1200" baseline="30000"/>
            <a:t>th</a:t>
          </a:r>
          <a:r>
            <a:rPr lang="en-GB" sz="2800" kern="1200"/>
            <a:t> </a:t>
          </a:r>
          <a:r>
            <a:rPr lang="en-GB" sz="2800" kern="1200" err="1"/>
            <a:t>Qtr</a:t>
          </a:r>
          <a:endParaRPr lang="en-GB" sz="2800" kern="1200"/>
        </a:p>
      </dsp:txBody>
      <dsp:txXfrm>
        <a:off x="8792769" y="2924324"/>
        <a:ext cx="774599" cy="77459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484374-F97E-4A0D-B524-7BF82DA70716}">
      <dsp:nvSpPr>
        <dsp:cNvPr id="0" name=""/>
        <dsp:cNvSpPr/>
      </dsp:nvSpPr>
      <dsp:spPr>
        <a:xfrm>
          <a:off x="553417" y="2354065"/>
          <a:ext cx="2190895" cy="1915118"/>
        </a:xfrm>
        <a:prstGeom prst="rightArrow">
          <a:avLst>
            <a:gd name="adj1" fmla="val 70000"/>
            <a:gd name="adj2" fmla="val 5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rtl="0">
            <a:lnSpc>
              <a:spcPct val="90000"/>
            </a:lnSpc>
            <a:spcBef>
              <a:spcPct val="0"/>
            </a:spcBef>
            <a:spcAft>
              <a:spcPct val="15000"/>
            </a:spcAft>
            <a:buChar char="•"/>
          </a:pPr>
          <a:r>
            <a:rPr lang="en-GB" sz="800" kern="1200">
              <a:latin typeface="Arial"/>
            </a:rPr>
            <a:t> CUR Readiness</a:t>
          </a:r>
          <a:endParaRPr lang="en-US" sz="800" kern="1200">
            <a:latin typeface="Arial"/>
          </a:endParaRPr>
        </a:p>
        <a:p>
          <a:pPr marL="57150" lvl="1" indent="-57150" algn="l" defTabSz="355600" rtl="0">
            <a:lnSpc>
              <a:spcPct val="90000"/>
            </a:lnSpc>
            <a:spcBef>
              <a:spcPct val="0"/>
            </a:spcBef>
            <a:spcAft>
              <a:spcPct val="15000"/>
            </a:spcAft>
            <a:buChar char="•"/>
          </a:pPr>
          <a:r>
            <a:rPr lang="en-GB" sz="800" kern="1200">
              <a:latin typeface="Arial"/>
            </a:rPr>
            <a:t> On-Premises Evaluation</a:t>
          </a:r>
          <a:endParaRPr lang="en-US" sz="800" kern="1200">
            <a:latin typeface="Arial"/>
          </a:endParaRPr>
        </a:p>
        <a:p>
          <a:pPr marL="57150" lvl="1" indent="-57150" algn="l" defTabSz="355600" rtl="0">
            <a:lnSpc>
              <a:spcPct val="90000"/>
            </a:lnSpc>
            <a:spcBef>
              <a:spcPct val="0"/>
            </a:spcBef>
            <a:spcAft>
              <a:spcPct val="15000"/>
            </a:spcAft>
            <a:buChar char="•"/>
          </a:pPr>
          <a:r>
            <a:rPr lang="en-GB" sz="800" kern="1200">
              <a:latin typeface="Arial"/>
            </a:rPr>
            <a:t> Reseller visibility / control</a:t>
          </a:r>
          <a:endParaRPr lang="en-US" sz="800" kern="1200"/>
        </a:p>
      </dsp:txBody>
      <dsp:txXfrm>
        <a:off x="1101141" y="2641333"/>
        <a:ext cx="1068061" cy="1340582"/>
      </dsp:txXfrm>
    </dsp:sp>
    <dsp:sp modelId="{F8992835-E712-4E11-B253-812CDA2F4A9F}">
      <dsp:nvSpPr>
        <dsp:cNvPr id="0" name=""/>
        <dsp:cNvSpPr/>
      </dsp:nvSpPr>
      <dsp:spPr>
        <a:xfrm>
          <a:off x="5693" y="2763900"/>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rtl="0">
            <a:lnSpc>
              <a:spcPct val="90000"/>
            </a:lnSpc>
            <a:spcBef>
              <a:spcPct val="0"/>
            </a:spcBef>
            <a:spcAft>
              <a:spcPct val="35000"/>
            </a:spcAft>
            <a:buNone/>
          </a:pPr>
          <a:r>
            <a:rPr lang="en-GB" sz="2800" kern="1200"/>
            <a:t>1</a:t>
          </a:r>
          <a:r>
            <a:rPr lang="en-GB" sz="2800" kern="1200" baseline="30000"/>
            <a:t>st</a:t>
          </a:r>
          <a:r>
            <a:rPr lang="en-GB" sz="2800" kern="1200"/>
            <a:t> </a:t>
          </a:r>
          <a:r>
            <a:rPr lang="en-GB" sz="2800" kern="1200">
              <a:latin typeface="Arial"/>
            </a:rPr>
            <a:t>Qtr</a:t>
          </a:r>
        </a:p>
      </dsp:txBody>
      <dsp:txXfrm>
        <a:off x="166117" y="2924324"/>
        <a:ext cx="774599" cy="774599"/>
      </dsp:txXfrm>
    </dsp:sp>
    <dsp:sp modelId="{0B4B5FA3-4F31-4EF6-8F5D-F62F50985C31}">
      <dsp:nvSpPr>
        <dsp:cNvPr id="0" name=""/>
        <dsp:cNvSpPr/>
      </dsp:nvSpPr>
      <dsp:spPr>
        <a:xfrm>
          <a:off x="3422855" y="243122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rtl="0">
            <a:lnSpc>
              <a:spcPct val="90000"/>
            </a:lnSpc>
            <a:spcBef>
              <a:spcPct val="0"/>
            </a:spcBef>
            <a:spcAft>
              <a:spcPct val="15000"/>
            </a:spcAft>
            <a:buChar char="•"/>
          </a:pPr>
          <a:r>
            <a:rPr lang="en-GB" sz="800" kern="1200">
              <a:latin typeface="Arial"/>
            </a:rPr>
            <a:t> Apt Cloud Launch</a:t>
          </a:r>
        </a:p>
        <a:p>
          <a:pPr marL="57150" lvl="1" indent="-57150" algn="l" defTabSz="355600" rtl="0">
            <a:lnSpc>
              <a:spcPct val="90000"/>
            </a:lnSpc>
            <a:spcBef>
              <a:spcPct val="0"/>
            </a:spcBef>
            <a:spcAft>
              <a:spcPct val="15000"/>
            </a:spcAft>
            <a:buChar char="•"/>
          </a:pPr>
          <a:r>
            <a:rPr lang="en-GB" sz="800" kern="1200">
              <a:latin typeface="Arial"/>
            </a:rPr>
            <a:t> On-Premises Architecture</a:t>
          </a:r>
          <a:endParaRPr lang="en-US" sz="800" kern="1200">
            <a:latin typeface="Arial"/>
          </a:endParaRPr>
        </a:p>
        <a:p>
          <a:pPr marL="57150" lvl="1" indent="-57150" algn="l" defTabSz="355600" rtl="0">
            <a:lnSpc>
              <a:spcPct val="90000"/>
            </a:lnSpc>
            <a:spcBef>
              <a:spcPct val="0"/>
            </a:spcBef>
            <a:spcAft>
              <a:spcPct val="15000"/>
            </a:spcAft>
            <a:buChar char="•"/>
          </a:pPr>
          <a:r>
            <a:rPr lang="en-GB" sz="800" kern="1200">
              <a:latin typeface="Arial"/>
            </a:rPr>
            <a:t> Monetization UI</a:t>
          </a:r>
          <a:endParaRPr lang="en-US" sz="800" kern="1200"/>
        </a:p>
        <a:p>
          <a:pPr marL="57150" lvl="1" indent="-57150" algn="l" defTabSz="355600" rtl="0">
            <a:lnSpc>
              <a:spcPct val="90000"/>
            </a:lnSpc>
            <a:spcBef>
              <a:spcPct val="0"/>
            </a:spcBef>
            <a:spcAft>
              <a:spcPct val="15000"/>
            </a:spcAft>
            <a:buChar char="•"/>
          </a:pPr>
          <a:r>
            <a:rPr lang="en-GB" sz="800" kern="1200">
              <a:latin typeface="Arial"/>
            </a:rPr>
            <a:t> ThinkOn GTM</a:t>
          </a:r>
        </a:p>
      </dsp:txBody>
      <dsp:txXfrm>
        <a:off x="3970579" y="2718493"/>
        <a:ext cx="1068061" cy="1340582"/>
      </dsp:txXfrm>
    </dsp:sp>
    <dsp:sp modelId="{87A2D63B-EA13-41CD-A82C-BDD669DBC70C}">
      <dsp:nvSpPr>
        <dsp:cNvPr id="0" name=""/>
        <dsp:cNvSpPr/>
      </dsp:nvSpPr>
      <dsp:spPr>
        <a:xfrm>
          <a:off x="2881857" y="2875471"/>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2</a:t>
          </a:r>
          <a:r>
            <a:rPr lang="en-GB" sz="2800" kern="1200" baseline="30000"/>
            <a:t>nd</a:t>
          </a:r>
          <a:r>
            <a:rPr lang="en-GB" sz="2800" kern="1200"/>
            <a:t> </a:t>
          </a:r>
          <a:r>
            <a:rPr lang="en-GB" sz="2800" kern="1200" err="1"/>
            <a:t>Qtr</a:t>
          </a:r>
          <a:endParaRPr lang="en-GB" sz="2800" kern="1200"/>
        </a:p>
      </dsp:txBody>
      <dsp:txXfrm>
        <a:off x="3042281" y="3035895"/>
        <a:ext cx="774599" cy="774599"/>
      </dsp:txXfrm>
    </dsp:sp>
    <dsp:sp modelId="{873A3858-4FA5-47AC-BB0F-F1B6227873BA}">
      <dsp:nvSpPr>
        <dsp:cNvPr id="0" name=""/>
        <dsp:cNvSpPr/>
      </dsp:nvSpPr>
      <dsp:spPr>
        <a:xfrm>
          <a:off x="6304518" y="235406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rtl="0">
            <a:lnSpc>
              <a:spcPct val="90000"/>
            </a:lnSpc>
            <a:spcBef>
              <a:spcPct val="0"/>
            </a:spcBef>
            <a:spcAft>
              <a:spcPct val="15000"/>
            </a:spcAft>
            <a:buChar char="•"/>
          </a:pPr>
          <a:r>
            <a:rPr lang="en-GB" sz="800" kern="1200">
              <a:latin typeface="Arial"/>
            </a:rPr>
            <a:t> Apt Cloud Evolution</a:t>
          </a:r>
          <a:endParaRPr lang="en-GB" sz="800" kern="1200"/>
        </a:p>
        <a:p>
          <a:pPr marL="57150" lvl="1" indent="-57150" algn="l" defTabSz="355600" rtl="0">
            <a:lnSpc>
              <a:spcPct val="90000"/>
            </a:lnSpc>
            <a:spcBef>
              <a:spcPct val="0"/>
            </a:spcBef>
            <a:spcAft>
              <a:spcPct val="15000"/>
            </a:spcAft>
            <a:buChar char="•"/>
          </a:pPr>
          <a:r>
            <a:rPr lang="en-US" sz="800" kern="1200">
              <a:latin typeface="Arial"/>
            </a:rPr>
            <a:t> On-Premises Deploy (GCloud?)</a:t>
          </a:r>
          <a:endParaRPr lang="en-GB" sz="800" kern="1200"/>
        </a:p>
        <a:p>
          <a:pPr marL="57150" lvl="1" indent="-57150" algn="l" defTabSz="355600">
            <a:lnSpc>
              <a:spcPct val="90000"/>
            </a:lnSpc>
            <a:spcBef>
              <a:spcPct val="0"/>
            </a:spcBef>
            <a:spcAft>
              <a:spcPct val="15000"/>
            </a:spcAft>
            <a:buChar char="•"/>
          </a:pPr>
          <a:r>
            <a:rPr lang="en-US" sz="800" kern="1200"/>
            <a:t>Strategic objective 3</a:t>
          </a:r>
        </a:p>
      </dsp:txBody>
      <dsp:txXfrm>
        <a:off x="6852242" y="2641333"/>
        <a:ext cx="1068061" cy="1340582"/>
      </dsp:txXfrm>
    </dsp:sp>
    <dsp:sp modelId="{3EF928B0-AE40-4CCC-9AC8-7F4622232DB9}">
      <dsp:nvSpPr>
        <dsp:cNvPr id="0" name=""/>
        <dsp:cNvSpPr/>
      </dsp:nvSpPr>
      <dsp:spPr>
        <a:xfrm>
          <a:off x="5756794" y="2763900"/>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3</a:t>
          </a:r>
          <a:r>
            <a:rPr lang="en-GB" sz="2800" kern="1200" baseline="30000"/>
            <a:t>rd</a:t>
          </a:r>
          <a:r>
            <a:rPr lang="en-GB" sz="2800" kern="1200"/>
            <a:t> </a:t>
          </a:r>
          <a:r>
            <a:rPr lang="en-GB" sz="2800" kern="1200" err="1"/>
            <a:t>Qtr</a:t>
          </a:r>
          <a:endParaRPr lang="en-GB" sz="2800" kern="1200"/>
        </a:p>
      </dsp:txBody>
      <dsp:txXfrm>
        <a:off x="5917218" y="2924324"/>
        <a:ext cx="774599" cy="774599"/>
      </dsp:txXfrm>
    </dsp:sp>
    <dsp:sp modelId="{29B467BE-B8B3-4454-8337-651F6FA8D458}">
      <dsp:nvSpPr>
        <dsp:cNvPr id="0" name=""/>
        <dsp:cNvSpPr/>
      </dsp:nvSpPr>
      <dsp:spPr>
        <a:xfrm>
          <a:off x="9180069" y="2354065"/>
          <a:ext cx="2190895" cy="1915118"/>
        </a:xfrm>
        <a:prstGeom prst="rightArrow">
          <a:avLst>
            <a:gd name="adj1" fmla="val 70000"/>
            <a:gd name="adj2" fmla="val 50000"/>
          </a:avLst>
        </a:prstGeom>
        <a:solidFill>
          <a:schemeClr val="accent6">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5080" rIns="10160" bIns="5080" numCol="1" spcCol="1270" anchor="ctr" anchorCtr="0">
          <a:noAutofit/>
        </a:bodyPr>
        <a:lstStyle/>
        <a:p>
          <a:pPr marL="57150" lvl="1" indent="-57150" algn="l" defTabSz="355600">
            <a:lnSpc>
              <a:spcPct val="90000"/>
            </a:lnSpc>
            <a:spcBef>
              <a:spcPct val="0"/>
            </a:spcBef>
            <a:spcAft>
              <a:spcPct val="15000"/>
            </a:spcAft>
            <a:buChar char="•"/>
          </a:pPr>
          <a:endParaRPr lang="en-GB" sz="800" kern="1200"/>
        </a:p>
        <a:p>
          <a:pPr marL="57150" lvl="1" indent="-57150" algn="l" defTabSz="355600">
            <a:lnSpc>
              <a:spcPct val="90000"/>
            </a:lnSpc>
            <a:spcBef>
              <a:spcPct val="0"/>
            </a:spcBef>
            <a:spcAft>
              <a:spcPct val="15000"/>
            </a:spcAft>
            <a:buFont typeface="Arial" panose="020B0604020202020204" pitchFamily="34" charset="0"/>
            <a:buChar char="•"/>
          </a:pPr>
          <a:r>
            <a:rPr lang="en-GB" sz="800" kern="1200"/>
            <a:t>Finalize FY27 Budget </a:t>
          </a:r>
          <a:r>
            <a:rPr lang="en-US" sz="800" kern="1200"/>
            <a:t>Strategic objective 1</a:t>
          </a:r>
          <a:endParaRPr lang="en-GB" sz="800" kern="1200"/>
        </a:p>
        <a:p>
          <a:pPr marL="57150" lvl="1" indent="-57150" algn="l" defTabSz="355600">
            <a:lnSpc>
              <a:spcPct val="90000"/>
            </a:lnSpc>
            <a:spcBef>
              <a:spcPct val="0"/>
            </a:spcBef>
            <a:spcAft>
              <a:spcPct val="15000"/>
            </a:spcAft>
            <a:buFont typeface="Arial" panose="020B0604020202020204" pitchFamily="34" charset="0"/>
            <a:buChar char="•"/>
          </a:pPr>
          <a:r>
            <a:rPr lang="en-US" sz="800" kern="1200"/>
            <a:t>Strategic objective 2</a:t>
          </a:r>
        </a:p>
        <a:p>
          <a:pPr marL="57150" lvl="1" indent="-57150" algn="l" defTabSz="355600">
            <a:lnSpc>
              <a:spcPct val="90000"/>
            </a:lnSpc>
            <a:spcBef>
              <a:spcPct val="0"/>
            </a:spcBef>
            <a:spcAft>
              <a:spcPct val="15000"/>
            </a:spcAft>
            <a:buFont typeface="Arial" panose="020B0604020202020204" pitchFamily="34" charset="0"/>
            <a:buChar char="•"/>
          </a:pPr>
          <a:r>
            <a:rPr lang="en-US" sz="800" kern="1200"/>
            <a:t>Strategic objective 3</a:t>
          </a:r>
        </a:p>
        <a:p>
          <a:pPr marL="57150" lvl="1" indent="-57150" algn="l" defTabSz="355600">
            <a:lnSpc>
              <a:spcPct val="90000"/>
            </a:lnSpc>
            <a:spcBef>
              <a:spcPct val="0"/>
            </a:spcBef>
            <a:spcAft>
              <a:spcPct val="15000"/>
            </a:spcAft>
            <a:buFont typeface="Arial" panose="020B0604020202020204" pitchFamily="34" charset="0"/>
            <a:buChar char="•"/>
          </a:pPr>
          <a:endParaRPr lang="en-US" sz="800" kern="1200"/>
        </a:p>
        <a:p>
          <a:pPr marL="57150" lvl="1" indent="-57150" algn="l" defTabSz="355600">
            <a:lnSpc>
              <a:spcPct val="90000"/>
            </a:lnSpc>
            <a:spcBef>
              <a:spcPct val="0"/>
            </a:spcBef>
            <a:spcAft>
              <a:spcPct val="15000"/>
            </a:spcAft>
            <a:buFont typeface="Arial" panose="020B0604020202020204" pitchFamily="34" charset="0"/>
            <a:buChar char="•"/>
          </a:pPr>
          <a:endParaRPr lang="en-GB" sz="800" kern="1200"/>
        </a:p>
      </dsp:txBody>
      <dsp:txXfrm>
        <a:off x="9727793" y="2641333"/>
        <a:ext cx="1068061" cy="1340582"/>
      </dsp:txXfrm>
    </dsp:sp>
    <dsp:sp modelId="{008EABF7-B564-4A13-BF4D-CB0AEEC77A91}">
      <dsp:nvSpPr>
        <dsp:cNvPr id="0" name=""/>
        <dsp:cNvSpPr/>
      </dsp:nvSpPr>
      <dsp:spPr>
        <a:xfrm>
          <a:off x="8632345" y="2763900"/>
          <a:ext cx="1095447" cy="1095447"/>
        </a:xfrm>
        <a:prstGeom prst="ellipse">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a:t>4</a:t>
          </a:r>
          <a:r>
            <a:rPr lang="en-GB" sz="2800" kern="1200" baseline="30000"/>
            <a:t>th</a:t>
          </a:r>
          <a:r>
            <a:rPr lang="en-GB" sz="2800" kern="1200"/>
            <a:t> </a:t>
          </a:r>
          <a:r>
            <a:rPr lang="en-GB" sz="2800" kern="1200" err="1"/>
            <a:t>Qtr</a:t>
          </a:r>
          <a:endParaRPr lang="en-GB" sz="2800" kern="1200"/>
        </a:p>
      </dsp:txBody>
      <dsp:txXfrm>
        <a:off x="8792769" y="2924324"/>
        <a:ext cx="774599" cy="774599"/>
      </dsp:txXfrm>
    </dsp:sp>
  </dsp:spTree>
</dsp:drawing>
</file>

<file path=ppt/diagrams/layout1.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A0C2032-A2D0-54A0-0B55-BC4B4AC5303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092E387-CBBB-E874-5E39-F906D43EB03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AED38F-7643-4060-A50F-B7275BA86922}" type="datetimeFigureOut">
              <a:rPr lang="en-US" smtClean="0"/>
              <a:t>3/18/26</a:t>
            </a:fld>
            <a:endParaRPr lang="en-US"/>
          </a:p>
        </p:txBody>
      </p:sp>
      <p:sp>
        <p:nvSpPr>
          <p:cNvPr id="4" name="Footer Placeholder 3">
            <a:extLst>
              <a:ext uri="{FF2B5EF4-FFF2-40B4-BE49-F238E27FC236}">
                <a16:creationId xmlns:a16="http://schemas.microsoft.com/office/drawing/2014/main" id="{326C8401-B5A6-7B05-63DE-335930DE221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0584A10-DACE-0C0D-F18D-803570D1B85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FE8C29-2D7A-4930-9A5C-693C12D30452}" type="slidenum">
              <a:rPr lang="en-US" smtClean="0"/>
              <a:t>‹#›</a:t>
            </a:fld>
            <a:endParaRPr lang="en-US"/>
          </a:p>
        </p:txBody>
      </p:sp>
    </p:spTree>
    <p:extLst>
      <p:ext uri="{BB962C8B-B14F-4D97-AF65-F5344CB8AC3E}">
        <p14:creationId xmlns:p14="http://schemas.microsoft.com/office/powerpoint/2010/main" val="918369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174D04-38A3-4622-85EB-0BA8B2635DB1}" type="datetimeFigureOut">
              <a:rPr lang="en-US" smtClean="0"/>
              <a:t>3/18/26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B19D78-CC87-4E4D-90D0-F26724C0987D}" type="slidenum">
              <a:rPr lang="en-US" smtClean="0"/>
              <a:t>‹#›</a:t>
            </a:fld>
            <a:endParaRPr lang="en-US"/>
          </a:p>
        </p:txBody>
      </p:sp>
    </p:spTree>
    <p:extLst>
      <p:ext uri="{BB962C8B-B14F-4D97-AF65-F5344CB8AC3E}">
        <p14:creationId xmlns:p14="http://schemas.microsoft.com/office/powerpoint/2010/main" val="31566974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B19D78-CC87-4E4D-90D0-F26724C0987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060045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7284F-9E20-14C8-1A3E-3EBBFA18CC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16B493-56C1-AA68-6CD2-21E8E727CC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0166DB-EBE0-FE3B-921B-95E1D4EDBB4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4CE5642-8E11-8AFF-BB6A-EEF324E1126F}"/>
              </a:ext>
            </a:extLst>
          </p:cNvPr>
          <p:cNvSpPr>
            <a:spLocks noGrp="1"/>
          </p:cNvSpPr>
          <p:nvPr>
            <p:ph type="sldNum" sz="quarter" idx="5"/>
          </p:nvPr>
        </p:nvSpPr>
        <p:spPr/>
        <p:txBody>
          <a:bodyPr/>
          <a:lstStyle/>
          <a:p>
            <a:fld id="{968B7FB3-2E35-BD42-909B-77403B419E8D}" type="slidenum">
              <a:rPr lang="en-US" smtClean="0"/>
              <a:t>6</a:t>
            </a:fld>
            <a:endParaRPr lang="en-US"/>
          </a:p>
        </p:txBody>
      </p:sp>
    </p:spTree>
    <p:extLst>
      <p:ext uri="{BB962C8B-B14F-4D97-AF65-F5344CB8AC3E}">
        <p14:creationId xmlns:p14="http://schemas.microsoft.com/office/powerpoint/2010/main" val="16671307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B1DF9-5776-FBF9-A5AA-49AB67B494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3FCA3-F279-37F9-5815-54F3123FFC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BA08B9-DA53-B45C-164B-396D9AF3F23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6DB3DA3-A978-C993-A863-533934938FA1}"/>
              </a:ext>
            </a:extLst>
          </p:cNvPr>
          <p:cNvSpPr>
            <a:spLocks noGrp="1"/>
          </p:cNvSpPr>
          <p:nvPr>
            <p:ph type="sldNum" sz="quarter" idx="5"/>
          </p:nvPr>
        </p:nvSpPr>
        <p:spPr/>
        <p:txBody>
          <a:bodyPr/>
          <a:lstStyle/>
          <a:p>
            <a:fld id="{968B7FB3-2E35-BD42-909B-77403B419E8D}" type="slidenum">
              <a:rPr lang="en-US" smtClean="0"/>
              <a:t>12</a:t>
            </a:fld>
            <a:endParaRPr lang="en-US"/>
          </a:p>
        </p:txBody>
      </p:sp>
    </p:spTree>
    <p:extLst>
      <p:ext uri="{BB962C8B-B14F-4D97-AF65-F5344CB8AC3E}">
        <p14:creationId xmlns:p14="http://schemas.microsoft.com/office/powerpoint/2010/main" val="24501690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C6A3E-CDD8-E7E5-60BA-2395A06D0C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A21221-C2B0-2A19-F2C5-64FB8EB991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EF948E-1C8D-1169-C2BF-60E2BF7BD0D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705E3C1-9001-7226-B289-E7EEA0B201E0}"/>
              </a:ext>
            </a:extLst>
          </p:cNvPr>
          <p:cNvSpPr>
            <a:spLocks noGrp="1"/>
          </p:cNvSpPr>
          <p:nvPr>
            <p:ph type="sldNum" sz="quarter" idx="5"/>
          </p:nvPr>
        </p:nvSpPr>
        <p:spPr/>
        <p:txBody>
          <a:bodyPr/>
          <a:lstStyle/>
          <a:p>
            <a:fld id="{29B19D78-CC87-4E4D-90D0-F26724C0987D}" type="slidenum">
              <a:rPr lang="en-US" smtClean="0"/>
              <a:t>13</a:t>
            </a:fld>
            <a:endParaRPr lang="en-US"/>
          </a:p>
        </p:txBody>
      </p:sp>
    </p:spTree>
    <p:extLst>
      <p:ext uri="{BB962C8B-B14F-4D97-AF65-F5344CB8AC3E}">
        <p14:creationId xmlns:p14="http://schemas.microsoft.com/office/powerpoint/2010/main" val="22321729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8DC10-72BF-800E-AE87-B0E2599B63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150927-F826-4131-591F-6D66AF0332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0D4EFD-260B-C21A-78C1-11DE4D65FAF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CBF2D75-556C-8138-86A1-3D3AF4A12780}"/>
              </a:ext>
            </a:extLst>
          </p:cNvPr>
          <p:cNvSpPr>
            <a:spLocks noGrp="1"/>
          </p:cNvSpPr>
          <p:nvPr>
            <p:ph type="sldNum" sz="quarter" idx="5"/>
          </p:nvPr>
        </p:nvSpPr>
        <p:spPr/>
        <p:txBody>
          <a:bodyPr/>
          <a:lstStyle/>
          <a:p>
            <a:fld id="{968B7FB3-2E35-BD42-909B-77403B419E8D}" type="slidenum">
              <a:rPr lang="en-US" smtClean="0"/>
              <a:t>14</a:t>
            </a:fld>
            <a:endParaRPr lang="en-US"/>
          </a:p>
        </p:txBody>
      </p:sp>
    </p:spTree>
    <p:extLst>
      <p:ext uri="{BB962C8B-B14F-4D97-AF65-F5344CB8AC3E}">
        <p14:creationId xmlns:p14="http://schemas.microsoft.com/office/powerpoint/2010/main" val="29020539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EBE7B-5C47-2E78-B309-F7BDD9EAB0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A29D67-EB0A-A34E-AFC9-6D069CDDEA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8571E3-AA9D-7827-BD82-3FC99E1AACF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4728B7A-0F8F-F9F0-5BBF-5C0E5BC67072}"/>
              </a:ext>
            </a:extLst>
          </p:cNvPr>
          <p:cNvSpPr>
            <a:spLocks noGrp="1"/>
          </p:cNvSpPr>
          <p:nvPr>
            <p:ph type="sldNum" sz="quarter" idx="5"/>
          </p:nvPr>
        </p:nvSpPr>
        <p:spPr/>
        <p:txBody>
          <a:bodyPr/>
          <a:lstStyle/>
          <a:p>
            <a:fld id="{29B19D78-CC87-4E4D-90D0-F26724C0987D}" type="slidenum">
              <a:rPr lang="en-US" smtClean="0"/>
              <a:t>15</a:t>
            </a:fld>
            <a:endParaRPr lang="en-US"/>
          </a:p>
        </p:txBody>
      </p:sp>
    </p:spTree>
    <p:extLst>
      <p:ext uri="{BB962C8B-B14F-4D97-AF65-F5344CB8AC3E}">
        <p14:creationId xmlns:p14="http://schemas.microsoft.com/office/powerpoint/2010/main" val="27743492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4A338-372D-D7D8-E2FD-0F7515F544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7BB985-C8D2-258A-7623-741931F38E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F84A6C-D62D-DAC8-4C2F-A1DD960690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DB04468-E861-EB0F-E2F6-7EED51BE7434}"/>
              </a:ext>
            </a:extLst>
          </p:cNvPr>
          <p:cNvSpPr>
            <a:spLocks noGrp="1"/>
          </p:cNvSpPr>
          <p:nvPr>
            <p:ph type="sldNum" sz="quarter" idx="5"/>
          </p:nvPr>
        </p:nvSpPr>
        <p:spPr/>
        <p:txBody>
          <a:bodyPr/>
          <a:lstStyle/>
          <a:p>
            <a:fld id="{968B7FB3-2E35-BD42-909B-77403B419E8D}" type="slidenum">
              <a:rPr lang="en-US" smtClean="0"/>
              <a:t>16</a:t>
            </a:fld>
            <a:endParaRPr lang="en-US"/>
          </a:p>
        </p:txBody>
      </p:sp>
    </p:spTree>
    <p:extLst>
      <p:ext uri="{BB962C8B-B14F-4D97-AF65-F5344CB8AC3E}">
        <p14:creationId xmlns:p14="http://schemas.microsoft.com/office/powerpoint/2010/main" val="35459789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C1F33-66E0-160C-87F2-15EDEC5325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DFCAAD-4B52-B98D-20DE-45E7199DE0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3D3BD0-ABF3-C349-3861-67A5EE42F80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1084C38-5D1F-D44E-CCD1-E9EF655698C5}"/>
              </a:ext>
            </a:extLst>
          </p:cNvPr>
          <p:cNvSpPr>
            <a:spLocks noGrp="1"/>
          </p:cNvSpPr>
          <p:nvPr>
            <p:ph type="sldNum" sz="quarter" idx="5"/>
          </p:nvPr>
        </p:nvSpPr>
        <p:spPr/>
        <p:txBody>
          <a:bodyPr/>
          <a:lstStyle/>
          <a:p>
            <a:fld id="{968B7FB3-2E35-BD42-909B-77403B419E8D}" type="slidenum">
              <a:rPr lang="en-US" smtClean="0"/>
              <a:t>18</a:t>
            </a:fld>
            <a:endParaRPr lang="en-US"/>
          </a:p>
        </p:txBody>
      </p:sp>
    </p:spTree>
    <p:extLst>
      <p:ext uri="{BB962C8B-B14F-4D97-AF65-F5344CB8AC3E}">
        <p14:creationId xmlns:p14="http://schemas.microsoft.com/office/powerpoint/2010/main" val="8050023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08B9E-58C6-BF0A-E3BE-1BC780F9DA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79D6DD-788C-B873-D1F2-793DED7F80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0F8B12-0763-EB01-B382-68F9D0DA7E4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E5D720A-4762-A6FD-2051-9CCDB6CDCA7C}"/>
              </a:ext>
            </a:extLst>
          </p:cNvPr>
          <p:cNvSpPr>
            <a:spLocks noGrp="1"/>
          </p:cNvSpPr>
          <p:nvPr>
            <p:ph type="sldNum" sz="quarter" idx="5"/>
          </p:nvPr>
        </p:nvSpPr>
        <p:spPr/>
        <p:txBody>
          <a:bodyPr/>
          <a:lstStyle/>
          <a:p>
            <a:fld id="{29B19D78-CC87-4E4D-90D0-F26724C0987D}" type="slidenum">
              <a:rPr lang="en-US" smtClean="0"/>
              <a:t>19</a:t>
            </a:fld>
            <a:endParaRPr lang="en-US"/>
          </a:p>
        </p:txBody>
      </p:sp>
    </p:spTree>
    <p:extLst>
      <p:ext uri="{BB962C8B-B14F-4D97-AF65-F5344CB8AC3E}">
        <p14:creationId xmlns:p14="http://schemas.microsoft.com/office/powerpoint/2010/main" val="1059327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DC2DB-2C5F-BDB6-A7FA-B223351A3D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B8DE40-E523-9809-E9DE-DBA8379843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5E2719-33C9-2285-7B2B-AC3A491ABC2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F27C695-FE1F-D5D4-1756-1D61B26E212B}"/>
              </a:ext>
            </a:extLst>
          </p:cNvPr>
          <p:cNvSpPr>
            <a:spLocks noGrp="1"/>
          </p:cNvSpPr>
          <p:nvPr>
            <p:ph type="sldNum" sz="quarter" idx="5"/>
          </p:nvPr>
        </p:nvSpPr>
        <p:spPr/>
        <p:txBody>
          <a:bodyPr/>
          <a:lstStyle/>
          <a:p>
            <a:fld id="{968B7FB3-2E35-BD42-909B-77403B419E8D}" type="slidenum">
              <a:rPr lang="en-US" smtClean="0"/>
              <a:t>20</a:t>
            </a:fld>
            <a:endParaRPr lang="en-US"/>
          </a:p>
        </p:txBody>
      </p:sp>
    </p:spTree>
    <p:extLst>
      <p:ext uri="{BB962C8B-B14F-4D97-AF65-F5344CB8AC3E}">
        <p14:creationId xmlns:p14="http://schemas.microsoft.com/office/powerpoint/2010/main" val="41854368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solidFill>
                  <a:srgbClr val="101010"/>
                </a:solidFill>
                <a:latin typeface="Arial"/>
              </a:rPr>
              <a:t>Reduce vendor support costs by 60%; ($380K annual)</a:t>
            </a:r>
          </a:p>
          <a:p>
            <a:r>
              <a:rPr lang="en-US" sz="1200">
                <a:solidFill>
                  <a:srgbClr val="101010"/>
                </a:solidFill>
                <a:latin typeface="Arial"/>
              </a:rPr>
              <a:t>Reduce intercity backbone costs by 10% ($8K MRC); </a:t>
            </a:r>
          </a:p>
          <a:p>
            <a:r>
              <a:rPr lang="en-US" sz="1200">
                <a:solidFill>
                  <a:srgbClr val="101010"/>
                </a:solidFill>
                <a:latin typeface="Arial"/>
              </a:rPr>
              <a:t>Reduce POP costs by 75% ($30K MRC) </a:t>
            </a:r>
            <a:endParaRPr lang="en-US"/>
          </a:p>
        </p:txBody>
      </p:sp>
      <p:sp>
        <p:nvSpPr>
          <p:cNvPr id="4" name="Slide Number Placeholder 3"/>
          <p:cNvSpPr>
            <a:spLocks noGrp="1"/>
          </p:cNvSpPr>
          <p:nvPr>
            <p:ph type="sldNum" sz="quarter" idx="5"/>
          </p:nvPr>
        </p:nvSpPr>
        <p:spPr/>
        <p:txBody>
          <a:bodyPr/>
          <a:lstStyle/>
          <a:p>
            <a:fld id="{29B19D78-CC87-4E4D-90D0-F26724C0987D}" type="slidenum">
              <a:rPr lang="en-US" smtClean="0"/>
              <a:t>21</a:t>
            </a:fld>
            <a:endParaRPr lang="en-US"/>
          </a:p>
        </p:txBody>
      </p:sp>
    </p:spTree>
    <p:extLst>
      <p:ext uri="{BB962C8B-B14F-4D97-AF65-F5344CB8AC3E}">
        <p14:creationId xmlns:p14="http://schemas.microsoft.com/office/powerpoint/2010/main" val="41856139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73D82-6EBF-5F10-51D1-8C9A087AAE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118D24-B9B4-97FD-A738-6A6956E884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FE964A-5A01-4BC3-2658-195CE528725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D6EFCB2-D298-D307-E730-E9C34C8CBF70}"/>
              </a:ext>
            </a:extLst>
          </p:cNvPr>
          <p:cNvSpPr>
            <a:spLocks noGrp="1"/>
          </p:cNvSpPr>
          <p:nvPr>
            <p:ph type="sldNum" sz="quarter" idx="5"/>
          </p:nvPr>
        </p:nvSpPr>
        <p:spPr/>
        <p:txBody>
          <a:bodyPr/>
          <a:lstStyle/>
          <a:p>
            <a:fld id="{968B7FB3-2E35-BD42-909B-77403B419E8D}" type="slidenum">
              <a:rPr lang="en-US" smtClean="0"/>
              <a:t>22</a:t>
            </a:fld>
            <a:endParaRPr lang="en-US"/>
          </a:p>
        </p:txBody>
      </p:sp>
    </p:spTree>
    <p:extLst>
      <p:ext uri="{BB962C8B-B14F-4D97-AF65-F5344CB8AC3E}">
        <p14:creationId xmlns:p14="http://schemas.microsoft.com/office/powerpoint/2010/main" val="4717924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47FB0-2B9B-7E87-D452-ABDC5E3109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3D8762-411E-C5B6-CD67-8B646EEEBF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806E7B-2719-3AB6-A176-543BA7DFDEF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0E8248A-19DE-F86E-D43A-1CD86BD30687}"/>
              </a:ext>
            </a:extLst>
          </p:cNvPr>
          <p:cNvSpPr>
            <a:spLocks noGrp="1"/>
          </p:cNvSpPr>
          <p:nvPr>
            <p:ph type="sldNum" sz="quarter" idx="5"/>
          </p:nvPr>
        </p:nvSpPr>
        <p:spPr/>
        <p:txBody>
          <a:bodyPr/>
          <a:lstStyle/>
          <a:p>
            <a:fld id="{29B19D78-CC87-4E4D-90D0-F26724C0987D}" type="slidenum">
              <a:rPr lang="en-US" smtClean="0"/>
              <a:t>23</a:t>
            </a:fld>
            <a:endParaRPr lang="en-US"/>
          </a:p>
        </p:txBody>
      </p:sp>
    </p:spTree>
    <p:extLst>
      <p:ext uri="{BB962C8B-B14F-4D97-AF65-F5344CB8AC3E}">
        <p14:creationId xmlns:p14="http://schemas.microsoft.com/office/powerpoint/2010/main" val="24744913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A52AE-B76D-8768-BF2E-3971A21BE8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0F791C-604E-1A00-259C-460EB42C61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DA7454-2A6B-E806-89BE-1A5726FB69E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90A1355-9FBC-5F82-9177-3CA306399BAF}"/>
              </a:ext>
            </a:extLst>
          </p:cNvPr>
          <p:cNvSpPr>
            <a:spLocks noGrp="1"/>
          </p:cNvSpPr>
          <p:nvPr>
            <p:ph type="sldNum" sz="quarter" idx="5"/>
          </p:nvPr>
        </p:nvSpPr>
        <p:spPr/>
        <p:txBody>
          <a:bodyPr/>
          <a:lstStyle/>
          <a:p>
            <a:fld id="{968B7FB3-2E35-BD42-909B-77403B419E8D}" type="slidenum">
              <a:rPr lang="en-US" smtClean="0"/>
              <a:t>24</a:t>
            </a:fld>
            <a:endParaRPr lang="en-US"/>
          </a:p>
        </p:txBody>
      </p:sp>
    </p:spTree>
    <p:extLst>
      <p:ext uri="{BB962C8B-B14F-4D97-AF65-F5344CB8AC3E}">
        <p14:creationId xmlns:p14="http://schemas.microsoft.com/office/powerpoint/2010/main" val="10280368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47FB0-2B9B-7E87-D452-ABDC5E3109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3D8762-411E-C5B6-CD67-8B646EEEBF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806E7B-2719-3AB6-A176-543BA7DFDEF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0E8248A-19DE-F86E-D43A-1CD86BD3068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B19D78-CC87-4E4D-90D0-F26724C0987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744913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79464-EB5A-419F-64AC-E6654B4070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33BB90-F623-E25E-F2EC-91CF9B3BBD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56EE39-BBDA-8FF0-2C63-9186A2D687B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CF05164-AB39-B22E-9874-2763AB5B4BF3}"/>
              </a:ext>
            </a:extLst>
          </p:cNvPr>
          <p:cNvSpPr>
            <a:spLocks noGrp="1"/>
          </p:cNvSpPr>
          <p:nvPr>
            <p:ph type="sldNum" sz="quarter" idx="5"/>
          </p:nvPr>
        </p:nvSpPr>
        <p:spPr/>
        <p:txBody>
          <a:bodyPr/>
          <a:lstStyle/>
          <a:p>
            <a:fld id="{968B7FB3-2E35-BD42-909B-77403B419E8D}" type="slidenum">
              <a:rPr lang="en-US" smtClean="0"/>
              <a:t>26</a:t>
            </a:fld>
            <a:endParaRPr lang="en-US"/>
          </a:p>
        </p:txBody>
      </p:sp>
    </p:spTree>
    <p:extLst>
      <p:ext uri="{BB962C8B-B14F-4D97-AF65-F5344CB8AC3E}">
        <p14:creationId xmlns:p14="http://schemas.microsoft.com/office/powerpoint/2010/main" val="5362290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6B05C-E6D4-064E-F86E-147D6B993F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63302C-BE98-005B-B9E6-F54829E3AD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5DD3EC-F507-ABBB-9498-9BCF5DFE1185}"/>
              </a:ext>
            </a:extLst>
          </p:cNvPr>
          <p:cNvSpPr>
            <a:spLocks noGrp="1"/>
          </p:cNvSpPr>
          <p:nvPr>
            <p:ph type="body" idx="1"/>
          </p:nvPr>
        </p:nvSpPr>
        <p:spPr/>
        <p:txBody>
          <a:bodyPr/>
          <a:lstStyle/>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831AEC94-6848-5B08-FD12-A6A968AD950C}"/>
              </a:ext>
            </a:extLst>
          </p:cNvPr>
          <p:cNvSpPr>
            <a:spLocks noGrp="1"/>
          </p:cNvSpPr>
          <p:nvPr>
            <p:ph type="sldNum" sz="quarter" idx="5"/>
          </p:nvPr>
        </p:nvSpPr>
        <p:spPr/>
        <p:txBody>
          <a:bodyPr/>
          <a:lstStyle/>
          <a:p>
            <a:fld id="{29B19D78-CC87-4E4D-90D0-F26724C0987D}" type="slidenum">
              <a:rPr lang="en-US" smtClean="0"/>
              <a:t>27</a:t>
            </a:fld>
            <a:endParaRPr lang="en-US"/>
          </a:p>
        </p:txBody>
      </p:sp>
    </p:spTree>
    <p:extLst>
      <p:ext uri="{BB962C8B-B14F-4D97-AF65-F5344CB8AC3E}">
        <p14:creationId xmlns:p14="http://schemas.microsoft.com/office/powerpoint/2010/main" val="33023755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564D6-3D51-2C08-0649-858C41ECCE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C0BFFD-4A6A-83CD-716E-CA6565F41B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D7AD36-6710-4111-81D2-398BFEBB986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1399D8E-8B75-87AE-C9AE-CF992DFC44AB}"/>
              </a:ext>
            </a:extLst>
          </p:cNvPr>
          <p:cNvSpPr>
            <a:spLocks noGrp="1"/>
          </p:cNvSpPr>
          <p:nvPr>
            <p:ph type="sldNum" sz="quarter" idx="5"/>
          </p:nvPr>
        </p:nvSpPr>
        <p:spPr/>
        <p:txBody>
          <a:bodyPr/>
          <a:lstStyle/>
          <a:p>
            <a:fld id="{968B7FB3-2E35-BD42-909B-77403B419E8D}" type="slidenum">
              <a:rPr lang="en-US" smtClean="0"/>
              <a:t>28</a:t>
            </a:fld>
            <a:endParaRPr lang="en-US"/>
          </a:p>
        </p:txBody>
      </p:sp>
    </p:spTree>
    <p:extLst>
      <p:ext uri="{BB962C8B-B14F-4D97-AF65-F5344CB8AC3E}">
        <p14:creationId xmlns:p14="http://schemas.microsoft.com/office/powerpoint/2010/main" val="15250756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EDAC5-CB92-E4B0-1E31-82D70B1582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C683F0-409E-95AC-5964-418EC7648E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80965F-3B36-3A4D-436B-709288F670F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13C541B-354A-3F3E-F31F-15FE0BD269CD}"/>
              </a:ext>
            </a:extLst>
          </p:cNvPr>
          <p:cNvSpPr>
            <a:spLocks noGrp="1"/>
          </p:cNvSpPr>
          <p:nvPr>
            <p:ph type="sldNum" sz="quarter" idx="5"/>
          </p:nvPr>
        </p:nvSpPr>
        <p:spPr/>
        <p:txBody>
          <a:bodyPr/>
          <a:lstStyle/>
          <a:p>
            <a:fld id="{968B7FB3-2E35-BD42-909B-77403B419E8D}" type="slidenum">
              <a:rPr lang="en-US" smtClean="0"/>
              <a:t>30</a:t>
            </a:fld>
            <a:endParaRPr lang="en-US"/>
          </a:p>
        </p:txBody>
      </p:sp>
    </p:spTree>
    <p:extLst>
      <p:ext uri="{BB962C8B-B14F-4D97-AF65-F5344CB8AC3E}">
        <p14:creationId xmlns:p14="http://schemas.microsoft.com/office/powerpoint/2010/main" val="17478039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B19D78-CC87-4E4D-90D0-F26724C0987D}" type="slidenum">
              <a:rPr lang="en-US" smtClean="0"/>
              <a:t>34</a:t>
            </a:fld>
            <a:endParaRPr lang="en-US"/>
          </a:p>
        </p:txBody>
      </p:sp>
    </p:spTree>
    <p:extLst>
      <p:ext uri="{BB962C8B-B14F-4D97-AF65-F5344CB8AC3E}">
        <p14:creationId xmlns:p14="http://schemas.microsoft.com/office/powerpoint/2010/main" val="16338346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64CDA-05C2-5982-1869-7365801402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77675A-12B2-2377-2965-A404E9FB7A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27100A-46C0-8631-DE2F-0C47F7431D4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A1BC8E4-8A0D-0307-2840-B8E89E32189C}"/>
              </a:ext>
            </a:extLst>
          </p:cNvPr>
          <p:cNvSpPr>
            <a:spLocks noGrp="1"/>
          </p:cNvSpPr>
          <p:nvPr>
            <p:ph type="sldNum" sz="quarter" idx="5"/>
          </p:nvPr>
        </p:nvSpPr>
        <p:spPr/>
        <p:txBody>
          <a:bodyPr/>
          <a:lstStyle/>
          <a:p>
            <a:fld id="{29B19D78-CC87-4E4D-90D0-F26724C0987D}" type="slidenum">
              <a:rPr lang="en-US" smtClean="0"/>
              <a:t>35</a:t>
            </a:fld>
            <a:endParaRPr lang="en-US"/>
          </a:p>
        </p:txBody>
      </p:sp>
    </p:spTree>
    <p:extLst>
      <p:ext uri="{BB962C8B-B14F-4D97-AF65-F5344CB8AC3E}">
        <p14:creationId xmlns:p14="http://schemas.microsoft.com/office/powerpoint/2010/main" val="13912841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74E18-80E2-32EF-8776-0B4A880B65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3D70E6-06F7-0671-D5C4-1E5B529193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E0B0EC-E6EE-C103-DE72-CDD193DD5BF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3FD0DA9-0C8E-C696-EAD8-41D9FCA7EC09}"/>
              </a:ext>
            </a:extLst>
          </p:cNvPr>
          <p:cNvSpPr>
            <a:spLocks noGrp="1"/>
          </p:cNvSpPr>
          <p:nvPr>
            <p:ph type="sldNum" sz="quarter" idx="5"/>
          </p:nvPr>
        </p:nvSpPr>
        <p:spPr/>
        <p:txBody>
          <a:bodyPr/>
          <a:lstStyle/>
          <a:p>
            <a:fld id="{29B19D78-CC87-4E4D-90D0-F26724C0987D}" type="slidenum">
              <a:rPr lang="en-US" smtClean="0"/>
              <a:t>36</a:t>
            </a:fld>
            <a:endParaRPr lang="en-US"/>
          </a:p>
        </p:txBody>
      </p:sp>
    </p:spTree>
    <p:extLst>
      <p:ext uri="{BB962C8B-B14F-4D97-AF65-F5344CB8AC3E}">
        <p14:creationId xmlns:p14="http://schemas.microsoft.com/office/powerpoint/2010/main" val="235739035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Subtitle 2">
            <a:extLst>
              <a:ext uri="{FF2B5EF4-FFF2-40B4-BE49-F238E27FC236}">
                <a16:creationId xmlns:a16="http://schemas.microsoft.com/office/drawing/2014/main" id="{23706515-F053-6F86-A71E-AD18E4772CFF}"/>
              </a:ext>
            </a:extLst>
          </p:cNvPr>
          <p:cNvSpPr>
            <a:spLocks noGrp="1"/>
          </p:cNvSpPr>
          <p:nvPr>
            <p:ph type="subTitle" idx="1" hasCustomPrompt="1"/>
          </p:nvPr>
        </p:nvSpPr>
        <p:spPr>
          <a:xfrm>
            <a:off x="510541" y="3182984"/>
            <a:ext cx="5054236" cy="1432559"/>
          </a:xfrm>
        </p:spPr>
        <p:txBody>
          <a:bodyPr>
            <a:normAutofit/>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a:t>
            </a:r>
          </a:p>
          <a:p>
            <a:r>
              <a:rPr lang="en-US"/>
              <a:t>Author</a:t>
            </a:r>
          </a:p>
          <a:p>
            <a:r>
              <a:rPr lang="en-US"/>
              <a:t>Date</a:t>
            </a:r>
          </a:p>
        </p:txBody>
      </p:sp>
      <p:sp>
        <p:nvSpPr>
          <p:cNvPr id="10" name="Title Placeholder 1">
            <a:extLst>
              <a:ext uri="{FF2B5EF4-FFF2-40B4-BE49-F238E27FC236}">
                <a16:creationId xmlns:a16="http://schemas.microsoft.com/office/drawing/2014/main" id="{44C7CA13-9D51-F6E6-8DE0-161BB3BAF338}"/>
              </a:ext>
            </a:extLst>
          </p:cNvPr>
          <p:cNvSpPr>
            <a:spLocks noGrp="1"/>
          </p:cNvSpPr>
          <p:nvPr>
            <p:ph type="title" hasCustomPrompt="1"/>
          </p:nvPr>
        </p:nvSpPr>
        <p:spPr>
          <a:xfrm>
            <a:off x="510541" y="664301"/>
            <a:ext cx="6160225" cy="1974396"/>
          </a:xfrm>
          <a:prstGeom prst="rect">
            <a:avLst/>
          </a:prstGeom>
        </p:spPr>
        <p:txBody>
          <a:bodyPr vert="horz" lIns="91440" tIns="45720" rIns="91440" bIns="45720" rtlCol="0" anchor="ctr">
            <a:normAutofit/>
          </a:bodyPr>
          <a:lstStyle>
            <a:lvl1pPr>
              <a:defRPr sz="6000">
                <a:solidFill>
                  <a:schemeClr val="tx1"/>
                </a:solidFill>
              </a:defRPr>
            </a:lvl1pPr>
          </a:lstStyle>
          <a:p>
            <a:r>
              <a:rPr lang="en-US"/>
              <a:t>Presentation Name</a:t>
            </a:r>
          </a:p>
        </p:txBody>
      </p:sp>
      <p:cxnSp>
        <p:nvCxnSpPr>
          <p:cNvPr id="14" name="Straight Connector 13">
            <a:extLst>
              <a:ext uri="{FF2B5EF4-FFF2-40B4-BE49-F238E27FC236}">
                <a16:creationId xmlns:a16="http://schemas.microsoft.com/office/drawing/2014/main" id="{E83E045C-699D-A35E-23D2-D675EC9EED8C}"/>
              </a:ext>
            </a:extLst>
          </p:cNvPr>
          <p:cNvCxnSpPr/>
          <p:nvPr userDrawn="1"/>
        </p:nvCxnSpPr>
        <p:spPr>
          <a:xfrm>
            <a:off x="0" y="0"/>
            <a:ext cx="12192000" cy="0"/>
          </a:xfrm>
          <a:prstGeom prst="line">
            <a:avLst/>
          </a:prstGeom>
          <a:ln w="25400">
            <a:solidFill>
              <a:srgbClr val="7D79E7"/>
            </a:solidFill>
          </a:ln>
        </p:spPr>
        <p:style>
          <a:lnRef idx="2">
            <a:schemeClr val="accent1"/>
          </a:lnRef>
          <a:fillRef idx="0">
            <a:schemeClr val="accent1"/>
          </a:fillRef>
          <a:effectRef idx="1">
            <a:schemeClr val="accent1"/>
          </a:effectRef>
          <a:fontRef idx="minor">
            <a:schemeClr val="tx1"/>
          </a:fontRef>
        </p:style>
      </p:cxnSp>
      <p:pic>
        <p:nvPicPr>
          <p:cNvPr id="2" name="Picture 1" descr="A black and white logo&#10;&#10;Description automatically generated">
            <a:extLst>
              <a:ext uri="{FF2B5EF4-FFF2-40B4-BE49-F238E27FC236}">
                <a16:creationId xmlns:a16="http://schemas.microsoft.com/office/drawing/2014/main" id="{85DD801D-A1D4-4822-4823-2DB54A1286C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10541" y="5315279"/>
            <a:ext cx="3776148" cy="731520"/>
          </a:xfrm>
          <a:prstGeom prst="rect">
            <a:avLst/>
          </a:prstGeom>
        </p:spPr>
      </p:pic>
    </p:spTree>
    <p:extLst>
      <p:ext uri="{BB962C8B-B14F-4D97-AF65-F5344CB8AC3E}">
        <p14:creationId xmlns:p14="http://schemas.microsoft.com/office/powerpoint/2010/main" val="102054803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White">
    <p:bg>
      <p:bgPr>
        <a:gradFill flip="none" rotWithShape="1">
          <a:gsLst>
            <a:gs pos="67000">
              <a:schemeClr val="bg2"/>
            </a:gs>
            <a:gs pos="100000">
              <a:schemeClr val="accent1">
                <a:lumMod val="30000"/>
                <a:lumOff val="70000"/>
              </a:schemeClr>
            </a:gs>
          </a:gsLst>
          <a:lin ang="27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F0AC6-BB78-9836-3A3E-7E84DEBD275B}"/>
              </a:ext>
            </a:extLst>
          </p:cNvPr>
          <p:cNvSpPr>
            <a:spLocks noGrp="1"/>
          </p:cNvSpPr>
          <p:nvPr>
            <p:ph type="title" hasCustomPrompt="1"/>
          </p:nvPr>
        </p:nvSpPr>
        <p:spPr>
          <a:xfrm>
            <a:off x="2960018" y="2337377"/>
            <a:ext cx="7985210" cy="731520"/>
          </a:xfrm>
        </p:spPr>
        <p:txBody>
          <a:bodyPr>
            <a:noAutofit/>
          </a:bodyPr>
          <a:lstStyle>
            <a:lvl1pPr>
              <a:defRPr/>
            </a:lvl1pPr>
          </a:lstStyle>
          <a:p>
            <a:r>
              <a:rPr lang="en-US"/>
              <a:t>Section Header</a:t>
            </a:r>
          </a:p>
        </p:txBody>
      </p:sp>
      <p:sp>
        <p:nvSpPr>
          <p:cNvPr id="6" name="Text Placeholder 5">
            <a:extLst>
              <a:ext uri="{FF2B5EF4-FFF2-40B4-BE49-F238E27FC236}">
                <a16:creationId xmlns:a16="http://schemas.microsoft.com/office/drawing/2014/main" id="{CD1DC80E-9BD7-C823-1D75-F36E040268B1}"/>
              </a:ext>
            </a:extLst>
          </p:cNvPr>
          <p:cNvSpPr>
            <a:spLocks noGrp="1"/>
          </p:cNvSpPr>
          <p:nvPr>
            <p:ph type="body" sz="quarter" idx="11" hasCustomPrompt="1"/>
          </p:nvPr>
        </p:nvSpPr>
        <p:spPr>
          <a:xfrm>
            <a:off x="2960017" y="3268743"/>
            <a:ext cx="7985211" cy="914400"/>
          </a:xfrm>
        </p:spPr>
        <p:txBody>
          <a:bodyPr>
            <a:noAutofit/>
          </a:bodyPr>
          <a:lstStyle>
            <a:lvl1pPr>
              <a:defRPr/>
            </a:lvl1pPr>
            <a:lvl2pPr marL="320040" indent="0">
              <a:buNone/>
              <a:defRPr/>
            </a:lvl2pPr>
          </a:lstStyle>
          <a:p>
            <a:pPr lvl="0"/>
            <a:r>
              <a:rPr lang="en-US"/>
              <a:t>Subhead</a:t>
            </a:r>
          </a:p>
        </p:txBody>
      </p:sp>
      <p:cxnSp>
        <p:nvCxnSpPr>
          <p:cNvPr id="7" name="Straight Connector 6">
            <a:extLst>
              <a:ext uri="{FF2B5EF4-FFF2-40B4-BE49-F238E27FC236}">
                <a16:creationId xmlns:a16="http://schemas.microsoft.com/office/drawing/2014/main" id="{F8039426-8D50-CEF3-FB85-D8287523DB50}"/>
              </a:ext>
            </a:extLst>
          </p:cNvPr>
          <p:cNvCxnSpPr>
            <a:cxnSpLocks/>
          </p:cNvCxnSpPr>
          <p:nvPr userDrawn="1"/>
        </p:nvCxnSpPr>
        <p:spPr>
          <a:xfrm rot="16200000">
            <a:off x="-3428999" y="3429000"/>
            <a:ext cx="6858000" cy="0"/>
          </a:xfrm>
          <a:prstGeom prst="line">
            <a:avLst/>
          </a:prstGeom>
          <a:ln w="25400">
            <a:solidFill>
              <a:srgbClr val="7D79E7"/>
            </a:solidFill>
          </a:ln>
        </p:spPr>
        <p:style>
          <a:lnRef idx="2">
            <a:schemeClr val="accent1"/>
          </a:lnRef>
          <a:fillRef idx="0">
            <a:schemeClr val="accent1"/>
          </a:fillRef>
          <a:effectRef idx="1">
            <a:schemeClr val="accent1"/>
          </a:effectRef>
          <a:fontRef idx="minor">
            <a:schemeClr val="tx1"/>
          </a:fontRef>
        </p:style>
      </p:cxnSp>
      <p:pic>
        <p:nvPicPr>
          <p:cNvPr id="3" name="Picture 2" descr="A blue lines on a black background&#10;&#10;Description automatically generated">
            <a:extLst>
              <a:ext uri="{FF2B5EF4-FFF2-40B4-BE49-F238E27FC236}">
                <a16:creationId xmlns:a16="http://schemas.microsoft.com/office/drawing/2014/main" id="{870FBAC3-08E4-5916-F8FA-98E2330608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V="1">
            <a:off x="9003292" y="0"/>
            <a:ext cx="3188708" cy="2604111"/>
          </a:xfrm>
          <a:prstGeom prst="rect">
            <a:avLst/>
          </a:prstGeom>
        </p:spPr>
      </p:pic>
    </p:spTree>
    <p:extLst>
      <p:ext uri="{BB962C8B-B14F-4D97-AF65-F5344CB8AC3E}">
        <p14:creationId xmlns:p14="http://schemas.microsoft.com/office/powerpoint/2010/main" val="1575359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mp; Content">
    <p:bg>
      <p:bgPr>
        <a:gradFill flip="none" rotWithShape="1">
          <a:gsLst>
            <a:gs pos="78000">
              <a:schemeClr val="bg2"/>
            </a:gs>
            <a:gs pos="100000">
              <a:schemeClr val="accent1">
                <a:lumMod val="30000"/>
                <a:lumOff val="70000"/>
              </a:schemeClr>
            </a:gs>
          </a:gsLst>
          <a:lin ang="18900000" scaled="1"/>
          <a:tileRect/>
        </a:gradFill>
        <a:effectLst/>
      </p:bgPr>
    </p:bg>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7CA8C0B4-32AD-7F0C-7983-9E7824EE932C}"/>
              </a:ext>
            </a:extLst>
          </p:cNvPr>
          <p:cNvSpPr>
            <a:spLocks noGrp="1"/>
          </p:cNvSpPr>
          <p:nvPr>
            <p:ph type="title" hasCustomPrompt="1"/>
          </p:nvPr>
        </p:nvSpPr>
        <p:spPr>
          <a:xfrm>
            <a:off x="510541" y="205104"/>
            <a:ext cx="11170919" cy="731520"/>
          </a:xfrm>
          <a:prstGeom prst="rect">
            <a:avLst/>
          </a:prstGeom>
        </p:spPr>
        <p:txBody>
          <a:bodyPr vert="horz" lIns="91440" tIns="45720" rIns="91440" bIns="45720" rtlCol="0" anchor="ctr">
            <a:noAutofit/>
          </a:bodyPr>
          <a:lstStyle>
            <a:lvl1pPr>
              <a:defRPr/>
            </a:lvl1pPr>
          </a:lstStyle>
          <a:p>
            <a:r>
              <a:rPr lang="en-US"/>
              <a:t>Title</a:t>
            </a:r>
          </a:p>
        </p:txBody>
      </p:sp>
      <p:sp>
        <p:nvSpPr>
          <p:cNvPr id="13" name="Text Placeholder 2">
            <a:extLst>
              <a:ext uri="{FF2B5EF4-FFF2-40B4-BE49-F238E27FC236}">
                <a16:creationId xmlns:a16="http://schemas.microsoft.com/office/drawing/2014/main" id="{62415DE7-70A8-83CA-1458-6C79646241A6}"/>
              </a:ext>
            </a:extLst>
          </p:cNvPr>
          <p:cNvSpPr>
            <a:spLocks noGrp="1"/>
          </p:cNvSpPr>
          <p:nvPr>
            <p:ph idx="1" hasCustomPrompt="1"/>
          </p:nvPr>
        </p:nvSpPr>
        <p:spPr>
          <a:xfrm>
            <a:off x="510541" y="1123407"/>
            <a:ext cx="11170918" cy="5042262"/>
          </a:xfrm>
          <a:prstGeom prst="rect">
            <a:avLst/>
          </a:prstGeom>
        </p:spPr>
        <p:txBody>
          <a:bodyPr vert="horz" lIns="91440" tIns="45720" rIns="91440" bIns="45720" rtlCol="0">
            <a:noAutofit/>
          </a:bodyPr>
          <a:lstStyle>
            <a:lvl1pPr>
              <a:defRPr/>
            </a:lvl1pPr>
            <a:lvl2pPr marL="320040" indent="0">
              <a:buNone/>
              <a:defRPr/>
            </a:lvl2pPr>
          </a:lstStyle>
          <a:p>
            <a:pPr lvl="0"/>
            <a:r>
              <a:rPr lang="en-US"/>
              <a:t>Content</a:t>
            </a:r>
          </a:p>
        </p:txBody>
      </p:sp>
      <p:sp>
        <p:nvSpPr>
          <p:cNvPr id="2" name="Slide Number Placeholder 2">
            <a:extLst>
              <a:ext uri="{FF2B5EF4-FFF2-40B4-BE49-F238E27FC236}">
                <a16:creationId xmlns:a16="http://schemas.microsoft.com/office/drawing/2014/main" id="{B9DF257E-7A50-0735-28DB-184E3091A4BA}"/>
              </a:ext>
            </a:extLst>
          </p:cNvPr>
          <p:cNvSpPr>
            <a:spLocks noGrp="1"/>
          </p:cNvSpPr>
          <p:nvPr>
            <p:ph type="sldNum" sz="quarter" idx="10"/>
          </p:nvPr>
        </p:nvSpPr>
        <p:spPr>
          <a:xfrm>
            <a:off x="8938259" y="6356350"/>
            <a:ext cx="2743200" cy="365125"/>
          </a:xfrm>
        </p:spPr>
        <p:txBody>
          <a:bodyPr/>
          <a:lstStyle/>
          <a:p>
            <a:fld id="{4AF1CB10-4EE0-4482-BBF6-B71BD01DA370}" type="slidenum">
              <a:rPr lang="en-US" smtClean="0"/>
              <a:pPr/>
              <a:t>‹#›</a:t>
            </a:fld>
            <a:endParaRPr lang="en-US"/>
          </a:p>
        </p:txBody>
      </p:sp>
    </p:spTree>
    <p:extLst>
      <p:ext uri="{BB962C8B-B14F-4D97-AF65-F5344CB8AC3E}">
        <p14:creationId xmlns:p14="http://schemas.microsoft.com/office/powerpoint/2010/main" val="3850531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15805D-3BBB-392D-26C6-202E56F19911}"/>
              </a:ext>
            </a:extLst>
          </p:cNvPr>
          <p:cNvSpPr>
            <a:spLocks noGrp="1"/>
          </p:cNvSpPr>
          <p:nvPr>
            <p:ph type="title"/>
          </p:nvPr>
        </p:nvSpPr>
        <p:spPr>
          <a:xfrm>
            <a:off x="510541" y="423726"/>
            <a:ext cx="11170919" cy="73152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50E2290-16F6-0109-363A-722E4DB54ECA}"/>
              </a:ext>
            </a:extLst>
          </p:cNvPr>
          <p:cNvSpPr>
            <a:spLocks noGrp="1"/>
          </p:cNvSpPr>
          <p:nvPr>
            <p:ph type="body" idx="1"/>
          </p:nvPr>
        </p:nvSpPr>
        <p:spPr>
          <a:xfrm>
            <a:off x="510541" y="1445622"/>
            <a:ext cx="11170918" cy="462425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43FB8F1-2176-6EFC-D035-B88CEDBDBFB6}"/>
              </a:ext>
            </a:extLst>
          </p:cNvPr>
          <p:cNvSpPr>
            <a:spLocks noGrp="1"/>
          </p:cNvSpPr>
          <p:nvPr>
            <p:ph type="sldNum" sz="quarter" idx="4"/>
          </p:nvPr>
        </p:nvSpPr>
        <p:spPr>
          <a:xfrm>
            <a:off x="8938259"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Cambria Math" panose="02040503050406030204" pitchFamily="18" charset="0"/>
                <a:ea typeface="Cambria Math" panose="02040503050406030204" pitchFamily="18" charset="0"/>
                <a:cs typeface="Geist Mono" pitchFamily="2" charset="0"/>
              </a:defRPr>
            </a:lvl1pPr>
          </a:lstStyle>
          <a:p>
            <a:fld id="{4AF1CB10-4EE0-4482-BBF6-B71BD01DA370}" type="slidenum">
              <a:rPr lang="en-US" smtClean="0"/>
              <a:pPr/>
              <a:t>‹#›</a:t>
            </a:fld>
            <a:endParaRPr lang="en-US"/>
          </a:p>
        </p:txBody>
      </p:sp>
      <p:cxnSp>
        <p:nvCxnSpPr>
          <p:cNvPr id="7" name="Straight Connector 6">
            <a:extLst>
              <a:ext uri="{FF2B5EF4-FFF2-40B4-BE49-F238E27FC236}">
                <a16:creationId xmlns:a16="http://schemas.microsoft.com/office/drawing/2014/main" id="{2BBA44F0-ACEA-1F62-03C8-8868C652F83D}"/>
              </a:ext>
            </a:extLst>
          </p:cNvPr>
          <p:cNvCxnSpPr/>
          <p:nvPr userDrawn="1"/>
        </p:nvCxnSpPr>
        <p:spPr>
          <a:xfrm>
            <a:off x="0" y="0"/>
            <a:ext cx="12192000" cy="0"/>
          </a:xfrm>
          <a:prstGeom prst="line">
            <a:avLst/>
          </a:prstGeom>
          <a:ln w="25400">
            <a:solidFill>
              <a:srgbClr val="7D79E7"/>
            </a:solidFill>
          </a:ln>
        </p:spPr>
        <p:style>
          <a:lnRef idx="2">
            <a:schemeClr val="accent1"/>
          </a:lnRef>
          <a:fillRef idx="0">
            <a:schemeClr val="accent1"/>
          </a:fillRef>
          <a:effectRef idx="1">
            <a:schemeClr val="accent1"/>
          </a:effectRef>
          <a:fontRef idx="minor">
            <a:schemeClr val="tx1"/>
          </a:fontRef>
        </p:style>
      </p:cxnSp>
      <p:pic>
        <p:nvPicPr>
          <p:cNvPr id="9" name="Picture 8" descr="A black and white logo&#10;&#10;Description automatically generated">
            <a:extLst>
              <a:ext uri="{FF2B5EF4-FFF2-40B4-BE49-F238E27FC236}">
                <a16:creationId xmlns:a16="http://schemas.microsoft.com/office/drawing/2014/main" id="{1C1C867A-1017-3DC0-C169-055C6D425EF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618309" y="6441486"/>
            <a:ext cx="1005840" cy="194852"/>
          </a:xfrm>
          <a:prstGeom prst="rect">
            <a:avLst/>
          </a:prstGeom>
        </p:spPr>
      </p:pic>
    </p:spTree>
    <p:extLst>
      <p:ext uri="{BB962C8B-B14F-4D97-AF65-F5344CB8AC3E}">
        <p14:creationId xmlns:p14="http://schemas.microsoft.com/office/powerpoint/2010/main" val="2147154683"/>
      </p:ext>
    </p:extLst>
  </p:cSld>
  <p:clrMap bg1="lt1" tx1="dk1" bg2="lt2" tx2="dk2" accent1="accent1" accent2="accent2" accent3="accent3" accent4="accent4" accent5="accent5" accent6="accent6" hlink="hlink" folHlink="folHlink"/>
  <p:sldLayoutIdLst>
    <p:sldLayoutId id="2147483662" r:id="rId1"/>
    <p:sldLayoutId id="2147483668" r:id="rId2"/>
    <p:sldLayoutId id="2147483675" r:id="rId3"/>
  </p:sldLayoutIdLst>
  <p:txStyles>
    <p:titleStyle>
      <a:lvl1pPr algn="l" defTabSz="914400" rtl="0" eaLnBrk="1" latinLnBrk="0" hangingPunct="1">
        <a:lnSpc>
          <a:spcPct val="100000"/>
        </a:lnSpc>
        <a:spcBef>
          <a:spcPct val="0"/>
        </a:spcBef>
        <a:buNone/>
        <a:defRPr sz="26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0" algn="l" defTabSz="914400" rtl="0" eaLnBrk="1" latinLnBrk="0" hangingPunct="1">
        <a:lnSpc>
          <a:spcPct val="100000"/>
        </a:lnSpc>
        <a:spcBef>
          <a:spcPts val="600"/>
        </a:spcBef>
        <a:spcAft>
          <a:spcPts val="600"/>
        </a:spcAft>
        <a:buFont typeface="Arial" panose="020B0604020202020204" pitchFamily="34" charset="0"/>
        <a:buNone/>
        <a:defRPr sz="1600" kern="1200">
          <a:solidFill>
            <a:schemeClr val="tx1"/>
          </a:solidFill>
          <a:latin typeface="+mn-lt"/>
          <a:ea typeface="+mn-ea"/>
          <a:cs typeface="+mn-cs"/>
        </a:defRPr>
      </a:lvl1pPr>
      <a:lvl2pPr marL="548640" indent="-228600" algn="l" defTabSz="914400" rtl="0" eaLnBrk="1" latinLnBrk="0" hangingPunct="1">
        <a:lnSpc>
          <a:spcPct val="100000"/>
        </a:lnSpc>
        <a:spcBef>
          <a:spcPts val="200"/>
        </a:spcBef>
        <a:spcAft>
          <a:spcPts val="400"/>
        </a:spcAft>
        <a:buClr>
          <a:schemeClr val="accent1"/>
        </a:buClr>
        <a:buFont typeface="Symbol" panose="05050102010706020507" pitchFamily="18" charset="2"/>
        <a:buChar char="·"/>
        <a:defRPr sz="1600" kern="1200">
          <a:solidFill>
            <a:schemeClr val="tx1"/>
          </a:solidFill>
          <a:latin typeface="+mn-lt"/>
          <a:ea typeface="+mn-ea"/>
          <a:cs typeface="+mn-cs"/>
        </a:defRPr>
      </a:lvl2pPr>
      <a:lvl3pPr marL="1005840" indent="-228600" algn="l" defTabSz="914400" rtl="0" eaLnBrk="1" latinLnBrk="0" hangingPunct="1">
        <a:lnSpc>
          <a:spcPct val="100000"/>
        </a:lnSpc>
        <a:spcBef>
          <a:spcPts val="200"/>
        </a:spcBef>
        <a:spcAft>
          <a:spcPts val="400"/>
        </a:spcAft>
        <a:buClr>
          <a:schemeClr val="tx2"/>
        </a:buClr>
        <a:buSzPct val="50000"/>
        <a:buFont typeface="Wingdings" panose="05000000000000000000" pitchFamily="2" charset="2"/>
        <a:buChar char="¢"/>
        <a:defRPr sz="1400" kern="1200">
          <a:solidFill>
            <a:schemeClr val="tx1"/>
          </a:solidFill>
          <a:latin typeface="+mn-lt"/>
          <a:ea typeface="+mn-ea"/>
          <a:cs typeface="+mn-cs"/>
        </a:defRPr>
      </a:lvl3pPr>
      <a:lvl4pPr marL="1554480" indent="-228600" algn="l" defTabSz="914400" rtl="0" eaLnBrk="1" latinLnBrk="0" hangingPunct="1">
        <a:lnSpc>
          <a:spcPct val="100000"/>
        </a:lnSpc>
        <a:spcBef>
          <a:spcPts val="200"/>
        </a:spcBef>
        <a:spcAft>
          <a:spcPts val="400"/>
        </a:spcAft>
        <a:buClr>
          <a:schemeClr val="accent1"/>
        </a:buClr>
        <a:buFont typeface="Wingdings" panose="05000000000000000000" pitchFamily="2" charset="2"/>
        <a:buChar char="§"/>
        <a:defRPr sz="1400" kern="1200">
          <a:solidFill>
            <a:schemeClr val="tx1"/>
          </a:solidFill>
          <a:latin typeface="+mn-lt"/>
          <a:ea typeface="+mn-ea"/>
          <a:cs typeface="+mn-cs"/>
        </a:defRPr>
      </a:lvl4pPr>
      <a:lvl5pPr marL="2011680" indent="-228600" algn="l" defTabSz="914400" rtl="0" eaLnBrk="1" latinLnBrk="0" hangingPunct="1">
        <a:lnSpc>
          <a:spcPct val="100000"/>
        </a:lnSpc>
        <a:spcBef>
          <a:spcPts val="200"/>
        </a:spcBef>
        <a:spcAft>
          <a:spcPts val="400"/>
        </a:spcAft>
        <a:buClr>
          <a:schemeClr val="tx2"/>
        </a:buClr>
        <a:buSzPct val="50000"/>
        <a:buFont typeface="Wingdings" panose="05000000000000000000" pitchFamily="2" charset="2"/>
        <a:buChar char="q"/>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microsoft.com/office/2007/relationships/diagramDrawing" Target="../diagrams/drawing2.xml"/><Relationship Id="rId3" Type="http://schemas.microsoft.com/office/2018/10/relationships/comments" Target="../comments/modernComment_148_ED315517.xml"/><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diagramQuickStyle" Target="../diagrams/quickStyle2.xml"/><Relationship Id="rId5" Type="http://schemas.openxmlformats.org/officeDocument/2006/relationships/diagramLayout" Target="../diagrams/layout2.xml"/><Relationship Id="rId10" Type="http://schemas.openxmlformats.org/officeDocument/2006/relationships/image" Target="../media/image6.emf"/><Relationship Id="rId4" Type="http://schemas.openxmlformats.org/officeDocument/2006/relationships/diagramData" Target="../diagrams/data2.xml"/><Relationship Id="rId9" Type="http://schemas.openxmlformats.org/officeDocument/2006/relationships/image" Target="../media/image5.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microsoft.com/office/2007/relationships/diagramDrawing" Target="../diagrams/drawing3.xml"/><Relationship Id="rId3" Type="http://schemas.microsoft.com/office/2018/10/relationships/comments" Target="../comments/modernComment_7FFFF153_C2724526.xml"/><Relationship Id="rId7" Type="http://schemas.openxmlformats.org/officeDocument/2006/relationships/diagramColors" Target="../diagrams/colors3.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themeOverride" Target="../theme/themeOverride1.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themeOverride" Target="../theme/themeOverride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themeOverride" Target="../theme/themeOverride3.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5.xml.rels><?xml version="1.0" encoding="UTF-8" standalone="yes"?>
<Relationships xmlns="http://schemas.openxmlformats.org/package/2006/relationships"><Relationship Id="rId3" Type="http://schemas.microsoft.com/office/2018/10/relationships/comments" Target="../comments/modernComment_7FFFF149_2264E323.xml"/><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7.xml.rels><?xml version="1.0" encoding="UTF-8" standalone="yes"?>
<Relationships xmlns="http://schemas.openxmlformats.org/package/2006/relationships"><Relationship Id="rId3" Type="http://schemas.microsoft.com/office/2018/10/relationships/comments" Target="../comments/modernComment_7FFFF140_D82F6D1B.xml"/><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9.xml.rels><?xml version="1.0" encoding="UTF-8" standalone="yes"?>
<Relationships xmlns="http://schemas.openxmlformats.org/package/2006/relationships"><Relationship Id="rId2" Type="http://schemas.microsoft.com/office/2018/10/relationships/comments" Target="../comments/modernComment_7FFFF147_8674D03E.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microsoft.com/office/2018/10/relationships/comments" Target="../comments/modernComment_7FFFF13E_4ED2102C.xml"/><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486AF8F5-A2BC-B076-D265-68EFB2E631B5}"/>
              </a:ext>
            </a:extLst>
          </p:cNvPr>
          <p:cNvSpPr>
            <a:spLocks noGrp="1"/>
          </p:cNvSpPr>
          <p:nvPr>
            <p:ph type="subTitle" idx="1"/>
          </p:nvPr>
        </p:nvSpPr>
        <p:spPr/>
        <p:txBody>
          <a:bodyPr/>
          <a:lstStyle/>
          <a:p>
            <a:r>
              <a:rPr lang="en-CA"/>
              <a:t>Senior Leadership</a:t>
            </a:r>
          </a:p>
        </p:txBody>
      </p:sp>
      <p:sp>
        <p:nvSpPr>
          <p:cNvPr id="3" name="Title 2">
            <a:extLst>
              <a:ext uri="{FF2B5EF4-FFF2-40B4-BE49-F238E27FC236}">
                <a16:creationId xmlns:a16="http://schemas.microsoft.com/office/drawing/2014/main" id="{F28A2F1A-1B50-714A-75A0-86EF780330D7}"/>
              </a:ext>
            </a:extLst>
          </p:cNvPr>
          <p:cNvSpPr>
            <a:spLocks noGrp="1"/>
          </p:cNvSpPr>
          <p:nvPr>
            <p:ph type="title"/>
          </p:nvPr>
        </p:nvSpPr>
        <p:spPr/>
        <p:txBody>
          <a:bodyPr>
            <a:normAutofit/>
          </a:bodyPr>
          <a:lstStyle/>
          <a:p>
            <a:r>
              <a:rPr lang="fr-CA" sz="5400"/>
              <a:t>FY26 Aptum</a:t>
            </a:r>
            <a:br>
              <a:rPr lang="fr-CA" sz="5400"/>
            </a:br>
            <a:r>
              <a:rPr lang="fr-CA" sz="5400"/>
              <a:t>Strategic </a:t>
            </a:r>
            <a:r>
              <a:rPr lang="fr-CA" sz="5400" err="1"/>
              <a:t>OKRs</a:t>
            </a:r>
            <a:endParaRPr lang="en-US" sz="5400"/>
          </a:p>
        </p:txBody>
      </p:sp>
    </p:spTree>
    <p:extLst>
      <p:ext uri="{BB962C8B-B14F-4D97-AF65-F5344CB8AC3E}">
        <p14:creationId xmlns:p14="http://schemas.microsoft.com/office/powerpoint/2010/main" val="18902493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2F9E2-EE8C-AD64-729E-E2F2EB670562}"/>
              </a:ext>
            </a:extLst>
          </p:cNvPr>
          <p:cNvSpPr>
            <a:spLocks noGrp="1"/>
          </p:cNvSpPr>
          <p:nvPr>
            <p:ph type="title"/>
          </p:nvPr>
        </p:nvSpPr>
        <p:spPr/>
        <p:txBody>
          <a:bodyPr/>
          <a:lstStyle/>
          <a:p>
            <a:r>
              <a:rPr lang="en-US" dirty="0" err="1"/>
              <a:t>Aptum</a:t>
            </a:r>
            <a:r>
              <a:rPr lang="en-US" dirty="0"/>
              <a:t> Strategic Framework </a:t>
            </a:r>
            <a:r>
              <a:rPr lang="en-US" sz="1800" dirty="0"/>
              <a:t>(and where OKRs and projects fit)</a:t>
            </a:r>
            <a:endParaRPr lang="en-US" dirty="0"/>
          </a:p>
        </p:txBody>
      </p:sp>
      <p:grpSp>
        <p:nvGrpSpPr>
          <p:cNvPr id="49" name="Group 48">
            <a:extLst>
              <a:ext uri="{FF2B5EF4-FFF2-40B4-BE49-F238E27FC236}">
                <a16:creationId xmlns:a16="http://schemas.microsoft.com/office/drawing/2014/main" id="{7F103AC8-9098-AEB3-D1D5-633A6D5AEFD8}"/>
              </a:ext>
            </a:extLst>
          </p:cNvPr>
          <p:cNvGrpSpPr>
            <a:grpSpLocks noChangeAspect="1"/>
          </p:cNvGrpSpPr>
          <p:nvPr/>
        </p:nvGrpSpPr>
        <p:grpSpPr>
          <a:xfrm>
            <a:off x="510542" y="1252497"/>
            <a:ext cx="5585454" cy="4371062"/>
            <a:chOff x="3688001" y="1122354"/>
            <a:chExt cx="4231906" cy="3906846"/>
          </a:xfrm>
        </p:grpSpPr>
        <p:pic>
          <p:nvPicPr>
            <p:cNvPr id="5" name="Graphic 3" descr="Map compass with solid fill">
              <a:extLst>
                <a:ext uri="{FF2B5EF4-FFF2-40B4-BE49-F238E27FC236}">
                  <a16:creationId xmlns:a16="http://schemas.microsoft.com/office/drawing/2014/main" id="{177FA1AD-9402-7087-F2E0-EEF206618EF4}"/>
                </a:ext>
                <a:ext uri="{147F2762-F138-4A5C-976F-8EAC2B608ADB}">
                  <a16:predDERef xmlns:a16="http://schemas.microsoft.com/office/drawing/2014/main" pred="{0D4199A0-C6FD-6543-8882-8E3042BD17C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53034" y="1122354"/>
              <a:ext cx="484967" cy="572102"/>
            </a:xfrm>
            <a:prstGeom prst="rect">
              <a:avLst/>
            </a:prstGeom>
          </p:spPr>
        </p:pic>
        <p:grpSp>
          <p:nvGrpSpPr>
            <p:cNvPr id="19" name="Group 18">
              <a:extLst>
                <a:ext uri="{FF2B5EF4-FFF2-40B4-BE49-F238E27FC236}">
                  <a16:creationId xmlns:a16="http://schemas.microsoft.com/office/drawing/2014/main" id="{37C8A5BC-3CB6-6FB4-066D-C1150D8D3FAA}"/>
                </a:ext>
              </a:extLst>
            </p:cNvPr>
            <p:cNvGrpSpPr>
              <a:grpSpLocks noChangeAspect="1"/>
            </p:cNvGrpSpPr>
            <p:nvPr/>
          </p:nvGrpSpPr>
          <p:grpSpPr>
            <a:xfrm>
              <a:off x="4272093" y="1828799"/>
              <a:ext cx="3647814" cy="3200399"/>
              <a:chOff x="4404360" y="2544919"/>
              <a:chExt cx="3383280" cy="2968311"/>
            </a:xfrm>
            <a:solidFill>
              <a:schemeClr val="tx1">
                <a:lumMod val="10000"/>
                <a:lumOff val="90000"/>
              </a:schemeClr>
            </a:solidFill>
          </p:grpSpPr>
          <p:sp>
            <p:nvSpPr>
              <p:cNvPr id="13" name="Freeform 9">
                <a:extLst>
                  <a:ext uri="{FF2B5EF4-FFF2-40B4-BE49-F238E27FC236}">
                    <a16:creationId xmlns:a16="http://schemas.microsoft.com/office/drawing/2014/main" id="{92622181-2652-606E-1B62-5E6B54E6A494}"/>
                  </a:ext>
                </a:extLst>
              </p:cNvPr>
              <p:cNvSpPr>
                <a:spLocks/>
              </p:cNvSpPr>
              <p:nvPr/>
            </p:nvSpPr>
            <p:spPr bwMode="auto">
              <a:xfrm>
                <a:off x="4404360" y="5052839"/>
                <a:ext cx="3383280" cy="460391"/>
              </a:xfrm>
              <a:custGeom>
                <a:avLst/>
                <a:gdLst>
                  <a:gd name="T0" fmla="*/ 3351 w 3351"/>
                  <a:gd name="T1" fmla="*/ 456 h 456"/>
                  <a:gd name="T2" fmla="*/ 0 w 3351"/>
                  <a:gd name="T3" fmla="*/ 456 h 456"/>
                  <a:gd name="T4" fmla="*/ 255 w 3351"/>
                  <a:gd name="T5" fmla="*/ 0 h 456"/>
                  <a:gd name="T6" fmla="*/ 3091 w 3351"/>
                  <a:gd name="T7" fmla="*/ 0 h 456"/>
                  <a:gd name="T8" fmla="*/ 3351 w 3351"/>
                  <a:gd name="T9" fmla="*/ 456 h 456"/>
                </a:gdLst>
                <a:ahLst/>
                <a:cxnLst>
                  <a:cxn ang="0">
                    <a:pos x="T0" y="T1"/>
                  </a:cxn>
                  <a:cxn ang="0">
                    <a:pos x="T2" y="T3"/>
                  </a:cxn>
                  <a:cxn ang="0">
                    <a:pos x="T4" y="T5"/>
                  </a:cxn>
                  <a:cxn ang="0">
                    <a:pos x="T6" y="T7"/>
                  </a:cxn>
                  <a:cxn ang="0">
                    <a:pos x="T8" y="T9"/>
                  </a:cxn>
                </a:cxnLst>
                <a:rect l="0" t="0" r="r" b="b"/>
                <a:pathLst>
                  <a:path w="3351" h="456">
                    <a:moveTo>
                      <a:pt x="3351" y="456"/>
                    </a:moveTo>
                    <a:lnTo>
                      <a:pt x="0" y="456"/>
                    </a:lnTo>
                    <a:lnTo>
                      <a:pt x="255" y="0"/>
                    </a:lnTo>
                    <a:lnTo>
                      <a:pt x="3091" y="0"/>
                    </a:lnTo>
                    <a:lnTo>
                      <a:pt x="3351" y="456"/>
                    </a:lnTo>
                    <a:close/>
                  </a:path>
                </a:pathLst>
              </a:custGeom>
              <a:grpFill/>
              <a:ln>
                <a:noFill/>
              </a:ln>
            </p:spPr>
            <p:txBody>
              <a:bodyPr vert="horz" wrap="square" lIns="182832" tIns="91416" rIns="182832" bIns="91416" numCol="1" anchor="t" anchorCtr="0" compatLnSpc="1">
                <a:prstTxWarp prst="textNoShape">
                  <a:avLst/>
                </a:prstTxWarp>
              </a:bodyPr>
              <a:lstStyle/>
              <a:p>
                <a:endParaRPr lang="en-US" sz="7198"/>
              </a:p>
            </p:txBody>
          </p:sp>
          <p:sp>
            <p:nvSpPr>
              <p:cNvPr id="14" name="Freeform 10">
                <a:extLst>
                  <a:ext uri="{FF2B5EF4-FFF2-40B4-BE49-F238E27FC236}">
                    <a16:creationId xmlns:a16="http://schemas.microsoft.com/office/drawing/2014/main" id="{C670B7AE-548C-60A4-E0E6-B2EF9E52528F}"/>
                  </a:ext>
                </a:extLst>
              </p:cNvPr>
              <p:cNvSpPr>
                <a:spLocks/>
              </p:cNvSpPr>
              <p:nvPr/>
            </p:nvSpPr>
            <p:spPr bwMode="auto">
              <a:xfrm>
                <a:off x="4687057" y="4552063"/>
                <a:ext cx="2815866" cy="459381"/>
              </a:xfrm>
              <a:custGeom>
                <a:avLst/>
                <a:gdLst>
                  <a:gd name="T0" fmla="*/ 2789 w 2789"/>
                  <a:gd name="T1" fmla="*/ 455 h 455"/>
                  <a:gd name="T2" fmla="*/ 0 w 2789"/>
                  <a:gd name="T3" fmla="*/ 455 h 455"/>
                  <a:gd name="T4" fmla="*/ 260 w 2789"/>
                  <a:gd name="T5" fmla="*/ 0 h 455"/>
                  <a:gd name="T6" fmla="*/ 2529 w 2789"/>
                  <a:gd name="T7" fmla="*/ 0 h 455"/>
                  <a:gd name="T8" fmla="*/ 2789 w 2789"/>
                  <a:gd name="T9" fmla="*/ 455 h 455"/>
                </a:gdLst>
                <a:ahLst/>
                <a:cxnLst>
                  <a:cxn ang="0">
                    <a:pos x="T0" y="T1"/>
                  </a:cxn>
                  <a:cxn ang="0">
                    <a:pos x="T2" y="T3"/>
                  </a:cxn>
                  <a:cxn ang="0">
                    <a:pos x="T4" y="T5"/>
                  </a:cxn>
                  <a:cxn ang="0">
                    <a:pos x="T6" y="T7"/>
                  </a:cxn>
                  <a:cxn ang="0">
                    <a:pos x="T8" y="T9"/>
                  </a:cxn>
                </a:cxnLst>
                <a:rect l="0" t="0" r="r" b="b"/>
                <a:pathLst>
                  <a:path w="2789" h="455">
                    <a:moveTo>
                      <a:pt x="2789" y="455"/>
                    </a:moveTo>
                    <a:lnTo>
                      <a:pt x="0" y="455"/>
                    </a:lnTo>
                    <a:lnTo>
                      <a:pt x="260" y="0"/>
                    </a:lnTo>
                    <a:lnTo>
                      <a:pt x="2529" y="0"/>
                    </a:lnTo>
                    <a:lnTo>
                      <a:pt x="2789" y="455"/>
                    </a:lnTo>
                    <a:close/>
                  </a:path>
                </a:pathLst>
              </a:custGeom>
              <a:grpFill/>
              <a:ln>
                <a:noFill/>
              </a:ln>
            </p:spPr>
            <p:txBody>
              <a:bodyPr vert="horz" wrap="square" lIns="182832" tIns="91416" rIns="182832" bIns="91416" numCol="1" anchor="t" anchorCtr="0" compatLnSpc="1">
                <a:prstTxWarp prst="textNoShape">
                  <a:avLst/>
                </a:prstTxWarp>
              </a:bodyPr>
              <a:lstStyle/>
              <a:p>
                <a:endParaRPr lang="en-US" sz="7198"/>
              </a:p>
            </p:txBody>
          </p:sp>
          <p:sp>
            <p:nvSpPr>
              <p:cNvPr id="15" name="Freeform 11">
                <a:extLst>
                  <a:ext uri="{FF2B5EF4-FFF2-40B4-BE49-F238E27FC236}">
                    <a16:creationId xmlns:a16="http://schemas.microsoft.com/office/drawing/2014/main" id="{115BE0AB-32C1-4A42-8676-7301E2F370AE}"/>
                  </a:ext>
                </a:extLst>
              </p:cNvPr>
              <p:cNvSpPr>
                <a:spLocks/>
              </p:cNvSpPr>
              <p:nvPr/>
            </p:nvSpPr>
            <p:spPr bwMode="auto">
              <a:xfrm>
                <a:off x="4971774" y="4051287"/>
                <a:ext cx="2244414" cy="459381"/>
              </a:xfrm>
              <a:custGeom>
                <a:avLst/>
                <a:gdLst>
                  <a:gd name="T0" fmla="*/ 2223 w 2223"/>
                  <a:gd name="T1" fmla="*/ 455 h 455"/>
                  <a:gd name="T2" fmla="*/ 0 w 2223"/>
                  <a:gd name="T3" fmla="*/ 455 h 455"/>
                  <a:gd name="T4" fmla="*/ 260 w 2223"/>
                  <a:gd name="T5" fmla="*/ 0 h 455"/>
                  <a:gd name="T6" fmla="*/ 1963 w 2223"/>
                  <a:gd name="T7" fmla="*/ 0 h 455"/>
                  <a:gd name="T8" fmla="*/ 2223 w 2223"/>
                  <a:gd name="T9" fmla="*/ 455 h 455"/>
                </a:gdLst>
                <a:ahLst/>
                <a:cxnLst>
                  <a:cxn ang="0">
                    <a:pos x="T0" y="T1"/>
                  </a:cxn>
                  <a:cxn ang="0">
                    <a:pos x="T2" y="T3"/>
                  </a:cxn>
                  <a:cxn ang="0">
                    <a:pos x="T4" y="T5"/>
                  </a:cxn>
                  <a:cxn ang="0">
                    <a:pos x="T6" y="T7"/>
                  </a:cxn>
                  <a:cxn ang="0">
                    <a:pos x="T8" y="T9"/>
                  </a:cxn>
                </a:cxnLst>
                <a:rect l="0" t="0" r="r" b="b"/>
                <a:pathLst>
                  <a:path w="2223" h="455">
                    <a:moveTo>
                      <a:pt x="2223" y="455"/>
                    </a:moveTo>
                    <a:lnTo>
                      <a:pt x="0" y="455"/>
                    </a:lnTo>
                    <a:lnTo>
                      <a:pt x="260" y="0"/>
                    </a:lnTo>
                    <a:lnTo>
                      <a:pt x="1963" y="0"/>
                    </a:lnTo>
                    <a:lnTo>
                      <a:pt x="2223" y="455"/>
                    </a:lnTo>
                    <a:close/>
                  </a:path>
                </a:pathLst>
              </a:custGeom>
              <a:grpFill/>
              <a:ln>
                <a:noFill/>
              </a:ln>
            </p:spPr>
            <p:txBody>
              <a:bodyPr vert="horz" wrap="square" lIns="182832" tIns="91416" rIns="182832" bIns="91416" numCol="1" anchor="t" anchorCtr="0" compatLnSpc="1">
                <a:prstTxWarp prst="textNoShape">
                  <a:avLst/>
                </a:prstTxWarp>
              </a:bodyPr>
              <a:lstStyle/>
              <a:p>
                <a:endParaRPr lang="en-US" sz="7198"/>
              </a:p>
            </p:txBody>
          </p:sp>
          <p:sp>
            <p:nvSpPr>
              <p:cNvPr id="16" name="Freeform 12">
                <a:extLst>
                  <a:ext uri="{FF2B5EF4-FFF2-40B4-BE49-F238E27FC236}">
                    <a16:creationId xmlns:a16="http://schemas.microsoft.com/office/drawing/2014/main" id="{0E7A8487-53ED-282C-8B71-F3EE8F5B48A5}"/>
                  </a:ext>
                </a:extLst>
              </p:cNvPr>
              <p:cNvSpPr>
                <a:spLocks/>
              </p:cNvSpPr>
              <p:nvPr/>
            </p:nvSpPr>
            <p:spPr bwMode="auto">
              <a:xfrm>
                <a:off x="5258510" y="3546472"/>
                <a:ext cx="1669933" cy="460391"/>
              </a:xfrm>
              <a:custGeom>
                <a:avLst/>
                <a:gdLst>
                  <a:gd name="T0" fmla="*/ 1654 w 1654"/>
                  <a:gd name="T1" fmla="*/ 456 h 456"/>
                  <a:gd name="T2" fmla="*/ 0 w 1654"/>
                  <a:gd name="T3" fmla="*/ 456 h 456"/>
                  <a:gd name="T4" fmla="*/ 260 w 1654"/>
                  <a:gd name="T5" fmla="*/ 0 h 456"/>
                  <a:gd name="T6" fmla="*/ 1394 w 1654"/>
                  <a:gd name="T7" fmla="*/ 0 h 456"/>
                  <a:gd name="T8" fmla="*/ 1654 w 1654"/>
                  <a:gd name="T9" fmla="*/ 456 h 456"/>
                </a:gdLst>
                <a:ahLst/>
                <a:cxnLst>
                  <a:cxn ang="0">
                    <a:pos x="T0" y="T1"/>
                  </a:cxn>
                  <a:cxn ang="0">
                    <a:pos x="T2" y="T3"/>
                  </a:cxn>
                  <a:cxn ang="0">
                    <a:pos x="T4" y="T5"/>
                  </a:cxn>
                  <a:cxn ang="0">
                    <a:pos x="T6" y="T7"/>
                  </a:cxn>
                  <a:cxn ang="0">
                    <a:pos x="T8" y="T9"/>
                  </a:cxn>
                </a:cxnLst>
                <a:rect l="0" t="0" r="r" b="b"/>
                <a:pathLst>
                  <a:path w="1654" h="456">
                    <a:moveTo>
                      <a:pt x="1654" y="456"/>
                    </a:moveTo>
                    <a:lnTo>
                      <a:pt x="0" y="456"/>
                    </a:lnTo>
                    <a:lnTo>
                      <a:pt x="260" y="0"/>
                    </a:lnTo>
                    <a:lnTo>
                      <a:pt x="1394" y="0"/>
                    </a:lnTo>
                    <a:lnTo>
                      <a:pt x="1654" y="456"/>
                    </a:lnTo>
                    <a:close/>
                  </a:path>
                </a:pathLst>
              </a:custGeom>
              <a:grpFill/>
              <a:ln>
                <a:noFill/>
              </a:ln>
            </p:spPr>
            <p:txBody>
              <a:bodyPr vert="horz" wrap="square" lIns="182832" tIns="91416" rIns="182832" bIns="91416" numCol="1" anchor="t" anchorCtr="0" compatLnSpc="1">
                <a:prstTxWarp prst="textNoShape">
                  <a:avLst/>
                </a:prstTxWarp>
              </a:bodyPr>
              <a:lstStyle/>
              <a:p>
                <a:endParaRPr lang="en-US" sz="7198"/>
              </a:p>
            </p:txBody>
          </p:sp>
          <p:sp>
            <p:nvSpPr>
              <p:cNvPr id="17" name="Freeform 13">
                <a:extLst>
                  <a:ext uri="{FF2B5EF4-FFF2-40B4-BE49-F238E27FC236}">
                    <a16:creationId xmlns:a16="http://schemas.microsoft.com/office/drawing/2014/main" id="{5CEDFD9E-A056-B773-650C-552F49AB104B}"/>
                  </a:ext>
                </a:extLst>
              </p:cNvPr>
              <p:cNvSpPr>
                <a:spLocks/>
              </p:cNvSpPr>
              <p:nvPr/>
            </p:nvSpPr>
            <p:spPr bwMode="auto">
              <a:xfrm>
                <a:off x="5546255" y="3045695"/>
                <a:ext cx="1097471" cy="459381"/>
              </a:xfrm>
              <a:custGeom>
                <a:avLst/>
                <a:gdLst>
                  <a:gd name="T0" fmla="*/ 1087 w 1087"/>
                  <a:gd name="T1" fmla="*/ 455 h 455"/>
                  <a:gd name="T2" fmla="*/ 0 w 1087"/>
                  <a:gd name="T3" fmla="*/ 455 h 455"/>
                  <a:gd name="T4" fmla="*/ 260 w 1087"/>
                  <a:gd name="T5" fmla="*/ 0 h 455"/>
                  <a:gd name="T6" fmla="*/ 827 w 1087"/>
                  <a:gd name="T7" fmla="*/ 0 h 455"/>
                  <a:gd name="T8" fmla="*/ 1087 w 1087"/>
                  <a:gd name="T9" fmla="*/ 455 h 455"/>
                </a:gdLst>
                <a:ahLst/>
                <a:cxnLst>
                  <a:cxn ang="0">
                    <a:pos x="T0" y="T1"/>
                  </a:cxn>
                  <a:cxn ang="0">
                    <a:pos x="T2" y="T3"/>
                  </a:cxn>
                  <a:cxn ang="0">
                    <a:pos x="T4" y="T5"/>
                  </a:cxn>
                  <a:cxn ang="0">
                    <a:pos x="T6" y="T7"/>
                  </a:cxn>
                  <a:cxn ang="0">
                    <a:pos x="T8" y="T9"/>
                  </a:cxn>
                </a:cxnLst>
                <a:rect l="0" t="0" r="r" b="b"/>
                <a:pathLst>
                  <a:path w="1087" h="455">
                    <a:moveTo>
                      <a:pt x="1087" y="455"/>
                    </a:moveTo>
                    <a:lnTo>
                      <a:pt x="0" y="455"/>
                    </a:lnTo>
                    <a:lnTo>
                      <a:pt x="260" y="0"/>
                    </a:lnTo>
                    <a:lnTo>
                      <a:pt x="827" y="0"/>
                    </a:lnTo>
                    <a:lnTo>
                      <a:pt x="1087" y="455"/>
                    </a:lnTo>
                    <a:close/>
                  </a:path>
                </a:pathLst>
              </a:custGeom>
              <a:grpFill/>
              <a:ln>
                <a:noFill/>
              </a:ln>
            </p:spPr>
            <p:txBody>
              <a:bodyPr vert="horz" wrap="square" lIns="182832" tIns="91416" rIns="182832" bIns="91416" numCol="1" anchor="t" anchorCtr="0" compatLnSpc="1">
                <a:prstTxWarp prst="textNoShape">
                  <a:avLst/>
                </a:prstTxWarp>
              </a:bodyPr>
              <a:lstStyle/>
              <a:p>
                <a:endParaRPr lang="en-US" sz="7198"/>
              </a:p>
            </p:txBody>
          </p:sp>
          <p:sp>
            <p:nvSpPr>
              <p:cNvPr id="18" name="Freeform 14">
                <a:extLst>
                  <a:ext uri="{FF2B5EF4-FFF2-40B4-BE49-F238E27FC236}">
                    <a16:creationId xmlns:a16="http://schemas.microsoft.com/office/drawing/2014/main" id="{9E00EAAD-CB91-2C9F-61DB-E79E9A125566}"/>
                  </a:ext>
                </a:extLst>
              </p:cNvPr>
              <p:cNvSpPr>
                <a:spLocks/>
              </p:cNvSpPr>
              <p:nvPr/>
            </p:nvSpPr>
            <p:spPr bwMode="auto">
              <a:xfrm>
                <a:off x="5830971" y="2544919"/>
                <a:ext cx="525009" cy="459381"/>
              </a:xfrm>
              <a:custGeom>
                <a:avLst/>
                <a:gdLst>
                  <a:gd name="T0" fmla="*/ 520 w 520"/>
                  <a:gd name="T1" fmla="*/ 455 h 455"/>
                  <a:gd name="T2" fmla="*/ 0 w 520"/>
                  <a:gd name="T3" fmla="*/ 455 h 455"/>
                  <a:gd name="T4" fmla="*/ 260 w 520"/>
                  <a:gd name="T5" fmla="*/ 0 h 455"/>
                  <a:gd name="T6" fmla="*/ 520 w 520"/>
                  <a:gd name="T7" fmla="*/ 455 h 455"/>
                </a:gdLst>
                <a:ahLst/>
                <a:cxnLst>
                  <a:cxn ang="0">
                    <a:pos x="T0" y="T1"/>
                  </a:cxn>
                  <a:cxn ang="0">
                    <a:pos x="T2" y="T3"/>
                  </a:cxn>
                  <a:cxn ang="0">
                    <a:pos x="T4" y="T5"/>
                  </a:cxn>
                  <a:cxn ang="0">
                    <a:pos x="T6" y="T7"/>
                  </a:cxn>
                </a:cxnLst>
                <a:rect l="0" t="0" r="r" b="b"/>
                <a:pathLst>
                  <a:path w="520" h="455">
                    <a:moveTo>
                      <a:pt x="520" y="455"/>
                    </a:moveTo>
                    <a:lnTo>
                      <a:pt x="0" y="455"/>
                    </a:lnTo>
                    <a:lnTo>
                      <a:pt x="260" y="0"/>
                    </a:lnTo>
                    <a:lnTo>
                      <a:pt x="520" y="455"/>
                    </a:lnTo>
                    <a:close/>
                  </a:path>
                </a:pathLst>
              </a:custGeom>
              <a:grpFill/>
              <a:ln>
                <a:noFill/>
              </a:ln>
            </p:spPr>
            <p:txBody>
              <a:bodyPr vert="horz" wrap="square" lIns="182832" tIns="91416" rIns="182832" bIns="91416" numCol="1" anchor="t" anchorCtr="0" compatLnSpc="1">
                <a:prstTxWarp prst="textNoShape">
                  <a:avLst/>
                </a:prstTxWarp>
              </a:bodyPr>
              <a:lstStyle/>
              <a:p>
                <a:endParaRPr lang="en-US" sz="7198"/>
              </a:p>
            </p:txBody>
          </p:sp>
        </p:grpSp>
        <p:sp>
          <p:nvSpPr>
            <p:cNvPr id="48" name="Rectangle: Rounded Corners 47">
              <a:extLst>
                <a:ext uri="{FF2B5EF4-FFF2-40B4-BE49-F238E27FC236}">
                  <a16:creationId xmlns:a16="http://schemas.microsoft.com/office/drawing/2014/main" id="{C69BAC2C-2F23-4CB0-ECFD-3D9B3B86E6C8}"/>
                </a:ext>
              </a:extLst>
            </p:cNvPr>
            <p:cNvSpPr/>
            <p:nvPr/>
          </p:nvSpPr>
          <p:spPr>
            <a:xfrm>
              <a:off x="5318737" y="3449683"/>
              <a:ext cx="1544791" cy="1578427"/>
            </a:xfrm>
            <a:prstGeom prst="roundRect">
              <a:avLst>
                <a:gd name="adj" fmla="val 8395"/>
              </a:avLst>
            </a:prstGeom>
            <a:solidFill>
              <a:schemeClr val="accent5">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E7DDA520-465F-2997-EFFF-221165F8BFEF}"/>
                </a:ext>
              </a:extLst>
            </p:cNvPr>
            <p:cNvSpPr txBox="1"/>
            <p:nvPr/>
          </p:nvSpPr>
          <p:spPr>
            <a:xfrm>
              <a:off x="5738854" y="1951093"/>
              <a:ext cx="708848" cy="261610"/>
            </a:xfrm>
            <a:prstGeom prst="rect">
              <a:avLst/>
            </a:prstGeom>
            <a:noFill/>
          </p:spPr>
          <p:txBody>
            <a:bodyPr wrap="none" rtlCol="0">
              <a:spAutoFit/>
            </a:bodyPr>
            <a:lstStyle/>
            <a:p>
              <a:pPr algn="ctr"/>
              <a:r>
                <a:rPr lang="en-US" sz="1100" b="1"/>
                <a:t>Mission</a:t>
              </a:r>
            </a:p>
          </p:txBody>
        </p:sp>
        <p:sp>
          <p:nvSpPr>
            <p:cNvPr id="21" name="TextBox 20">
              <a:extLst>
                <a:ext uri="{FF2B5EF4-FFF2-40B4-BE49-F238E27FC236}">
                  <a16:creationId xmlns:a16="http://schemas.microsoft.com/office/drawing/2014/main" id="{0952B7CB-51FA-40CE-A43F-1792BF1D6B4A}"/>
                </a:ext>
              </a:extLst>
            </p:cNvPr>
            <p:cNvSpPr txBox="1"/>
            <p:nvPr/>
          </p:nvSpPr>
          <p:spPr>
            <a:xfrm>
              <a:off x="5696945" y="2429878"/>
              <a:ext cx="792663" cy="430887"/>
            </a:xfrm>
            <a:prstGeom prst="rect">
              <a:avLst/>
            </a:prstGeom>
            <a:noFill/>
          </p:spPr>
          <p:txBody>
            <a:bodyPr wrap="square" rtlCol="0">
              <a:spAutoFit/>
            </a:bodyPr>
            <a:lstStyle/>
            <a:p>
              <a:pPr algn="ctr"/>
              <a:r>
                <a:rPr lang="en-US" sz="1100" b="1"/>
                <a:t>Values &amp; Culture</a:t>
              </a:r>
            </a:p>
          </p:txBody>
        </p:sp>
        <p:sp>
          <p:nvSpPr>
            <p:cNvPr id="22" name="TextBox 21">
              <a:extLst>
                <a:ext uri="{FF2B5EF4-FFF2-40B4-BE49-F238E27FC236}">
                  <a16:creationId xmlns:a16="http://schemas.microsoft.com/office/drawing/2014/main" id="{865E246F-31D0-2D94-F51D-A1C1D8BA40C4}"/>
                </a:ext>
              </a:extLst>
            </p:cNvPr>
            <p:cNvSpPr txBox="1"/>
            <p:nvPr/>
          </p:nvSpPr>
          <p:spPr>
            <a:xfrm>
              <a:off x="5439482" y="3027907"/>
              <a:ext cx="1310856" cy="233826"/>
            </a:xfrm>
            <a:prstGeom prst="rect">
              <a:avLst/>
            </a:prstGeom>
            <a:noFill/>
          </p:spPr>
          <p:txBody>
            <a:bodyPr wrap="square" rtlCol="0">
              <a:spAutoFit/>
            </a:bodyPr>
            <a:lstStyle/>
            <a:p>
              <a:pPr algn="ctr"/>
              <a:r>
                <a:rPr lang="en-US" sz="1100" b="1"/>
                <a:t>Strategic Priorities</a:t>
              </a:r>
            </a:p>
          </p:txBody>
        </p:sp>
        <p:sp>
          <p:nvSpPr>
            <p:cNvPr id="23" name="TextBox 22">
              <a:extLst>
                <a:ext uri="{FF2B5EF4-FFF2-40B4-BE49-F238E27FC236}">
                  <a16:creationId xmlns:a16="http://schemas.microsoft.com/office/drawing/2014/main" id="{C0F2AE4B-06CE-52FF-2863-C4FE115AE948}"/>
                </a:ext>
              </a:extLst>
            </p:cNvPr>
            <p:cNvSpPr txBox="1"/>
            <p:nvPr/>
          </p:nvSpPr>
          <p:spPr>
            <a:xfrm>
              <a:off x="5644592" y="3594029"/>
              <a:ext cx="896399" cy="261610"/>
            </a:xfrm>
            <a:prstGeom prst="rect">
              <a:avLst/>
            </a:prstGeom>
            <a:noFill/>
          </p:spPr>
          <p:txBody>
            <a:bodyPr wrap="none" rtlCol="0">
              <a:spAutoFit/>
            </a:bodyPr>
            <a:lstStyle/>
            <a:p>
              <a:pPr algn="ctr"/>
              <a:r>
                <a:rPr lang="en-US" sz="1100" b="1"/>
                <a:t>Objectives</a:t>
              </a:r>
            </a:p>
          </p:txBody>
        </p:sp>
        <p:sp>
          <p:nvSpPr>
            <p:cNvPr id="24" name="TextBox 23">
              <a:extLst>
                <a:ext uri="{FF2B5EF4-FFF2-40B4-BE49-F238E27FC236}">
                  <a16:creationId xmlns:a16="http://schemas.microsoft.com/office/drawing/2014/main" id="{75C36B99-5D56-54CA-F888-211C7900CEFE}"/>
                </a:ext>
              </a:extLst>
            </p:cNvPr>
            <p:cNvSpPr txBox="1"/>
            <p:nvPr/>
          </p:nvSpPr>
          <p:spPr>
            <a:xfrm>
              <a:off x="5596991" y="4118081"/>
              <a:ext cx="992579" cy="261610"/>
            </a:xfrm>
            <a:prstGeom prst="rect">
              <a:avLst/>
            </a:prstGeom>
            <a:noFill/>
          </p:spPr>
          <p:txBody>
            <a:bodyPr wrap="none" rtlCol="0">
              <a:spAutoFit/>
            </a:bodyPr>
            <a:lstStyle/>
            <a:p>
              <a:pPr algn="ctr"/>
              <a:r>
                <a:rPr lang="en-US" sz="1100" b="1"/>
                <a:t>Key Results</a:t>
              </a:r>
            </a:p>
          </p:txBody>
        </p:sp>
        <p:sp>
          <p:nvSpPr>
            <p:cNvPr id="25" name="TextBox 24">
              <a:extLst>
                <a:ext uri="{FF2B5EF4-FFF2-40B4-BE49-F238E27FC236}">
                  <a16:creationId xmlns:a16="http://schemas.microsoft.com/office/drawing/2014/main" id="{8F729490-CF33-43AC-73A2-D3B0A7642938}"/>
                </a:ext>
              </a:extLst>
            </p:cNvPr>
            <p:cNvSpPr txBox="1"/>
            <p:nvPr/>
          </p:nvSpPr>
          <p:spPr>
            <a:xfrm>
              <a:off x="5490346" y="4576285"/>
              <a:ext cx="1196206" cy="430887"/>
            </a:xfrm>
            <a:prstGeom prst="rect">
              <a:avLst/>
            </a:prstGeom>
            <a:noFill/>
          </p:spPr>
          <p:txBody>
            <a:bodyPr wrap="square" rtlCol="0">
              <a:spAutoFit/>
            </a:bodyPr>
            <a:lstStyle/>
            <a:p>
              <a:pPr algn="ctr"/>
              <a:r>
                <a:rPr lang="en-US" sz="1100" b="1"/>
                <a:t>Key Activities &amp; Projects</a:t>
              </a:r>
            </a:p>
          </p:txBody>
        </p:sp>
        <p:cxnSp>
          <p:nvCxnSpPr>
            <p:cNvPr id="32" name="Connector: Elbow 31">
              <a:extLst>
                <a:ext uri="{FF2B5EF4-FFF2-40B4-BE49-F238E27FC236}">
                  <a16:creationId xmlns:a16="http://schemas.microsoft.com/office/drawing/2014/main" id="{9E1610EC-2ED7-9420-3961-E4831631467C}"/>
                </a:ext>
              </a:extLst>
            </p:cNvPr>
            <p:cNvCxnSpPr>
              <a:cxnSpLocks/>
              <a:stCxn id="16" idx="3"/>
              <a:endCxn id="15" idx="0"/>
            </p:cNvCxnSpPr>
            <p:nvPr/>
          </p:nvCxnSpPr>
          <p:spPr>
            <a:xfrm>
              <a:off x="6710502" y="2908663"/>
              <a:ext cx="593272" cy="1039585"/>
            </a:xfrm>
            <a:prstGeom prst="bentConnector3">
              <a:avLst>
                <a:gd name="adj1" fmla="val 138532"/>
              </a:avLst>
            </a:prstGeom>
            <a:ln w="9525">
              <a:solidFill>
                <a:schemeClr val="accent2">
                  <a:lumMod val="90000"/>
                </a:schemeClr>
              </a:solidFill>
              <a:prstDash val="lgDash"/>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1A0A3DCC-697A-F1DF-DE1D-888FC241C75D}"/>
                </a:ext>
              </a:extLst>
            </p:cNvPr>
            <p:cNvSpPr txBox="1"/>
            <p:nvPr/>
          </p:nvSpPr>
          <p:spPr>
            <a:xfrm>
              <a:off x="7161459" y="3310876"/>
              <a:ext cx="748923" cy="261610"/>
            </a:xfrm>
            <a:prstGeom prst="rect">
              <a:avLst/>
            </a:prstGeom>
            <a:solidFill>
              <a:schemeClr val="bg2"/>
            </a:solidFill>
          </p:spPr>
          <p:txBody>
            <a:bodyPr wrap="none" rtlCol="0">
              <a:spAutoFit/>
            </a:bodyPr>
            <a:lstStyle/>
            <a:p>
              <a:pPr algn="ctr"/>
              <a:r>
                <a:rPr lang="en-US" sz="1100" b="1"/>
                <a:t>Strategy</a:t>
              </a:r>
            </a:p>
          </p:txBody>
        </p:sp>
        <p:cxnSp>
          <p:nvCxnSpPr>
            <p:cNvPr id="35" name="Connector: Elbow 34">
              <a:extLst>
                <a:ext uri="{FF2B5EF4-FFF2-40B4-BE49-F238E27FC236}">
                  <a16:creationId xmlns:a16="http://schemas.microsoft.com/office/drawing/2014/main" id="{79804BD5-7F2A-F995-1227-1CE7BFD95686}"/>
                </a:ext>
              </a:extLst>
            </p:cNvPr>
            <p:cNvCxnSpPr>
              <a:cxnSpLocks/>
              <a:stCxn id="18" idx="2"/>
              <a:endCxn id="16" idx="1"/>
            </p:cNvCxnSpPr>
            <p:nvPr/>
          </p:nvCxnSpPr>
          <p:spPr>
            <a:xfrm flipH="1">
              <a:off x="5193028" y="1828800"/>
              <a:ext cx="900251" cy="1576251"/>
            </a:xfrm>
            <a:prstGeom prst="bentConnector3">
              <a:avLst>
                <a:gd name="adj1" fmla="val 142290"/>
              </a:avLst>
            </a:prstGeom>
            <a:ln w="9525">
              <a:solidFill>
                <a:schemeClr val="accent2">
                  <a:lumMod val="90000"/>
                </a:schemeClr>
              </a:solidFill>
              <a:prstDash val="lgDash"/>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B4388BD5-1952-D099-388F-5F8D1AFF6F56}"/>
                </a:ext>
              </a:extLst>
            </p:cNvPr>
            <p:cNvSpPr txBox="1"/>
            <p:nvPr/>
          </p:nvSpPr>
          <p:spPr>
            <a:xfrm>
              <a:off x="4440717" y="2414008"/>
              <a:ext cx="750526" cy="261610"/>
            </a:xfrm>
            <a:prstGeom prst="rect">
              <a:avLst/>
            </a:prstGeom>
            <a:solidFill>
              <a:schemeClr val="bg2"/>
            </a:solidFill>
          </p:spPr>
          <p:txBody>
            <a:bodyPr wrap="none" rtlCol="0">
              <a:spAutoFit/>
            </a:bodyPr>
            <a:lstStyle/>
            <a:p>
              <a:pPr algn="ctr"/>
              <a:r>
                <a:rPr lang="en-US" sz="1100" b="1"/>
                <a:t>Purpose</a:t>
              </a:r>
            </a:p>
          </p:txBody>
        </p:sp>
        <p:cxnSp>
          <p:nvCxnSpPr>
            <p:cNvPr id="43" name="Connector: Elbow 42">
              <a:extLst>
                <a:ext uri="{FF2B5EF4-FFF2-40B4-BE49-F238E27FC236}">
                  <a16:creationId xmlns:a16="http://schemas.microsoft.com/office/drawing/2014/main" id="{F9973617-B308-9AEE-ACEC-1BF45E57F1E8}"/>
                </a:ext>
              </a:extLst>
            </p:cNvPr>
            <p:cNvCxnSpPr>
              <a:cxnSpLocks/>
              <a:stCxn id="15" idx="2"/>
              <a:endCxn id="13" idx="1"/>
            </p:cNvCxnSpPr>
            <p:nvPr/>
          </p:nvCxnSpPr>
          <p:spPr>
            <a:xfrm flipH="1">
              <a:off x="4272093" y="3452949"/>
              <a:ext cx="894808" cy="1576251"/>
            </a:xfrm>
            <a:prstGeom prst="bentConnector3">
              <a:avLst>
                <a:gd name="adj1" fmla="val 118125"/>
              </a:avLst>
            </a:prstGeom>
            <a:ln w="9525">
              <a:solidFill>
                <a:schemeClr val="accent2">
                  <a:lumMod val="90000"/>
                </a:schemeClr>
              </a:solidFill>
              <a:prstDash val="lgDash"/>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B3921A99-659C-3163-6B80-E21DD8B5040F}"/>
                </a:ext>
              </a:extLst>
            </p:cNvPr>
            <p:cNvSpPr txBox="1"/>
            <p:nvPr/>
          </p:nvSpPr>
          <p:spPr>
            <a:xfrm>
              <a:off x="3688001" y="4109724"/>
              <a:ext cx="859531" cy="261610"/>
            </a:xfrm>
            <a:prstGeom prst="rect">
              <a:avLst/>
            </a:prstGeom>
            <a:solidFill>
              <a:schemeClr val="bg2"/>
            </a:solidFill>
          </p:spPr>
          <p:txBody>
            <a:bodyPr wrap="none" rtlCol="0">
              <a:spAutoFit/>
            </a:bodyPr>
            <a:lstStyle/>
            <a:p>
              <a:pPr algn="ctr"/>
              <a:r>
                <a:rPr lang="en-US" sz="1100" b="1"/>
                <a:t>Execution</a:t>
              </a:r>
            </a:p>
          </p:txBody>
        </p:sp>
      </p:grpSp>
      <p:sp>
        <p:nvSpPr>
          <p:cNvPr id="50" name="TextBox 49">
            <a:extLst>
              <a:ext uri="{FF2B5EF4-FFF2-40B4-BE49-F238E27FC236}">
                <a16:creationId xmlns:a16="http://schemas.microsoft.com/office/drawing/2014/main" id="{886D6C07-1CA7-02A7-D68C-D19207A467D3}"/>
              </a:ext>
            </a:extLst>
          </p:cNvPr>
          <p:cNvSpPr txBox="1"/>
          <p:nvPr/>
        </p:nvSpPr>
        <p:spPr>
          <a:xfrm>
            <a:off x="4152919" y="1418649"/>
            <a:ext cx="6767598" cy="307777"/>
          </a:xfrm>
          <a:prstGeom prst="rect">
            <a:avLst/>
          </a:prstGeom>
          <a:noFill/>
        </p:spPr>
        <p:txBody>
          <a:bodyPr wrap="square" rtlCol="0" anchor="ctr">
            <a:spAutoFit/>
          </a:bodyPr>
          <a:lstStyle/>
          <a:p>
            <a:r>
              <a:rPr lang="en-CA" sz="1400">
                <a:solidFill>
                  <a:schemeClr val="accent1"/>
                </a:solidFill>
              </a:rPr>
              <a:t>Double our market value by FY26 as a true hybrid cloud service provider</a:t>
            </a:r>
          </a:p>
        </p:txBody>
      </p:sp>
      <p:sp>
        <p:nvSpPr>
          <p:cNvPr id="51" name="TextBox 50">
            <a:extLst>
              <a:ext uri="{FF2B5EF4-FFF2-40B4-BE49-F238E27FC236}">
                <a16:creationId xmlns:a16="http://schemas.microsoft.com/office/drawing/2014/main" id="{AFDB1FDC-D42B-7B52-E481-D28C2633F17F}"/>
              </a:ext>
            </a:extLst>
          </p:cNvPr>
          <p:cNvSpPr txBox="1"/>
          <p:nvPr/>
        </p:nvSpPr>
        <p:spPr>
          <a:xfrm>
            <a:off x="4208225" y="2184241"/>
            <a:ext cx="8003426" cy="276999"/>
          </a:xfrm>
          <a:prstGeom prst="rect">
            <a:avLst/>
          </a:prstGeom>
          <a:noFill/>
        </p:spPr>
        <p:txBody>
          <a:bodyPr wrap="square" rtlCol="0">
            <a:spAutoFit/>
          </a:bodyPr>
          <a:lstStyle/>
          <a:p>
            <a:r>
              <a:rPr lang="en-US" sz="1200" dirty="0"/>
              <a:t>Help you run your cloud, your way — with the right platforms and right expertise, right when you need them </a:t>
            </a:r>
            <a:r>
              <a:rPr lang="en-US" sz="1200" dirty="0">
                <a:solidFill>
                  <a:srgbClr val="FF0000"/>
                </a:solidFill>
              </a:rPr>
              <a:t>*</a:t>
            </a:r>
            <a:endParaRPr lang="en-CA" sz="1200" dirty="0">
              <a:solidFill>
                <a:srgbClr val="FF0000"/>
              </a:solidFill>
            </a:endParaRPr>
          </a:p>
        </p:txBody>
      </p:sp>
      <p:sp>
        <p:nvSpPr>
          <p:cNvPr id="52" name="TextBox 51">
            <a:extLst>
              <a:ext uri="{FF2B5EF4-FFF2-40B4-BE49-F238E27FC236}">
                <a16:creationId xmlns:a16="http://schemas.microsoft.com/office/drawing/2014/main" id="{5EEF9AA1-9499-CF98-F45A-8BC3C2DFFC5D}"/>
              </a:ext>
            </a:extLst>
          </p:cNvPr>
          <p:cNvSpPr txBox="1"/>
          <p:nvPr/>
        </p:nvSpPr>
        <p:spPr>
          <a:xfrm>
            <a:off x="4552349" y="2669779"/>
            <a:ext cx="4796546" cy="461665"/>
          </a:xfrm>
          <a:prstGeom prst="rect">
            <a:avLst/>
          </a:prstGeom>
          <a:noFill/>
        </p:spPr>
        <p:txBody>
          <a:bodyPr wrap="square" rtlCol="0">
            <a:spAutoFit/>
          </a:bodyPr>
          <a:lstStyle/>
          <a:p>
            <a:r>
              <a:rPr lang="en-US" sz="1200" dirty="0"/>
              <a:t>People serving people | Progress over perfection | Better together | Follow the breadcrumbs… | Own your destiny</a:t>
            </a:r>
            <a:endParaRPr lang="en-CA" sz="1200" dirty="0"/>
          </a:p>
        </p:txBody>
      </p:sp>
      <p:sp>
        <p:nvSpPr>
          <p:cNvPr id="67" name="TextBox 66">
            <a:extLst>
              <a:ext uri="{FF2B5EF4-FFF2-40B4-BE49-F238E27FC236}">
                <a16:creationId xmlns:a16="http://schemas.microsoft.com/office/drawing/2014/main" id="{FCEF5F83-CDE6-03AA-AFCA-4170DAFA3A36}"/>
              </a:ext>
            </a:extLst>
          </p:cNvPr>
          <p:cNvSpPr txBox="1"/>
          <p:nvPr/>
        </p:nvSpPr>
        <p:spPr>
          <a:xfrm>
            <a:off x="5722445" y="3378397"/>
            <a:ext cx="4796545" cy="276999"/>
          </a:xfrm>
          <a:prstGeom prst="rect">
            <a:avLst/>
          </a:prstGeom>
          <a:noFill/>
        </p:spPr>
        <p:txBody>
          <a:bodyPr wrap="square" rtlCol="0">
            <a:spAutoFit/>
          </a:bodyPr>
          <a:lstStyle>
            <a:defPPr>
              <a:defRPr lang="en-US"/>
            </a:defPPr>
            <a:lvl1pPr>
              <a:defRPr sz="1200"/>
            </a:lvl1pPr>
          </a:lstStyle>
          <a:p>
            <a:r>
              <a:rPr lang="en-CA">
                <a:sym typeface="Wingdings" pitchFamily="2" charset="2"/>
              </a:rPr>
              <a:t>Market intimacy | Product differentiation | Operational excellence</a:t>
            </a:r>
            <a:endParaRPr lang="en-CA"/>
          </a:p>
        </p:txBody>
      </p:sp>
      <p:sp>
        <p:nvSpPr>
          <p:cNvPr id="74" name="TextBox 73">
            <a:extLst>
              <a:ext uri="{FF2B5EF4-FFF2-40B4-BE49-F238E27FC236}">
                <a16:creationId xmlns:a16="http://schemas.microsoft.com/office/drawing/2014/main" id="{63B6F128-D373-649A-763D-E1207FE3E811}"/>
              </a:ext>
            </a:extLst>
          </p:cNvPr>
          <p:cNvSpPr txBox="1"/>
          <p:nvPr/>
        </p:nvSpPr>
        <p:spPr>
          <a:xfrm>
            <a:off x="5891231" y="4325600"/>
            <a:ext cx="5012461" cy="276999"/>
          </a:xfrm>
          <a:prstGeom prst="rect">
            <a:avLst/>
          </a:prstGeom>
          <a:noFill/>
        </p:spPr>
        <p:txBody>
          <a:bodyPr wrap="square" rtlCol="0">
            <a:spAutoFit/>
          </a:bodyPr>
          <a:lstStyle>
            <a:defPPr>
              <a:defRPr lang="en-US"/>
            </a:defPPr>
            <a:lvl1pPr>
              <a:defRPr sz="1200"/>
            </a:lvl1pPr>
          </a:lstStyle>
          <a:p>
            <a:r>
              <a:rPr lang="en-CA" dirty="0">
                <a:sym typeface="Wingdings" pitchFamily="2" charset="2"/>
              </a:rPr>
              <a:t>Strategic goals – OKRs top level for </a:t>
            </a:r>
            <a:r>
              <a:rPr lang="en-CA" dirty="0" err="1">
                <a:sym typeface="Wingdings" pitchFamily="2" charset="2"/>
              </a:rPr>
              <a:t>Aptum</a:t>
            </a:r>
            <a:r>
              <a:rPr lang="en-CA" dirty="0">
                <a:sym typeface="Wingdings" pitchFamily="2" charset="2"/>
              </a:rPr>
              <a:t> and by Department</a:t>
            </a:r>
            <a:endParaRPr lang="en-CA" dirty="0"/>
          </a:p>
        </p:txBody>
      </p:sp>
      <p:sp>
        <p:nvSpPr>
          <p:cNvPr id="76" name="TextBox 75">
            <a:extLst>
              <a:ext uri="{FF2B5EF4-FFF2-40B4-BE49-F238E27FC236}">
                <a16:creationId xmlns:a16="http://schemas.microsoft.com/office/drawing/2014/main" id="{A7D6E341-AB2D-B4FD-CD9E-EA070BA3B88D}"/>
              </a:ext>
            </a:extLst>
          </p:cNvPr>
          <p:cNvSpPr txBox="1"/>
          <p:nvPr/>
        </p:nvSpPr>
        <p:spPr>
          <a:xfrm>
            <a:off x="6296395" y="5162352"/>
            <a:ext cx="5012461" cy="276999"/>
          </a:xfrm>
          <a:prstGeom prst="rect">
            <a:avLst/>
          </a:prstGeom>
          <a:noFill/>
        </p:spPr>
        <p:txBody>
          <a:bodyPr wrap="square" rtlCol="0">
            <a:spAutoFit/>
          </a:bodyPr>
          <a:lstStyle>
            <a:defPPr>
              <a:defRPr lang="en-US"/>
            </a:defPPr>
            <a:lvl1pPr>
              <a:defRPr sz="1200"/>
            </a:lvl1pPr>
          </a:lstStyle>
          <a:p>
            <a:r>
              <a:rPr lang="en-CA" dirty="0">
                <a:sym typeface="Wingdings" pitchFamily="2" charset="2"/>
              </a:rPr>
              <a:t>Strategic Projects – supporting activities and related roadmaps</a:t>
            </a:r>
            <a:endParaRPr lang="en-CA" dirty="0"/>
          </a:p>
        </p:txBody>
      </p:sp>
      <p:sp>
        <p:nvSpPr>
          <p:cNvPr id="3" name="TextBox 2">
            <a:extLst>
              <a:ext uri="{FF2B5EF4-FFF2-40B4-BE49-F238E27FC236}">
                <a16:creationId xmlns:a16="http://schemas.microsoft.com/office/drawing/2014/main" id="{971BD141-27C9-8E4C-0698-F1F2476E08E2}"/>
              </a:ext>
            </a:extLst>
          </p:cNvPr>
          <p:cNvSpPr txBox="1"/>
          <p:nvPr/>
        </p:nvSpPr>
        <p:spPr>
          <a:xfrm>
            <a:off x="4008128" y="6218008"/>
            <a:ext cx="8003426" cy="276999"/>
          </a:xfrm>
          <a:prstGeom prst="rect">
            <a:avLst/>
          </a:prstGeom>
          <a:noFill/>
        </p:spPr>
        <p:txBody>
          <a:bodyPr wrap="square" rtlCol="0">
            <a:spAutoFit/>
          </a:bodyPr>
          <a:lstStyle/>
          <a:p>
            <a:r>
              <a:rPr lang="en-US" sz="1200" dirty="0">
                <a:solidFill>
                  <a:srgbClr val="FF0000"/>
                </a:solidFill>
              </a:rPr>
              <a:t>*Unlock your cloud/AI journey with the right platform for the right workload, and the right expertise at the right time</a:t>
            </a:r>
            <a:endParaRPr lang="en-CA" sz="1200" dirty="0">
              <a:solidFill>
                <a:srgbClr val="FF0000"/>
              </a:solidFill>
            </a:endParaRPr>
          </a:p>
        </p:txBody>
      </p:sp>
    </p:spTree>
    <p:extLst>
      <p:ext uri="{BB962C8B-B14F-4D97-AF65-F5344CB8AC3E}">
        <p14:creationId xmlns:p14="http://schemas.microsoft.com/office/powerpoint/2010/main" val="2493328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FF9D1-6E34-C619-FC35-ADC0AF81BB35}"/>
              </a:ext>
            </a:extLst>
          </p:cNvPr>
          <p:cNvSpPr>
            <a:spLocks noGrp="1"/>
          </p:cNvSpPr>
          <p:nvPr>
            <p:ph type="title"/>
          </p:nvPr>
        </p:nvSpPr>
        <p:spPr/>
        <p:txBody>
          <a:bodyPr/>
          <a:lstStyle/>
          <a:p>
            <a:r>
              <a:rPr lang="en-US"/>
              <a:t>What is an OKR?</a:t>
            </a:r>
          </a:p>
        </p:txBody>
      </p:sp>
      <p:sp>
        <p:nvSpPr>
          <p:cNvPr id="3" name="Content Placeholder 2">
            <a:extLst>
              <a:ext uri="{FF2B5EF4-FFF2-40B4-BE49-F238E27FC236}">
                <a16:creationId xmlns:a16="http://schemas.microsoft.com/office/drawing/2014/main" id="{1210543A-31D1-79A0-8139-EBC7BA934B29}"/>
              </a:ext>
            </a:extLst>
          </p:cNvPr>
          <p:cNvSpPr>
            <a:spLocks noGrp="1"/>
          </p:cNvSpPr>
          <p:nvPr>
            <p:ph idx="1"/>
          </p:nvPr>
        </p:nvSpPr>
        <p:spPr/>
        <p:txBody>
          <a:bodyPr/>
          <a:lstStyle/>
          <a:p>
            <a:r>
              <a:rPr lang="en-US" sz="2000"/>
              <a:t>OKRs (Objectives and Key Results) are a goal-setting framework that helps organizations translate strategy into executable goals. By connecting company mission to measurable outcomes, OKRs create alignment across all levels while maintaining transparency and accountability in goal progression.</a:t>
            </a:r>
          </a:p>
          <a:p>
            <a:endParaRPr lang="en-US" sz="2000"/>
          </a:p>
          <a:p>
            <a:r>
              <a:rPr lang="en-US" sz="2000"/>
              <a:t>The framework's power lies in its simplicity and scalability. Objectives inspire teams by providing clear direction, while Key Results offer concrete metrics to track progress. This combination ensures teams remain focused on impactful work while having the flexibility to adjust tactics as needed, making OKRs particularly effective for fast-moving organizations seeking to drive meaningful results.</a:t>
            </a:r>
          </a:p>
          <a:p>
            <a:endParaRPr lang="en-US"/>
          </a:p>
        </p:txBody>
      </p:sp>
    </p:spTree>
    <p:extLst>
      <p:ext uri="{BB962C8B-B14F-4D97-AF65-F5344CB8AC3E}">
        <p14:creationId xmlns:p14="http://schemas.microsoft.com/office/powerpoint/2010/main" val="397643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32D9B-162D-5CF2-053F-30B67446D2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79239B-5B06-ACA7-222E-3E6C2F22D839}"/>
              </a:ext>
            </a:extLst>
          </p:cNvPr>
          <p:cNvSpPr>
            <a:spLocks noGrp="1"/>
          </p:cNvSpPr>
          <p:nvPr>
            <p:ph type="title"/>
          </p:nvPr>
        </p:nvSpPr>
        <p:spPr>
          <a:xfrm>
            <a:off x="510540" y="330419"/>
            <a:ext cx="11170919" cy="731520"/>
          </a:xfrm>
        </p:spPr>
        <p:txBody>
          <a:bodyPr/>
          <a:lstStyle/>
          <a:p>
            <a:r>
              <a:rPr lang="en-US"/>
              <a:t>OKRs – 3 Step Process</a:t>
            </a:r>
          </a:p>
        </p:txBody>
      </p:sp>
      <p:grpSp>
        <p:nvGrpSpPr>
          <p:cNvPr id="3" name="Group 2">
            <a:extLst>
              <a:ext uri="{FF2B5EF4-FFF2-40B4-BE49-F238E27FC236}">
                <a16:creationId xmlns:a16="http://schemas.microsoft.com/office/drawing/2014/main" id="{D6587287-8F35-FEEB-7A78-B2A7C6FA6884}"/>
              </a:ext>
            </a:extLst>
          </p:cNvPr>
          <p:cNvGrpSpPr>
            <a:grpSpLocks noChangeAspect="1"/>
          </p:cNvGrpSpPr>
          <p:nvPr/>
        </p:nvGrpSpPr>
        <p:grpSpPr>
          <a:xfrm>
            <a:off x="4156478" y="1677275"/>
            <a:ext cx="3931920" cy="3225753"/>
            <a:chOff x="2889206" y="4921253"/>
            <a:chExt cx="7619032" cy="6250648"/>
          </a:xfrm>
        </p:grpSpPr>
        <p:sp>
          <p:nvSpPr>
            <p:cNvPr id="4" name="Freeform 70">
              <a:extLst>
                <a:ext uri="{FF2B5EF4-FFF2-40B4-BE49-F238E27FC236}">
                  <a16:creationId xmlns:a16="http://schemas.microsoft.com/office/drawing/2014/main" id="{526C660B-8917-807E-DC59-66A1414C48DD}"/>
                </a:ext>
              </a:extLst>
            </p:cNvPr>
            <p:cNvSpPr>
              <a:spLocks noChangeArrowheads="1"/>
            </p:cNvSpPr>
            <p:nvPr/>
          </p:nvSpPr>
          <p:spPr bwMode="auto">
            <a:xfrm flipV="1">
              <a:off x="2889207" y="4921254"/>
              <a:ext cx="6250650" cy="6250647"/>
            </a:xfrm>
            <a:prstGeom prst="ellipse">
              <a:avLst/>
            </a:prstGeom>
            <a:solidFill>
              <a:schemeClr val="bg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599" b="0" i="0" u="none" strike="noStrike" kern="1200" cap="none" spc="0" normalizeH="0" baseline="0" noProof="0">
                <a:ln>
                  <a:noFill/>
                </a:ln>
                <a:solidFill>
                  <a:srgbClr val="101010"/>
                </a:solidFill>
                <a:effectLst/>
                <a:uLnTx/>
                <a:uFillTx/>
                <a:latin typeface="Poppins" pitchFamily="2" charset="77"/>
                <a:ea typeface="+mn-ea"/>
                <a:cs typeface="+mn-cs"/>
              </a:endParaRPr>
            </a:p>
          </p:txBody>
        </p:sp>
        <p:sp>
          <p:nvSpPr>
            <p:cNvPr id="5" name="Freeform 3">
              <a:extLst>
                <a:ext uri="{FF2B5EF4-FFF2-40B4-BE49-F238E27FC236}">
                  <a16:creationId xmlns:a16="http://schemas.microsoft.com/office/drawing/2014/main" id="{60F37FEE-27AC-0ADE-BE87-06D9B58A8919}"/>
                </a:ext>
              </a:extLst>
            </p:cNvPr>
            <p:cNvSpPr>
              <a:spLocks noChangeArrowheads="1"/>
            </p:cNvSpPr>
            <p:nvPr/>
          </p:nvSpPr>
          <p:spPr bwMode="auto">
            <a:xfrm flipV="1">
              <a:off x="2889206" y="4921253"/>
              <a:ext cx="6258717" cy="6250647"/>
            </a:xfrm>
            <a:custGeom>
              <a:avLst/>
              <a:gdLst>
                <a:gd name="connsiteX0" fmla="*/ 2130013 w 4250287"/>
                <a:gd name="connsiteY0" fmla="*/ 1417177 h 4250286"/>
                <a:gd name="connsiteX1" fmla="*/ 2838601 w 4250287"/>
                <a:gd name="connsiteY1" fmla="*/ 2124520 h 4250286"/>
                <a:gd name="connsiteX2" fmla="*/ 2130013 w 4250287"/>
                <a:gd name="connsiteY2" fmla="*/ 2833109 h 4250286"/>
                <a:gd name="connsiteX3" fmla="*/ 1422669 w 4250287"/>
                <a:gd name="connsiteY3" fmla="*/ 2124520 h 4250286"/>
                <a:gd name="connsiteX4" fmla="*/ 2130013 w 4250287"/>
                <a:gd name="connsiteY4" fmla="*/ 1417177 h 4250286"/>
                <a:gd name="connsiteX5" fmla="*/ 2124517 w 4250287"/>
                <a:gd name="connsiteY5" fmla="*/ 1061324 h 4250286"/>
                <a:gd name="connsiteX6" fmla="*/ 1062256 w 4250287"/>
                <a:gd name="connsiteY6" fmla="*/ 2124518 h 4250286"/>
                <a:gd name="connsiteX7" fmla="*/ 2124517 w 4250287"/>
                <a:gd name="connsiteY7" fmla="*/ 3187713 h 4250286"/>
                <a:gd name="connsiteX8" fmla="*/ 3186777 w 4250287"/>
                <a:gd name="connsiteY8" fmla="*/ 2124518 h 4250286"/>
                <a:gd name="connsiteX9" fmla="*/ 2124517 w 4250287"/>
                <a:gd name="connsiteY9" fmla="*/ 1061324 h 4250286"/>
                <a:gd name="connsiteX10" fmla="*/ 2124517 w 4250287"/>
                <a:gd name="connsiteY10" fmla="*/ 708587 h 4250286"/>
                <a:gd name="connsiteX11" fmla="*/ 3541693 w 4250287"/>
                <a:gd name="connsiteY11" fmla="*/ 2124518 h 4250286"/>
                <a:gd name="connsiteX12" fmla="*/ 2124517 w 4250287"/>
                <a:gd name="connsiteY12" fmla="*/ 3541696 h 4250286"/>
                <a:gd name="connsiteX13" fmla="*/ 708584 w 4250287"/>
                <a:gd name="connsiteY13" fmla="*/ 2124518 h 4250286"/>
                <a:gd name="connsiteX14" fmla="*/ 2124517 w 4250287"/>
                <a:gd name="connsiteY14" fmla="*/ 708587 h 4250286"/>
                <a:gd name="connsiteX15" fmla="*/ 2124521 w 4250287"/>
                <a:gd name="connsiteY15" fmla="*/ 355125 h 4250286"/>
                <a:gd name="connsiteX16" fmla="*/ 353672 w 4250287"/>
                <a:gd name="connsiteY16" fmla="*/ 2124520 h 4250286"/>
                <a:gd name="connsiteX17" fmla="*/ 2124521 w 4250287"/>
                <a:gd name="connsiteY17" fmla="*/ 3896407 h 4250286"/>
                <a:gd name="connsiteX18" fmla="*/ 3895371 w 4250287"/>
                <a:gd name="connsiteY18" fmla="*/ 2124520 h 4250286"/>
                <a:gd name="connsiteX19" fmla="*/ 2124521 w 4250287"/>
                <a:gd name="connsiteY19" fmla="*/ 355125 h 4250286"/>
                <a:gd name="connsiteX20" fmla="*/ 2124521 w 4250287"/>
                <a:gd name="connsiteY20" fmla="*/ 0 h 4250286"/>
                <a:gd name="connsiteX21" fmla="*/ 4250287 w 4250287"/>
                <a:gd name="connsiteY21" fmla="*/ 2124520 h 4250286"/>
                <a:gd name="connsiteX22" fmla="*/ 2124521 w 4250287"/>
                <a:gd name="connsiteY22" fmla="*/ 4250286 h 4250286"/>
                <a:gd name="connsiteX23" fmla="*/ 0 w 4250287"/>
                <a:gd name="connsiteY23" fmla="*/ 2124520 h 4250286"/>
                <a:gd name="connsiteX24" fmla="*/ 2124521 w 4250287"/>
                <a:gd name="connsiteY24" fmla="*/ 0 h 4250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50287" h="4250286">
                  <a:moveTo>
                    <a:pt x="2130013" y="1417177"/>
                  </a:moveTo>
                  <a:cubicBezTo>
                    <a:pt x="2521045" y="1417177"/>
                    <a:pt x="2838601" y="1733489"/>
                    <a:pt x="2838601" y="2124520"/>
                  </a:cubicBezTo>
                  <a:cubicBezTo>
                    <a:pt x="2838601" y="2515552"/>
                    <a:pt x="2521045" y="2833109"/>
                    <a:pt x="2130013" y="2833109"/>
                  </a:cubicBezTo>
                  <a:cubicBezTo>
                    <a:pt x="1738981" y="2833109"/>
                    <a:pt x="1422669" y="2515552"/>
                    <a:pt x="1422669" y="2124520"/>
                  </a:cubicBezTo>
                  <a:cubicBezTo>
                    <a:pt x="1422669" y="1733489"/>
                    <a:pt x="1738981" y="1417177"/>
                    <a:pt x="2130013" y="1417177"/>
                  </a:cubicBezTo>
                  <a:close/>
                  <a:moveTo>
                    <a:pt x="2124517" y="1061324"/>
                  </a:moveTo>
                  <a:cubicBezTo>
                    <a:pt x="1537969" y="1061324"/>
                    <a:pt x="1062256" y="1537455"/>
                    <a:pt x="1062256" y="2124518"/>
                  </a:cubicBezTo>
                  <a:cubicBezTo>
                    <a:pt x="1062256" y="2711581"/>
                    <a:pt x="1537969" y="3187713"/>
                    <a:pt x="2124517" y="3187713"/>
                  </a:cubicBezTo>
                  <a:cubicBezTo>
                    <a:pt x="2711063" y="3187713"/>
                    <a:pt x="3186777" y="2711581"/>
                    <a:pt x="3186777" y="2124518"/>
                  </a:cubicBezTo>
                  <a:cubicBezTo>
                    <a:pt x="3186777" y="1537455"/>
                    <a:pt x="2711063" y="1061324"/>
                    <a:pt x="2124517" y="1061324"/>
                  </a:cubicBezTo>
                  <a:close/>
                  <a:moveTo>
                    <a:pt x="2124517" y="708587"/>
                  </a:moveTo>
                  <a:cubicBezTo>
                    <a:pt x="2906579" y="708587"/>
                    <a:pt x="3541693" y="1341768"/>
                    <a:pt x="3541693" y="2124518"/>
                  </a:cubicBezTo>
                  <a:cubicBezTo>
                    <a:pt x="3541693" y="2908515"/>
                    <a:pt x="2906579" y="3541696"/>
                    <a:pt x="2124517" y="3541696"/>
                  </a:cubicBezTo>
                  <a:cubicBezTo>
                    <a:pt x="1342453" y="3541696"/>
                    <a:pt x="708584" y="2908515"/>
                    <a:pt x="708584" y="2124518"/>
                  </a:cubicBezTo>
                  <a:cubicBezTo>
                    <a:pt x="708584" y="1341768"/>
                    <a:pt x="1342453" y="708587"/>
                    <a:pt x="2124517" y="708587"/>
                  </a:cubicBezTo>
                  <a:close/>
                  <a:moveTo>
                    <a:pt x="2124521" y="355125"/>
                  </a:moveTo>
                  <a:cubicBezTo>
                    <a:pt x="1146943" y="355125"/>
                    <a:pt x="353672" y="1146369"/>
                    <a:pt x="353672" y="2124520"/>
                  </a:cubicBezTo>
                  <a:cubicBezTo>
                    <a:pt x="353672" y="3103918"/>
                    <a:pt x="1146943" y="3896407"/>
                    <a:pt x="2124521" y="3896407"/>
                  </a:cubicBezTo>
                  <a:cubicBezTo>
                    <a:pt x="3103345" y="3896407"/>
                    <a:pt x="3895371" y="3103918"/>
                    <a:pt x="3895371" y="2124520"/>
                  </a:cubicBezTo>
                  <a:cubicBezTo>
                    <a:pt x="3895371" y="1146369"/>
                    <a:pt x="3103345" y="355125"/>
                    <a:pt x="2124521" y="355125"/>
                  </a:cubicBezTo>
                  <a:close/>
                  <a:moveTo>
                    <a:pt x="2124521" y="0"/>
                  </a:moveTo>
                  <a:cubicBezTo>
                    <a:pt x="3298861" y="0"/>
                    <a:pt x="4250287" y="950738"/>
                    <a:pt x="4250287" y="2124520"/>
                  </a:cubicBezTo>
                  <a:cubicBezTo>
                    <a:pt x="4250287" y="3298302"/>
                    <a:pt x="3298861" y="4250286"/>
                    <a:pt x="2124521" y="4250286"/>
                  </a:cubicBezTo>
                  <a:cubicBezTo>
                    <a:pt x="951427" y="4250286"/>
                    <a:pt x="0" y="3298302"/>
                    <a:pt x="0" y="2124520"/>
                  </a:cubicBezTo>
                  <a:cubicBezTo>
                    <a:pt x="0" y="950738"/>
                    <a:pt x="951427" y="0"/>
                    <a:pt x="2124521" y="0"/>
                  </a:cubicBezTo>
                  <a:close/>
                </a:path>
              </a:pathLst>
            </a:custGeom>
            <a:solidFill>
              <a:schemeClr val="accent1">
                <a:lumMod val="40000"/>
                <a:lumOff val="60000"/>
              </a:schemeClr>
            </a:solidFill>
            <a:ln>
              <a:noFill/>
            </a:ln>
            <a:effectLst/>
          </p:spPr>
          <p:txBody>
            <a:bodyPr wrap="square"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599" b="0" i="0" u="none" strike="noStrike" kern="1200" cap="none" spc="0" normalizeH="0" baseline="0" noProof="0">
                <a:ln>
                  <a:noFill/>
                </a:ln>
                <a:solidFill>
                  <a:srgbClr val="101010"/>
                </a:solidFill>
                <a:effectLst/>
                <a:uLnTx/>
                <a:uFillTx/>
                <a:latin typeface="Poppins" pitchFamily="2" charset="77"/>
                <a:ea typeface="+mn-ea"/>
                <a:cs typeface="+mn-cs"/>
              </a:endParaRPr>
            </a:p>
          </p:txBody>
        </p:sp>
        <p:sp>
          <p:nvSpPr>
            <p:cNvPr id="6" name="Freeform 89">
              <a:extLst>
                <a:ext uri="{FF2B5EF4-FFF2-40B4-BE49-F238E27FC236}">
                  <a16:creationId xmlns:a16="http://schemas.microsoft.com/office/drawing/2014/main" id="{10D4203A-D57C-9812-C80D-133C5FB19B01}"/>
                </a:ext>
              </a:extLst>
            </p:cNvPr>
            <p:cNvSpPr>
              <a:spLocks noChangeArrowheads="1"/>
            </p:cNvSpPr>
            <p:nvPr/>
          </p:nvSpPr>
          <p:spPr bwMode="auto">
            <a:xfrm flipV="1">
              <a:off x="5591099" y="7623145"/>
              <a:ext cx="846865" cy="846865"/>
            </a:xfrm>
            <a:custGeom>
              <a:avLst/>
              <a:gdLst>
                <a:gd name="T0" fmla="*/ 461 w 462"/>
                <a:gd name="T1" fmla="*/ 231 h 463"/>
                <a:gd name="T2" fmla="*/ 461 w 462"/>
                <a:gd name="T3" fmla="*/ 231 h 463"/>
                <a:gd name="T4" fmla="*/ 230 w 462"/>
                <a:gd name="T5" fmla="*/ 462 h 463"/>
                <a:gd name="T6" fmla="*/ 230 w 462"/>
                <a:gd name="T7" fmla="*/ 462 h 463"/>
                <a:gd name="T8" fmla="*/ 0 w 462"/>
                <a:gd name="T9" fmla="*/ 231 h 463"/>
                <a:gd name="T10" fmla="*/ 0 w 462"/>
                <a:gd name="T11" fmla="*/ 231 h 463"/>
                <a:gd name="T12" fmla="*/ 230 w 462"/>
                <a:gd name="T13" fmla="*/ 0 h 463"/>
                <a:gd name="T14" fmla="*/ 230 w 462"/>
                <a:gd name="T15" fmla="*/ 0 h 463"/>
                <a:gd name="T16" fmla="*/ 461 w 462"/>
                <a:gd name="T17" fmla="*/ 231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2" h="463">
                  <a:moveTo>
                    <a:pt x="461" y="231"/>
                  </a:moveTo>
                  <a:lnTo>
                    <a:pt x="461" y="231"/>
                  </a:lnTo>
                  <a:cubicBezTo>
                    <a:pt x="461" y="359"/>
                    <a:pt x="358" y="462"/>
                    <a:pt x="230" y="462"/>
                  </a:cubicBezTo>
                  <a:lnTo>
                    <a:pt x="230" y="462"/>
                  </a:lnTo>
                  <a:cubicBezTo>
                    <a:pt x="103" y="462"/>
                    <a:pt x="0" y="359"/>
                    <a:pt x="0" y="231"/>
                  </a:cubicBezTo>
                  <a:lnTo>
                    <a:pt x="0" y="231"/>
                  </a:lnTo>
                  <a:cubicBezTo>
                    <a:pt x="0" y="104"/>
                    <a:pt x="103" y="0"/>
                    <a:pt x="230" y="0"/>
                  </a:cubicBezTo>
                  <a:lnTo>
                    <a:pt x="230" y="0"/>
                  </a:lnTo>
                  <a:cubicBezTo>
                    <a:pt x="358" y="0"/>
                    <a:pt x="461" y="104"/>
                    <a:pt x="461" y="231"/>
                  </a:cubicBezTo>
                </a:path>
              </a:pathLst>
            </a:custGeom>
            <a:solidFill>
              <a:schemeClr val="accent1">
                <a:lumMod val="50000"/>
                <a:alpha val="30000"/>
              </a:schemeClr>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599" b="0" i="0" u="none" strike="noStrike" kern="1200" cap="none" spc="0" normalizeH="0" baseline="0" noProof="0">
                <a:ln>
                  <a:noFill/>
                </a:ln>
                <a:solidFill>
                  <a:srgbClr val="101010"/>
                </a:solidFill>
                <a:effectLst/>
                <a:uLnTx/>
                <a:uFillTx/>
                <a:latin typeface="Poppins" pitchFamily="2" charset="77"/>
                <a:ea typeface="+mn-ea"/>
                <a:cs typeface="+mn-cs"/>
              </a:endParaRPr>
            </a:p>
          </p:txBody>
        </p:sp>
        <p:sp>
          <p:nvSpPr>
            <p:cNvPr id="7" name="Freeform 90">
              <a:extLst>
                <a:ext uri="{FF2B5EF4-FFF2-40B4-BE49-F238E27FC236}">
                  <a16:creationId xmlns:a16="http://schemas.microsoft.com/office/drawing/2014/main" id="{36E23319-C39A-8D6C-1CDB-004C2AF82376}"/>
                </a:ext>
              </a:extLst>
            </p:cNvPr>
            <p:cNvSpPr>
              <a:spLocks noChangeArrowheads="1"/>
            </p:cNvSpPr>
            <p:nvPr/>
          </p:nvSpPr>
          <p:spPr bwMode="auto">
            <a:xfrm flipV="1">
              <a:off x="5954048" y="5872961"/>
              <a:ext cx="4210117" cy="2234101"/>
            </a:xfrm>
            <a:custGeom>
              <a:avLst/>
              <a:gdLst>
                <a:gd name="T0" fmla="*/ 2240 w 2301"/>
                <a:gd name="T1" fmla="*/ 1209 h 1220"/>
                <a:gd name="T2" fmla="*/ 25 w 2301"/>
                <a:gd name="T3" fmla="*/ 76 h 1220"/>
                <a:gd name="T4" fmla="*/ 25 w 2301"/>
                <a:gd name="T5" fmla="*/ 76 h 1220"/>
                <a:gd name="T6" fmla="*/ 9 w 2301"/>
                <a:gd name="T7" fmla="*/ 26 h 1220"/>
                <a:gd name="T8" fmla="*/ 9 w 2301"/>
                <a:gd name="T9" fmla="*/ 26 h 1220"/>
                <a:gd name="T10" fmla="*/ 59 w 2301"/>
                <a:gd name="T11" fmla="*/ 10 h 1220"/>
                <a:gd name="T12" fmla="*/ 2274 w 2301"/>
                <a:gd name="T13" fmla="*/ 1143 h 1220"/>
                <a:gd name="T14" fmla="*/ 2274 w 2301"/>
                <a:gd name="T15" fmla="*/ 1143 h 1220"/>
                <a:gd name="T16" fmla="*/ 2290 w 2301"/>
                <a:gd name="T17" fmla="*/ 1193 h 1220"/>
                <a:gd name="T18" fmla="*/ 2290 w 2301"/>
                <a:gd name="T19" fmla="*/ 1193 h 1220"/>
                <a:gd name="T20" fmla="*/ 2240 w 2301"/>
                <a:gd name="T21" fmla="*/ 1209 h 1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01" h="1220">
                  <a:moveTo>
                    <a:pt x="2240" y="1209"/>
                  </a:moveTo>
                  <a:lnTo>
                    <a:pt x="25" y="76"/>
                  </a:lnTo>
                  <a:lnTo>
                    <a:pt x="25" y="76"/>
                  </a:lnTo>
                  <a:cubicBezTo>
                    <a:pt x="7" y="66"/>
                    <a:pt x="0" y="44"/>
                    <a:pt x="9" y="26"/>
                  </a:cubicBezTo>
                  <a:lnTo>
                    <a:pt x="9" y="26"/>
                  </a:lnTo>
                  <a:cubicBezTo>
                    <a:pt x="18" y="8"/>
                    <a:pt x="41" y="0"/>
                    <a:pt x="59" y="10"/>
                  </a:cubicBezTo>
                  <a:lnTo>
                    <a:pt x="2274" y="1143"/>
                  </a:lnTo>
                  <a:lnTo>
                    <a:pt x="2274" y="1143"/>
                  </a:lnTo>
                  <a:cubicBezTo>
                    <a:pt x="2292" y="1153"/>
                    <a:pt x="2300" y="1175"/>
                    <a:pt x="2290" y="1193"/>
                  </a:cubicBezTo>
                  <a:lnTo>
                    <a:pt x="2290" y="1193"/>
                  </a:lnTo>
                  <a:cubicBezTo>
                    <a:pt x="2281" y="1212"/>
                    <a:pt x="2259" y="1219"/>
                    <a:pt x="2240" y="1209"/>
                  </a:cubicBezTo>
                </a:path>
              </a:pathLst>
            </a:custGeom>
            <a:solidFill>
              <a:schemeClr val="accent6"/>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599" b="0" i="0" u="none" strike="noStrike" kern="1200" cap="none" spc="0" normalizeH="0" baseline="0" noProof="0">
                <a:ln>
                  <a:noFill/>
                </a:ln>
                <a:solidFill>
                  <a:srgbClr val="101010"/>
                </a:solidFill>
                <a:effectLst/>
                <a:uLnTx/>
                <a:uFillTx/>
                <a:latin typeface="Poppins" pitchFamily="2" charset="77"/>
                <a:ea typeface="+mn-ea"/>
                <a:cs typeface="+mn-cs"/>
              </a:endParaRPr>
            </a:p>
          </p:txBody>
        </p:sp>
        <p:sp>
          <p:nvSpPr>
            <p:cNvPr id="8" name="Freeform 6">
              <a:extLst>
                <a:ext uri="{FF2B5EF4-FFF2-40B4-BE49-F238E27FC236}">
                  <a16:creationId xmlns:a16="http://schemas.microsoft.com/office/drawing/2014/main" id="{9838DD7A-F1A1-DB38-66F6-54AF5A0FF2D4}"/>
                </a:ext>
              </a:extLst>
            </p:cNvPr>
            <p:cNvSpPr>
              <a:spLocks noChangeArrowheads="1"/>
            </p:cNvSpPr>
            <p:nvPr/>
          </p:nvSpPr>
          <p:spPr bwMode="auto">
            <a:xfrm flipV="1">
              <a:off x="9147924" y="5446329"/>
              <a:ext cx="1360314" cy="1192838"/>
            </a:xfrm>
            <a:custGeom>
              <a:avLst/>
              <a:gdLst>
                <a:gd name="connsiteX0" fmla="*/ 0 w 926446"/>
                <a:gd name="connsiteY0" fmla="*/ 192251 h 812386"/>
                <a:gd name="connsiteX1" fmla="*/ 576610 w 926446"/>
                <a:gd name="connsiteY1" fmla="*/ 489197 h 812386"/>
                <a:gd name="connsiteX2" fmla="*/ 651172 w 926446"/>
                <a:gd name="connsiteY2" fmla="*/ 812234 h 812386"/>
                <a:gd name="connsiteX3" fmla="*/ 461040 w 926446"/>
                <a:gd name="connsiteY3" fmla="*/ 699171 h 812386"/>
                <a:gd name="connsiteX4" fmla="*/ 197588 w 926446"/>
                <a:gd name="connsiteY4" fmla="*/ 387316 h 812386"/>
                <a:gd name="connsiteX5" fmla="*/ 218714 w 926446"/>
                <a:gd name="connsiteY5" fmla="*/ 560016 h 812386"/>
                <a:gd name="connsiteX6" fmla="*/ 69590 w 926446"/>
                <a:gd name="connsiteY6" fmla="*/ 476772 h 812386"/>
                <a:gd name="connsiteX7" fmla="*/ 311928 w 926446"/>
                <a:gd name="connsiteY7" fmla="*/ 0 h 812386"/>
                <a:gd name="connsiteX8" fmla="*/ 466772 w 926446"/>
                <a:gd name="connsiteY8" fmla="*/ 72097 h 812386"/>
                <a:gd name="connsiteX9" fmla="*/ 313176 w 926446"/>
                <a:gd name="connsiteY9" fmla="*/ 156624 h 812386"/>
                <a:gd name="connsiteX10" fmla="*/ 722764 w 926446"/>
                <a:gd name="connsiteY10" fmla="*/ 186457 h 812386"/>
                <a:gd name="connsiteX11" fmla="*/ 926310 w 926446"/>
                <a:gd name="connsiteY11" fmla="*/ 275957 h 812386"/>
                <a:gd name="connsiteX12" fmla="*/ 619118 w 926446"/>
                <a:gd name="connsiteY12" fmla="*/ 405234 h 812386"/>
                <a:gd name="connsiteX13" fmla="*/ 38452 w 926446"/>
                <a:gd name="connsiteY13" fmla="*/ 109388 h 812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26446" h="812386">
                  <a:moveTo>
                    <a:pt x="0" y="192251"/>
                  </a:moveTo>
                  <a:lnTo>
                    <a:pt x="576610" y="489197"/>
                  </a:lnTo>
                  <a:cubicBezTo>
                    <a:pt x="581582" y="509076"/>
                    <a:pt x="648688" y="806021"/>
                    <a:pt x="651172" y="812234"/>
                  </a:cubicBezTo>
                  <a:cubicBezTo>
                    <a:pt x="652416" y="817204"/>
                    <a:pt x="461040" y="699171"/>
                    <a:pt x="461040" y="699171"/>
                  </a:cubicBezTo>
                  <a:lnTo>
                    <a:pt x="197588" y="387316"/>
                  </a:lnTo>
                  <a:lnTo>
                    <a:pt x="218714" y="560016"/>
                  </a:lnTo>
                  <a:lnTo>
                    <a:pt x="69590" y="476772"/>
                  </a:lnTo>
                  <a:close/>
                  <a:moveTo>
                    <a:pt x="311928" y="0"/>
                  </a:moveTo>
                  <a:lnTo>
                    <a:pt x="466772" y="72097"/>
                  </a:lnTo>
                  <a:lnTo>
                    <a:pt x="313176" y="156624"/>
                  </a:lnTo>
                  <a:lnTo>
                    <a:pt x="722764" y="186457"/>
                  </a:lnTo>
                  <a:cubicBezTo>
                    <a:pt x="722764" y="186457"/>
                    <a:pt x="932554" y="274714"/>
                    <a:pt x="926310" y="275957"/>
                  </a:cubicBezTo>
                  <a:cubicBezTo>
                    <a:pt x="921314" y="277200"/>
                    <a:pt x="639098" y="396533"/>
                    <a:pt x="619118" y="405234"/>
                  </a:cubicBezTo>
                  <a:lnTo>
                    <a:pt x="38452" y="109388"/>
                  </a:lnTo>
                  <a:close/>
                </a:path>
              </a:pathLst>
            </a:custGeom>
            <a:solidFill>
              <a:schemeClr val="accent6"/>
            </a:solidFill>
            <a:ln>
              <a:noFill/>
            </a:ln>
            <a:effectLst/>
          </p:spPr>
          <p:txBody>
            <a:bodyPr wrap="square"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599" b="0" i="0" u="none" strike="noStrike" kern="1200" cap="none" spc="0" normalizeH="0" baseline="0" noProof="0">
                <a:ln>
                  <a:noFill/>
                </a:ln>
                <a:solidFill>
                  <a:srgbClr val="101010"/>
                </a:solidFill>
                <a:effectLst/>
                <a:uLnTx/>
                <a:uFillTx/>
                <a:latin typeface="Poppins" pitchFamily="2" charset="77"/>
                <a:ea typeface="+mn-ea"/>
                <a:cs typeface="+mn-cs"/>
              </a:endParaRPr>
            </a:p>
          </p:txBody>
        </p:sp>
      </p:grpSp>
      <p:sp>
        <p:nvSpPr>
          <p:cNvPr id="11" name="TextBox 10">
            <a:extLst>
              <a:ext uri="{FF2B5EF4-FFF2-40B4-BE49-F238E27FC236}">
                <a16:creationId xmlns:a16="http://schemas.microsoft.com/office/drawing/2014/main" id="{85EF63E6-67E5-E774-C025-3949D46506AE}"/>
              </a:ext>
            </a:extLst>
          </p:cNvPr>
          <p:cNvSpPr txBox="1"/>
          <p:nvPr/>
        </p:nvSpPr>
        <p:spPr>
          <a:xfrm>
            <a:off x="1239417" y="1560557"/>
            <a:ext cx="2379309" cy="1308050"/>
          </a:xfrm>
          <a:prstGeom prst="rect">
            <a:avLst/>
          </a:prstGeom>
          <a:noFill/>
        </p:spPr>
        <p:txBody>
          <a:bodyPr wrap="square" lIns="91440" tIns="91440" rIns="91440" bIns="91440" rtlCol="0">
            <a:spAutoFit/>
          </a:bodyPr>
          <a:lstStyle/>
          <a:p>
            <a:pPr marL="0" marR="0" lvl="0" indent="0" algn="l" defTabSz="914400" rtl="0" eaLnBrk="1" fontAlgn="auto" latinLnBrk="0" hangingPunct="1">
              <a:lnSpc>
                <a:spcPct val="100000"/>
              </a:lnSpc>
              <a:spcBef>
                <a:spcPts val="0"/>
              </a:spcBef>
              <a:spcAft>
                <a:spcPts val="600"/>
              </a:spcAft>
              <a:buClr>
                <a:srgbClr val="101010"/>
              </a:buClr>
              <a:buSzPts val="1000"/>
              <a:buFontTx/>
              <a:buNone/>
              <a:tabLst/>
              <a:defRPr/>
            </a:pPr>
            <a:r>
              <a:rPr kumimoji="0" lang="en-US" sz="1600" i="0" u="none" strike="noStrike" kern="1200" cap="none" spc="0" normalizeH="0" baseline="0" noProof="0">
                <a:ln>
                  <a:noFill/>
                </a:ln>
                <a:solidFill>
                  <a:srgbClr val="7D7AE8"/>
                </a:solidFill>
                <a:effectLst/>
                <a:uLnTx/>
                <a:uFillTx/>
                <a:latin typeface="Arial"/>
                <a:ea typeface="+mn-ea"/>
                <a:cs typeface="+mn-cs"/>
                <a:sym typeface="Montserrat"/>
              </a:rPr>
              <a:t>Objective (GOALS)</a:t>
            </a:r>
          </a:p>
          <a:p>
            <a:pPr marL="0" marR="0" lvl="0" indent="0" algn="l" defTabSz="914400" rtl="0" eaLnBrk="1" fontAlgn="auto" latinLnBrk="0" hangingPunct="1">
              <a:lnSpc>
                <a:spcPct val="100000"/>
              </a:lnSpc>
              <a:spcBef>
                <a:spcPts val="0"/>
              </a:spcBef>
              <a:spcAft>
                <a:spcPts val="600"/>
              </a:spcAft>
              <a:buClr>
                <a:srgbClr val="101010"/>
              </a:buClr>
              <a:buSzPts val="1000"/>
              <a:buFontTx/>
              <a:buNone/>
              <a:tabLst/>
              <a:defRPr/>
            </a:pPr>
            <a:r>
              <a:rPr kumimoji="0" lang="en-US" sz="1300" b="0" i="0" u="none" strike="noStrike" kern="1200" cap="none" spc="0" normalizeH="0" baseline="0" noProof="0">
                <a:ln>
                  <a:noFill/>
                </a:ln>
                <a:solidFill>
                  <a:srgbClr val="101010"/>
                </a:solidFill>
                <a:effectLst/>
                <a:uLnTx/>
                <a:uFillTx/>
                <a:latin typeface="Arial"/>
                <a:ea typeface="+mn-ea"/>
                <a:cs typeface="+mn-cs"/>
                <a:sym typeface="Montserrat"/>
              </a:rPr>
              <a:t>A clear, qualitative goal that you want to achieve. It's meant to be inspiring, action-oriented, and measurable.</a:t>
            </a:r>
          </a:p>
        </p:txBody>
      </p:sp>
      <p:cxnSp>
        <p:nvCxnSpPr>
          <p:cNvPr id="19" name="Connector: Elbow 18">
            <a:extLst>
              <a:ext uri="{FF2B5EF4-FFF2-40B4-BE49-F238E27FC236}">
                <a16:creationId xmlns:a16="http://schemas.microsoft.com/office/drawing/2014/main" id="{1AD8BB7A-1EF1-8636-F08D-216B782D7789}"/>
              </a:ext>
            </a:extLst>
          </p:cNvPr>
          <p:cNvCxnSpPr>
            <a:cxnSpLocks/>
            <a:stCxn id="11" idx="3"/>
          </p:cNvCxnSpPr>
          <p:nvPr/>
        </p:nvCxnSpPr>
        <p:spPr>
          <a:xfrm>
            <a:off x="3618726" y="2214582"/>
            <a:ext cx="1839924" cy="107556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0D4E7395-279C-9074-C6FB-9AF951243018}"/>
              </a:ext>
            </a:extLst>
          </p:cNvPr>
          <p:cNvSpPr txBox="1"/>
          <p:nvPr/>
        </p:nvSpPr>
        <p:spPr>
          <a:xfrm>
            <a:off x="8616264" y="3290151"/>
            <a:ext cx="2336321" cy="1908215"/>
          </a:xfrm>
          <a:prstGeom prst="rect">
            <a:avLst/>
          </a:prstGeom>
          <a:noFill/>
        </p:spPr>
        <p:txBody>
          <a:bodyPr wrap="square" lIns="182880" tIns="91440" rIns="91440" bIns="91440" rtlCol="0">
            <a:spAutoFit/>
          </a:bodyPr>
          <a:lstStyle/>
          <a:p>
            <a:pPr marL="0" marR="0" lvl="0" indent="0" algn="l" defTabSz="914400" rtl="0" eaLnBrk="1" fontAlgn="auto" latinLnBrk="0" hangingPunct="1">
              <a:lnSpc>
                <a:spcPct val="100000"/>
              </a:lnSpc>
              <a:spcBef>
                <a:spcPts val="0"/>
              </a:spcBef>
              <a:spcAft>
                <a:spcPts val="600"/>
              </a:spcAft>
              <a:buClr>
                <a:srgbClr val="101010"/>
              </a:buClr>
              <a:buSzPts val="1000"/>
              <a:buFontTx/>
              <a:buNone/>
              <a:tabLst/>
              <a:defRPr/>
            </a:pPr>
            <a:r>
              <a:rPr kumimoji="0" lang="en-US" sz="1600" i="0" u="none" strike="noStrike" kern="1200" cap="none" spc="0" normalizeH="0" baseline="0" noProof="0">
                <a:ln>
                  <a:noFill/>
                </a:ln>
                <a:solidFill>
                  <a:srgbClr val="7D7AE8"/>
                </a:solidFill>
                <a:effectLst/>
                <a:uLnTx/>
                <a:uFillTx/>
                <a:latin typeface="Arial"/>
                <a:ea typeface="+mn-ea"/>
                <a:cs typeface="+mn-cs"/>
                <a:sym typeface="Montserrat"/>
              </a:rPr>
              <a:t>Key Results (KPIs)</a:t>
            </a:r>
          </a:p>
          <a:p>
            <a:pPr marL="0" marR="0" lvl="0" indent="0" algn="l" defTabSz="914400" rtl="0" eaLnBrk="1" fontAlgn="auto" latinLnBrk="0" hangingPunct="1">
              <a:lnSpc>
                <a:spcPct val="100000"/>
              </a:lnSpc>
              <a:spcBef>
                <a:spcPts val="0"/>
              </a:spcBef>
              <a:spcAft>
                <a:spcPts val="600"/>
              </a:spcAft>
              <a:buClr>
                <a:srgbClr val="101010"/>
              </a:buClr>
              <a:buSzPts val="1000"/>
              <a:buFontTx/>
              <a:buNone/>
              <a:tabLst/>
              <a:defRPr/>
            </a:pPr>
            <a:r>
              <a:rPr kumimoji="0" lang="en-US" sz="1300" b="0" i="0" u="none" strike="noStrike" kern="1200" cap="none" spc="0" normalizeH="0" baseline="0" noProof="0">
                <a:ln>
                  <a:noFill/>
                </a:ln>
                <a:solidFill>
                  <a:srgbClr val="101010"/>
                </a:solidFill>
                <a:effectLst/>
                <a:uLnTx/>
                <a:uFillTx/>
                <a:latin typeface="Arial"/>
                <a:ea typeface="+mn-ea"/>
                <a:cs typeface="+mn-cs"/>
                <a:sym typeface="Montserrat"/>
              </a:rPr>
              <a:t>These are the specific, quantitative outcomes or metrics used to measure progress toward achieving the objective. They help determine whether the objective has been met.</a:t>
            </a:r>
          </a:p>
        </p:txBody>
      </p:sp>
      <p:cxnSp>
        <p:nvCxnSpPr>
          <p:cNvPr id="27" name="Connector: Elbow 26">
            <a:extLst>
              <a:ext uri="{FF2B5EF4-FFF2-40B4-BE49-F238E27FC236}">
                <a16:creationId xmlns:a16="http://schemas.microsoft.com/office/drawing/2014/main" id="{37534B85-9F2E-D437-906D-BD702E2AEBCA}"/>
              </a:ext>
            </a:extLst>
          </p:cNvPr>
          <p:cNvCxnSpPr>
            <a:cxnSpLocks/>
            <a:stCxn id="26" idx="1"/>
          </p:cNvCxnSpPr>
          <p:nvPr/>
        </p:nvCxnSpPr>
        <p:spPr>
          <a:xfrm rot="10800000">
            <a:off x="6688528" y="3261147"/>
            <a:ext cx="1927736" cy="98311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44F67222-1240-AC4D-F55D-0FA7C3E55225}"/>
              </a:ext>
            </a:extLst>
          </p:cNvPr>
          <p:cNvCxnSpPr>
            <a:cxnSpLocks/>
            <a:stCxn id="43" idx="3"/>
          </p:cNvCxnSpPr>
          <p:nvPr/>
        </p:nvCxnSpPr>
        <p:spPr>
          <a:xfrm flipV="1">
            <a:off x="3618725" y="4244258"/>
            <a:ext cx="1026366" cy="55399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9B55DBDF-4CA5-3169-2B09-BDF7BEB897F2}"/>
              </a:ext>
            </a:extLst>
          </p:cNvPr>
          <p:cNvSpPr txBox="1"/>
          <p:nvPr/>
        </p:nvSpPr>
        <p:spPr>
          <a:xfrm>
            <a:off x="1239416" y="3944176"/>
            <a:ext cx="2379309" cy="1708160"/>
          </a:xfrm>
          <a:prstGeom prst="rect">
            <a:avLst/>
          </a:prstGeom>
          <a:noFill/>
        </p:spPr>
        <p:txBody>
          <a:bodyPr wrap="square" lIns="91440" tIns="91440" rIns="91440" bIns="91440" rtlCol="0">
            <a:spAutoFit/>
          </a:bodyPr>
          <a:lstStyle/>
          <a:p>
            <a:pPr marL="0" marR="0" lvl="0" indent="0" algn="l" defTabSz="914400" rtl="0" eaLnBrk="1" fontAlgn="auto" latinLnBrk="0" hangingPunct="1">
              <a:lnSpc>
                <a:spcPct val="100000"/>
              </a:lnSpc>
              <a:spcBef>
                <a:spcPts val="0"/>
              </a:spcBef>
              <a:spcAft>
                <a:spcPts val="600"/>
              </a:spcAft>
              <a:buClr>
                <a:srgbClr val="101010"/>
              </a:buClr>
              <a:buSzPts val="1000"/>
              <a:buFontTx/>
              <a:buNone/>
              <a:tabLst/>
              <a:defRPr/>
            </a:pPr>
            <a:r>
              <a:rPr kumimoji="0" lang="en-US" sz="1600" i="0" u="none" strike="noStrike" kern="1200" cap="none" spc="0" normalizeH="0" baseline="0" noProof="0">
                <a:ln>
                  <a:noFill/>
                </a:ln>
                <a:solidFill>
                  <a:srgbClr val="7D7AE8"/>
                </a:solidFill>
                <a:effectLst/>
                <a:uLnTx/>
                <a:uFillTx/>
                <a:latin typeface="Arial"/>
                <a:ea typeface="+mn-ea"/>
                <a:cs typeface="+mn-cs"/>
                <a:sym typeface="Montserrat"/>
              </a:rPr>
              <a:t>Activities (PROJECTS)</a:t>
            </a:r>
          </a:p>
          <a:p>
            <a:pPr marL="0" marR="0" lvl="0" indent="0" algn="l" defTabSz="914400" rtl="0" eaLnBrk="1" fontAlgn="auto" latinLnBrk="0" hangingPunct="1">
              <a:lnSpc>
                <a:spcPct val="100000"/>
              </a:lnSpc>
              <a:spcBef>
                <a:spcPts val="0"/>
              </a:spcBef>
              <a:spcAft>
                <a:spcPts val="600"/>
              </a:spcAft>
              <a:buClr>
                <a:srgbClr val="101010"/>
              </a:buClr>
              <a:buSzPts val="1000"/>
              <a:buFontTx/>
              <a:buNone/>
              <a:tabLst/>
              <a:defRPr/>
            </a:pPr>
            <a:r>
              <a:rPr kumimoji="0" lang="en-US" sz="1300" b="0" i="0" u="none" strike="noStrike" kern="1200" cap="none" spc="0" normalizeH="0" baseline="0" noProof="0">
                <a:ln>
                  <a:noFill/>
                </a:ln>
                <a:solidFill>
                  <a:srgbClr val="101010"/>
                </a:solidFill>
                <a:effectLst/>
                <a:uLnTx/>
                <a:uFillTx/>
                <a:latin typeface="Arial"/>
                <a:ea typeface="+mn-ea"/>
                <a:cs typeface="+mn-cs"/>
                <a:sym typeface="Montserrat"/>
              </a:rPr>
              <a:t>These refer to the </a:t>
            </a:r>
            <a:r>
              <a:rPr kumimoji="0" lang="en-US" sz="1300" b="1" i="0" u="none" strike="noStrike" kern="1200" cap="none" spc="0" normalizeH="0" baseline="0" noProof="0">
                <a:ln>
                  <a:noFill/>
                </a:ln>
                <a:solidFill>
                  <a:srgbClr val="101010"/>
                </a:solidFill>
                <a:effectLst/>
                <a:uLnTx/>
                <a:uFillTx/>
                <a:latin typeface="Arial"/>
                <a:ea typeface="+mn-ea"/>
                <a:cs typeface="+mn-cs"/>
                <a:sym typeface="Montserrat"/>
              </a:rPr>
              <a:t>specific actions, tasks, or processes </a:t>
            </a:r>
            <a:r>
              <a:rPr kumimoji="0" lang="en-US" sz="1300" b="0" i="0" u="none" strike="noStrike" kern="1200" cap="none" spc="0" normalizeH="0" baseline="0" noProof="0">
                <a:ln>
                  <a:noFill/>
                </a:ln>
                <a:solidFill>
                  <a:srgbClr val="101010"/>
                </a:solidFill>
                <a:effectLst/>
                <a:uLnTx/>
                <a:uFillTx/>
                <a:latin typeface="Arial"/>
                <a:ea typeface="+mn-ea"/>
                <a:cs typeface="+mn-cs"/>
                <a:sym typeface="Montserrat"/>
              </a:rPr>
              <a:t>that individuals or groups perform to achieve a particular goal, objective, or outcome.</a:t>
            </a:r>
          </a:p>
        </p:txBody>
      </p:sp>
    </p:spTree>
    <p:extLst>
      <p:ext uri="{BB962C8B-B14F-4D97-AF65-F5344CB8AC3E}">
        <p14:creationId xmlns:p14="http://schemas.microsoft.com/office/powerpoint/2010/main" val="3231433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20B1B-72FD-CB05-F5D5-E5D50C0D8242}"/>
            </a:ext>
          </a:extLst>
        </p:cNvPr>
        <p:cNvGrpSpPr/>
        <p:nvPr/>
      </p:nvGrpSpPr>
      <p:grpSpPr>
        <a:xfrm>
          <a:off x="0" y="0"/>
          <a:ext cx="0" cy="0"/>
          <a:chOff x="0" y="0"/>
          <a:chExt cx="0" cy="0"/>
        </a:xfrm>
      </p:grpSpPr>
      <p:sp>
        <p:nvSpPr>
          <p:cNvPr id="126" name="Rectangle 125">
            <a:extLst>
              <a:ext uri="{FF2B5EF4-FFF2-40B4-BE49-F238E27FC236}">
                <a16:creationId xmlns:a16="http://schemas.microsoft.com/office/drawing/2014/main" id="{699F00CC-660F-E8F7-4329-C4E397645C43}"/>
              </a:ext>
            </a:extLst>
          </p:cNvPr>
          <p:cNvSpPr/>
          <p:nvPr/>
        </p:nvSpPr>
        <p:spPr>
          <a:xfrm>
            <a:off x="7863999" y="1268194"/>
            <a:ext cx="3291840" cy="482469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5" name="Rectangle 124">
            <a:extLst>
              <a:ext uri="{FF2B5EF4-FFF2-40B4-BE49-F238E27FC236}">
                <a16:creationId xmlns:a16="http://schemas.microsoft.com/office/drawing/2014/main" id="{86BAB1A4-43D5-3267-DFDF-F6B83FE003B9}"/>
              </a:ext>
            </a:extLst>
          </p:cNvPr>
          <p:cNvSpPr/>
          <p:nvPr/>
        </p:nvSpPr>
        <p:spPr>
          <a:xfrm>
            <a:off x="1196340" y="1268205"/>
            <a:ext cx="3291840" cy="482469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itle 1">
            <a:extLst>
              <a:ext uri="{FF2B5EF4-FFF2-40B4-BE49-F238E27FC236}">
                <a16:creationId xmlns:a16="http://schemas.microsoft.com/office/drawing/2014/main" id="{A7DE14D9-02BF-DAC2-1E88-E59B673E3595}"/>
              </a:ext>
            </a:extLst>
          </p:cNvPr>
          <p:cNvSpPr>
            <a:spLocks noGrp="1"/>
          </p:cNvSpPr>
          <p:nvPr>
            <p:ph type="title"/>
          </p:nvPr>
        </p:nvSpPr>
        <p:spPr>
          <a:xfrm>
            <a:off x="510540" y="330419"/>
            <a:ext cx="11170919" cy="731520"/>
          </a:xfrm>
        </p:spPr>
        <p:txBody>
          <a:bodyPr/>
          <a:lstStyle/>
          <a:p>
            <a:r>
              <a:rPr lang="en-US" dirty="0"/>
              <a:t>Goal setting at all levels – focused on 1 and 2 in FY26</a:t>
            </a:r>
          </a:p>
        </p:txBody>
      </p:sp>
      <p:sp>
        <p:nvSpPr>
          <p:cNvPr id="131" name="TextBox 130">
            <a:extLst>
              <a:ext uri="{FF2B5EF4-FFF2-40B4-BE49-F238E27FC236}">
                <a16:creationId xmlns:a16="http://schemas.microsoft.com/office/drawing/2014/main" id="{8A1F8304-1F97-5924-30A8-C81A682004B8}"/>
              </a:ext>
            </a:extLst>
          </p:cNvPr>
          <p:cNvSpPr txBox="1"/>
          <p:nvPr/>
        </p:nvSpPr>
        <p:spPr>
          <a:xfrm flipH="1">
            <a:off x="1196339" y="1429036"/>
            <a:ext cx="2562144" cy="646331"/>
          </a:xfrm>
          <a:prstGeom prst="rect">
            <a:avLst/>
          </a:prstGeom>
          <a:noFill/>
        </p:spPr>
        <p:txBody>
          <a:bodyPr wrap="square" lIns="36576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101010"/>
                </a:solidFill>
                <a:effectLst/>
                <a:uLnTx/>
                <a:uFillTx/>
                <a:latin typeface="Arial"/>
                <a:ea typeface="+mn-ea"/>
                <a:cs typeface="+mn-cs"/>
              </a:rPr>
              <a:t>Organizational Objectives</a:t>
            </a:r>
          </a:p>
        </p:txBody>
      </p:sp>
      <p:sp>
        <p:nvSpPr>
          <p:cNvPr id="132" name="TextBox 131">
            <a:extLst>
              <a:ext uri="{FF2B5EF4-FFF2-40B4-BE49-F238E27FC236}">
                <a16:creationId xmlns:a16="http://schemas.microsoft.com/office/drawing/2014/main" id="{B807D040-9795-8AB8-1D0A-E53F30EDD76E}"/>
              </a:ext>
            </a:extLst>
          </p:cNvPr>
          <p:cNvSpPr txBox="1"/>
          <p:nvPr/>
        </p:nvSpPr>
        <p:spPr>
          <a:xfrm>
            <a:off x="1196338" y="2996060"/>
            <a:ext cx="3291842" cy="2693045"/>
          </a:xfrm>
          <a:prstGeom prst="rect">
            <a:avLst/>
          </a:prstGeom>
          <a:noFill/>
        </p:spPr>
        <p:txBody>
          <a:bodyPr wrap="square" lIns="365760" tIns="91440" rIns="365760" bIns="91440" rtlCol="0">
            <a:spAutoFit/>
          </a:bodyPr>
          <a:lstStyle/>
          <a:p>
            <a:pPr marL="0" marR="0" lvl="0" indent="0" algn="l" defTabSz="914400" rtl="0" eaLnBrk="1" fontAlgn="auto" latinLnBrk="0" hangingPunct="1">
              <a:lnSpc>
                <a:spcPct val="100000"/>
              </a:lnSpc>
              <a:spcBef>
                <a:spcPts val="0"/>
              </a:spcBef>
              <a:spcAft>
                <a:spcPts val="600"/>
              </a:spcAft>
              <a:buClr>
                <a:srgbClr val="101010"/>
              </a:buClr>
              <a:buSzPts val="1000"/>
              <a:buFontTx/>
              <a:buNone/>
              <a:tabLst/>
              <a:defRPr/>
            </a:pPr>
            <a:r>
              <a:rPr kumimoji="0" lang="en-US" sz="1300" b="1" i="0" u="none" strike="noStrike" kern="1200" cap="none" spc="0" normalizeH="0" baseline="0" noProof="0">
                <a:ln>
                  <a:noFill/>
                </a:ln>
                <a:solidFill>
                  <a:srgbClr val="101010"/>
                </a:solidFill>
                <a:effectLst/>
                <a:uLnTx/>
                <a:uFillTx/>
                <a:latin typeface="Arial"/>
                <a:ea typeface="+mn-ea"/>
                <a:cs typeface="+mn-cs"/>
                <a:sym typeface="Montserrat"/>
              </a:rPr>
              <a:t>Objective (“O”)</a:t>
            </a:r>
          </a:p>
          <a:p>
            <a:pPr marL="0" marR="0" lvl="0" indent="0" algn="l" defTabSz="914400" rtl="0" eaLnBrk="1" fontAlgn="auto" latinLnBrk="0" hangingPunct="1">
              <a:lnSpc>
                <a:spcPct val="100000"/>
              </a:lnSpc>
              <a:spcBef>
                <a:spcPts val="0"/>
              </a:spcBef>
              <a:spcAft>
                <a:spcPts val="600"/>
              </a:spcAft>
              <a:buClr>
                <a:srgbClr val="101010"/>
              </a:buClr>
              <a:buSzPts val="1000"/>
              <a:buFontTx/>
              <a:buNone/>
              <a:tabLst/>
              <a:defRPr/>
            </a:pPr>
            <a:r>
              <a:rPr kumimoji="0" lang="en-US" sz="1300" b="0" i="0" u="none" strike="noStrike" kern="1200" cap="none" spc="0" normalizeH="0" baseline="0" noProof="0">
                <a:ln>
                  <a:noFill/>
                </a:ln>
                <a:solidFill>
                  <a:srgbClr val="101010"/>
                </a:solidFill>
                <a:effectLst/>
                <a:uLnTx/>
                <a:uFillTx/>
                <a:latin typeface="Arial"/>
                <a:ea typeface="+mn-ea"/>
                <a:cs typeface="+mn-cs"/>
                <a:sym typeface="Montserrat"/>
              </a:rPr>
              <a:t>A bold, qualitative goal that aligns with company strategy (e.g., "Become the market leader in Cloud Operations software")</a:t>
            </a:r>
          </a:p>
          <a:p>
            <a:pPr marL="0" marR="0" lvl="0" indent="0" algn="l" defTabSz="914400" rtl="0" eaLnBrk="1" fontAlgn="auto" latinLnBrk="0" hangingPunct="1">
              <a:lnSpc>
                <a:spcPct val="100000"/>
              </a:lnSpc>
              <a:spcBef>
                <a:spcPts val="0"/>
              </a:spcBef>
              <a:spcAft>
                <a:spcPts val="600"/>
              </a:spcAft>
              <a:buClr>
                <a:srgbClr val="101010"/>
              </a:buClr>
              <a:buSzPts val="1000"/>
              <a:buFontTx/>
              <a:buNone/>
              <a:tabLst/>
              <a:defRPr/>
            </a:pPr>
            <a:endParaRPr kumimoji="0" lang="en-US" sz="1300" b="0" i="0" u="none" strike="noStrike" kern="1200" cap="none" spc="0" normalizeH="0" baseline="0" noProof="0">
              <a:ln>
                <a:noFill/>
              </a:ln>
              <a:solidFill>
                <a:srgbClr val="101010"/>
              </a:solidFill>
              <a:effectLst/>
              <a:uLnTx/>
              <a:uFillTx/>
              <a:latin typeface="Arial"/>
              <a:ea typeface="+mn-ea"/>
              <a:cs typeface="+mn-cs"/>
              <a:sym typeface="Montserrat"/>
            </a:endParaRPr>
          </a:p>
          <a:p>
            <a:pPr marL="0" marR="0" lvl="0" indent="0" algn="l" defTabSz="914400" rtl="0" eaLnBrk="1" fontAlgn="auto" latinLnBrk="0" hangingPunct="1">
              <a:lnSpc>
                <a:spcPct val="100000"/>
              </a:lnSpc>
              <a:spcBef>
                <a:spcPts val="0"/>
              </a:spcBef>
              <a:spcAft>
                <a:spcPts val="600"/>
              </a:spcAft>
              <a:buClr>
                <a:srgbClr val="101010"/>
              </a:buClr>
              <a:buSzPts val="1000"/>
              <a:buFontTx/>
              <a:buNone/>
              <a:tabLst/>
              <a:defRPr/>
            </a:pPr>
            <a:r>
              <a:rPr kumimoji="0" lang="en-US" sz="1300" b="1" i="0" u="none" strike="noStrike" kern="1200" cap="none" spc="0" normalizeH="0" baseline="0" noProof="0">
                <a:ln>
                  <a:noFill/>
                </a:ln>
                <a:solidFill>
                  <a:srgbClr val="101010"/>
                </a:solidFill>
                <a:effectLst/>
                <a:uLnTx/>
                <a:uFillTx/>
                <a:latin typeface="Arial"/>
                <a:ea typeface="+mn-ea"/>
                <a:cs typeface="+mn-cs"/>
                <a:sym typeface="Montserrat"/>
              </a:rPr>
              <a:t>Key Results (“KR”)</a:t>
            </a:r>
          </a:p>
          <a:p>
            <a:pPr marL="0" marR="0" lvl="0" indent="0" algn="l" defTabSz="914400" rtl="0" eaLnBrk="1" fontAlgn="auto" latinLnBrk="0" hangingPunct="1">
              <a:lnSpc>
                <a:spcPct val="100000"/>
              </a:lnSpc>
              <a:spcBef>
                <a:spcPts val="0"/>
              </a:spcBef>
              <a:spcAft>
                <a:spcPts val="600"/>
              </a:spcAft>
              <a:buClr>
                <a:srgbClr val="101010"/>
              </a:buClr>
              <a:buSzPts val="1000"/>
              <a:buFontTx/>
              <a:buNone/>
              <a:tabLst/>
              <a:defRPr/>
            </a:pPr>
            <a:r>
              <a:rPr kumimoji="0" lang="en-US" sz="1300" b="0" i="0" u="none" strike="noStrike" kern="1200" cap="none" spc="0" normalizeH="0" baseline="0" noProof="0">
                <a:ln>
                  <a:noFill/>
                </a:ln>
                <a:solidFill>
                  <a:srgbClr val="101010"/>
                </a:solidFill>
                <a:effectLst/>
                <a:uLnTx/>
                <a:uFillTx/>
                <a:latin typeface="Arial"/>
                <a:ea typeface="+mn-ea"/>
                <a:cs typeface="+mn-cs"/>
                <a:sym typeface="Montserrat"/>
              </a:rPr>
              <a:t>3-5 measurable metrics that define success, with specific numbers and deadlines (e.g., "Achieve $100M ARR by Q4 2025")</a:t>
            </a:r>
          </a:p>
        </p:txBody>
      </p:sp>
      <p:sp>
        <p:nvSpPr>
          <p:cNvPr id="133" name="TextBox 132">
            <a:extLst>
              <a:ext uri="{FF2B5EF4-FFF2-40B4-BE49-F238E27FC236}">
                <a16:creationId xmlns:a16="http://schemas.microsoft.com/office/drawing/2014/main" id="{AF6C6949-E24F-62EC-EC93-03F2F8CC9FD2}"/>
              </a:ext>
            </a:extLst>
          </p:cNvPr>
          <p:cNvSpPr txBox="1"/>
          <p:nvPr/>
        </p:nvSpPr>
        <p:spPr>
          <a:xfrm flipH="1">
            <a:off x="4488179" y="1428551"/>
            <a:ext cx="2562145" cy="646331"/>
          </a:xfrm>
          <a:prstGeom prst="rect">
            <a:avLst/>
          </a:prstGeom>
          <a:noFill/>
        </p:spPr>
        <p:txBody>
          <a:bodyPr wrap="square" lIns="36576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101010"/>
                </a:solidFill>
                <a:effectLst/>
                <a:uLnTx/>
                <a:uFillTx/>
                <a:latin typeface="Arial"/>
                <a:ea typeface="+mn-ea"/>
                <a:cs typeface="+mn-cs"/>
              </a:rPr>
              <a:t>Function or Team OKRs</a:t>
            </a:r>
          </a:p>
        </p:txBody>
      </p:sp>
      <p:sp>
        <p:nvSpPr>
          <p:cNvPr id="134" name="TextBox 133">
            <a:extLst>
              <a:ext uri="{FF2B5EF4-FFF2-40B4-BE49-F238E27FC236}">
                <a16:creationId xmlns:a16="http://schemas.microsoft.com/office/drawing/2014/main" id="{A5B76BD0-15EF-299D-2C71-1073EFC154A5}"/>
              </a:ext>
            </a:extLst>
          </p:cNvPr>
          <p:cNvSpPr txBox="1"/>
          <p:nvPr/>
        </p:nvSpPr>
        <p:spPr>
          <a:xfrm>
            <a:off x="4488177" y="2990641"/>
            <a:ext cx="3390862" cy="2893100"/>
          </a:xfrm>
          <a:prstGeom prst="rect">
            <a:avLst/>
          </a:prstGeom>
          <a:noFill/>
        </p:spPr>
        <p:txBody>
          <a:bodyPr wrap="square" lIns="365760" tIns="91440" rIns="365760" bIns="91440" rtlCol="0">
            <a:spAutoFit/>
          </a:bodyPr>
          <a:lstStyle>
            <a:defPPr>
              <a:defRPr lang="en-US"/>
            </a:defPPr>
            <a:lvl1pPr marL="182880" lvl="0" indent="-182880">
              <a:spcBef>
                <a:spcPts val="0"/>
              </a:spcBef>
              <a:spcAft>
                <a:spcPts val="600"/>
              </a:spcAft>
              <a:buClr>
                <a:schemeClr val="dk1"/>
              </a:buClr>
              <a:buSzPts val="1000"/>
              <a:buFont typeface="Montserrat"/>
              <a:buChar char="●"/>
              <a:defRPr sz="1400"/>
            </a:lvl1pPr>
          </a:lstStyle>
          <a:p>
            <a:pPr marL="0" marR="0" lvl="0" indent="0" algn="l" defTabSz="914400" rtl="0" eaLnBrk="1" fontAlgn="auto" latinLnBrk="0" hangingPunct="1">
              <a:lnSpc>
                <a:spcPct val="100000"/>
              </a:lnSpc>
              <a:spcBef>
                <a:spcPts val="0"/>
              </a:spcBef>
              <a:spcAft>
                <a:spcPts val="600"/>
              </a:spcAft>
              <a:buClr>
                <a:srgbClr val="101010"/>
              </a:buClr>
              <a:buSzPts val="1000"/>
              <a:buFont typeface="Montserrat"/>
              <a:buNone/>
              <a:tabLst/>
              <a:defRPr/>
            </a:pPr>
            <a:r>
              <a:rPr kumimoji="0" lang="en-US" sz="1300" b="1" i="0" u="none" strike="noStrike" kern="1200" cap="none" spc="0" normalizeH="0" baseline="0" noProof="0">
                <a:ln>
                  <a:noFill/>
                </a:ln>
                <a:solidFill>
                  <a:srgbClr val="101010"/>
                </a:solidFill>
                <a:effectLst/>
                <a:uLnTx/>
                <a:uFillTx/>
                <a:latin typeface="Arial"/>
                <a:ea typeface="+mn-ea"/>
                <a:cs typeface="+mn-cs"/>
                <a:sym typeface="Montserrat"/>
              </a:rPr>
              <a:t>Objective (“O”)</a:t>
            </a:r>
          </a:p>
          <a:p>
            <a:pPr marL="0" marR="0" lvl="0" indent="0" algn="l" defTabSz="914400" rtl="0" eaLnBrk="1" fontAlgn="auto" latinLnBrk="0" hangingPunct="1">
              <a:lnSpc>
                <a:spcPct val="100000"/>
              </a:lnSpc>
              <a:spcBef>
                <a:spcPts val="0"/>
              </a:spcBef>
              <a:spcAft>
                <a:spcPts val="600"/>
              </a:spcAft>
              <a:buClr>
                <a:srgbClr val="101010"/>
              </a:buClr>
              <a:buSzPts val="1000"/>
              <a:buFont typeface="Montserrat"/>
              <a:buNone/>
              <a:tabLst/>
              <a:defRPr/>
            </a:pPr>
            <a:r>
              <a:rPr kumimoji="0" lang="en-US" sz="1300" b="0" i="0" u="none" strike="noStrike" kern="1200" cap="none" spc="0" normalizeH="0" baseline="0" noProof="0">
                <a:ln>
                  <a:noFill/>
                </a:ln>
                <a:solidFill>
                  <a:srgbClr val="101010"/>
                </a:solidFill>
                <a:effectLst/>
                <a:uLnTx/>
                <a:uFillTx/>
                <a:latin typeface="Arial"/>
                <a:ea typeface="+mn-ea"/>
                <a:cs typeface="+mn-cs"/>
                <a:sym typeface="Montserrat"/>
              </a:rPr>
              <a:t>A clear goal that supports organizational objectives while focusing on team's specific function (e.g., "Build best-in-class customer support experience")</a:t>
            </a:r>
          </a:p>
          <a:p>
            <a:pPr marL="0" marR="0" lvl="0" indent="0" algn="l" defTabSz="914400" rtl="0" eaLnBrk="1" fontAlgn="auto" latinLnBrk="0" hangingPunct="1">
              <a:lnSpc>
                <a:spcPct val="100000"/>
              </a:lnSpc>
              <a:spcBef>
                <a:spcPts val="0"/>
              </a:spcBef>
              <a:spcAft>
                <a:spcPts val="600"/>
              </a:spcAft>
              <a:buClr>
                <a:srgbClr val="101010"/>
              </a:buClr>
              <a:buSzPts val="1000"/>
              <a:buFont typeface="Montserrat"/>
              <a:buNone/>
              <a:tabLst/>
              <a:defRPr/>
            </a:pPr>
            <a:endParaRPr kumimoji="0" lang="en-US" sz="1300" b="0" i="0" u="none" strike="noStrike" kern="1200" cap="none" spc="0" normalizeH="0" baseline="0" noProof="0">
              <a:ln>
                <a:noFill/>
              </a:ln>
              <a:solidFill>
                <a:srgbClr val="101010"/>
              </a:solidFill>
              <a:effectLst/>
              <a:uLnTx/>
              <a:uFillTx/>
              <a:latin typeface="Arial"/>
              <a:ea typeface="+mn-ea"/>
              <a:cs typeface="+mn-cs"/>
              <a:sym typeface="Montserrat"/>
            </a:endParaRPr>
          </a:p>
          <a:p>
            <a:pPr marL="0" marR="0" lvl="0" indent="0" algn="l" defTabSz="914400" rtl="0" eaLnBrk="1" fontAlgn="auto" latinLnBrk="0" hangingPunct="1">
              <a:lnSpc>
                <a:spcPct val="100000"/>
              </a:lnSpc>
              <a:spcBef>
                <a:spcPts val="0"/>
              </a:spcBef>
              <a:spcAft>
                <a:spcPts val="600"/>
              </a:spcAft>
              <a:buClr>
                <a:srgbClr val="101010"/>
              </a:buClr>
              <a:buSzPts val="1000"/>
              <a:buFont typeface="Montserrat"/>
              <a:buNone/>
              <a:tabLst/>
              <a:defRPr/>
            </a:pPr>
            <a:r>
              <a:rPr kumimoji="0" lang="en-US" sz="1300" b="1" i="0" u="none" strike="noStrike" kern="1200" cap="none" spc="0" normalizeH="0" baseline="0" noProof="0">
                <a:ln>
                  <a:noFill/>
                </a:ln>
                <a:solidFill>
                  <a:srgbClr val="101010"/>
                </a:solidFill>
                <a:effectLst/>
                <a:uLnTx/>
                <a:uFillTx/>
                <a:latin typeface="Arial"/>
                <a:ea typeface="+mn-ea"/>
                <a:cs typeface="+mn-cs"/>
                <a:sym typeface="Montserrat"/>
              </a:rPr>
              <a:t>Key Results (“KR”)</a:t>
            </a:r>
          </a:p>
          <a:p>
            <a:pPr marL="0" marR="0" lvl="0" indent="0" algn="l" defTabSz="914400" rtl="0" eaLnBrk="1" fontAlgn="auto" latinLnBrk="0" hangingPunct="1">
              <a:lnSpc>
                <a:spcPct val="100000"/>
              </a:lnSpc>
              <a:spcBef>
                <a:spcPts val="0"/>
              </a:spcBef>
              <a:spcAft>
                <a:spcPts val="600"/>
              </a:spcAft>
              <a:buClr>
                <a:srgbClr val="101010"/>
              </a:buClr>
              <a:buSzPts val="1000"/>
              <a:buFont typeface="Montserrat"/>
              <a:buNone/>
              <a:tabLst/>
              <a:defRPr/>
            </a:pPr>
            <a:r>
              <a:rPr kumimoji="0" lang="en-US" sz="1300" b="0" i="0" u="none" strike="noStrike" kern="1200" cap="none" spc="0" normalizeH="0" baseline="0" noProof="0">
                <a:ln>
                  <a:noFill/>
                </a:ln>
                <a:solidFill>
                  <a:srgbClr val="101010"/>
                </a:solidFill>
                <a:effectLst/>
                <a:uLnTx/>
                <a:uFillTx/>
                <a:latin typeface="Arial"/>
                <a:ea typeface="+mn-ea"/>
                <a:cs typeface="+mn-cs"/>
                <a:sym typeface="Montserrat"/>
              </a:rPr>
              <a:t>Quantifiable results that track progress, typically measured quarterly (e.g., "Reduce average resolution time to under 2 hours")</a:t>
            </a:r>
          </a:p>
        </p:txBody>
      </p:sp>
      <p:sp>
        <p:nvSpPr>
          <p:cNvPr id="135" name="TextBox 134">
            <a:extLst>
              <a:ext uri="{FF2B5EF4-FFF2-40B4-BE49-F238E27FC236}">
                <a16:creationId xmlns:a16="http://schemas.microsoft.com/office/drawing/2014/main" id="{075D8E04-66D2-8363-5E39-D1DEE78E53A4}"/>
              </a:ext>
            </a:extLst>
          </p:cNvPr>
          <p:cNvSpPr txBox="1"/>
          <p:nvPr/>
        </p:nvSpPr>
        <p:spPr>
          <a:xfrm flipH="1">
            <a:off x="7879039" y="1428551"/>
            <a:ext cx="1998465" cy="646331"/>
          </a:xfrm>
          <a:prstGeom prst="rect">
            <a:avLst/>
          </a:prstGeom>
          <a:noFill/>
        </p:spPr>
        <p:txBody>
          <a:bodyPr wrap="square" lIns="36576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101010"/>
                </a:solidFill>
                <a:effectLst/>
                <a:uLnTx/>
                <a:uFillTx/>
                <a:latin typeface="Arial"/>
                <a:ea typeface="+mn-ea"/>
                <a:cs typeface="+mn-cs"/>
              </a:rPr>
              <a:t>Individual Goals</a:t>
            </a:r>
          </a:p>
        </p:txBody>
      </p:sp>
      <p:sp>
        <p:nvSpPr>
          <p:cNvPr id="136" name="TextBox 135">
            <a:extLst>
              <a:ext uri="{FF2B5EF4-FFF2-40B4-BE49-F238E27FC236}">
                <a16:creationId xmlns:a16="http://schemas.microsoft.com/office/drawing/2014/main" id="{3E6D8584-57AF-8B2A-5B67-950AB1236451}"/>
              </a:ext>
            </a:extLst>
          </p:cNvPr>
          <p:cNvSpPr txBox="1"/>
          <p:nvPr/>
        </p:nvSpPr>
        <p:spPr>
          <a:xfrm>
            <a:off x="7879039" y="2990641"/>
            <a:ext cx="3276798" cy="2893100"/>
          </a:xfrm>
          <a:prstGeom prst="rect">
            <a:avLst/>
          </a:prstGeom>
          <a:noFill/>
        </p:spPr>
        <p:txBody>
          <a:bodyPr wrap="square" lIns="365760" tIns="91440" rIns="365760" bIns="91440" rtlCol="0">
            <a:spAutoFit/>
          </a:bodyPr>
          <a:lstStyle>
            <a:defPPr>
              <a:defRPr lang="en-US"/>
            </a:defPPr>
            <a:lvl1pPr marL="182880" lvl="0" indent="-182880">
              <a:spcBef>
                <a:spcPts val="0"/>
              </a:spcBef>
              <a:spcAft>
                <a:spcPts val="600"/>
              </a:spcAft>
              <a:buClr>
                <a:schemeClr val="dk1"/>
              </a:buClr>
              <a:buSzPts val="1000"/>
              <a:buFont typeface="Montserrat"/>
              <a:buChar char="●"/>
              <a:defRPr sz="1400"/>
            </a:lvl1pPr>
          </a:lstStyle>
          <a:p>
            <a:pPr marL="0" marR="0" lvl="0" indent="0" algn="l" defTabSz="914400" rtl="0" eaLnBrk="1" fontAlgn="auto" latinLnBrk="0" hangingPunct="1">
              <a:lnSpc>
                <a:spcPct val="100000"/>
              </a:lnSpc>
              <a:spcBef>
                <a:spcPts val="0"/>
              </a:spcBef>
              <a:spcAft>
                <a:spcPts val="600"/>
              </a:spcAft>
              <a:buClr>
                <a:srgbClr val="101010"/>
              </a:buClr>
              <a:buSzPts val="1000"/>
              <a:buFont typeface="Montserrat"/>
              <a:buNone/>
              <a:tabLst/>
              <a:defRPr/>
            </a:pPr>
            <a:r>
              <a:rPr kumimoji="0" lang="en-US" sz="1300" b="1" i="0" u="none" strike="noStrike" kern="1200" cap="none" spc="0" normalizeH="0" baseline="0" noProof="0">
                <a:ln>
                  <a:noFill/>
                </a:ln>
                <a:solidFill>
                  <a:srgbClr val="101010"/>
                </a:solidFill>
                <a:effectLst/>
                <a:uLnTx/>
                <a:uFillTx/>
                <a:latin typeface="Arial"/>
                <a:ea typeface="+mn-ea"/>
                <a:cs typeface="+mn-cs"/>
                <a:sym typeface="Montserrat"/>
              </a:rPr>
              <a:t>Objective (“O”)</a:t>
            </a:r>
          </a:p>
          <a:p>
            <a:pPr marL="0" marR="0" lvl="0" indent="0" algn="l" defTabSz="914400" rtl="0" eaLnBrk="1" fontAlgn="auto" latinLnBrk="0" hangingPunct="1">
              <a:lnSpc>
                <a:spcPct val="100000"/>
              </a:lnSpc>
              <a:spcBef>
                <a:spcPts val="0"/>
              </a:spcBef>
              <a:spcAft>
                <a:spcPts val="600"/>
              </a:spcAft>
              <a:buClr>
                <a:srgbClr val="101010"/>
              </a:buClr>
              <a:buSzPts val="1000"/>
              <a:buFont typeface="Montserrat"/>
              <a:buNone/>
              <a:tabLst/>
              <a:defRPr/>
            </a:pPr>
            <a:r>
              <a:rPr kumimoji="0" lang="en-US" sz="1300" b="0" i="0" u="none" strike="noStrike" kern="1200" cap="none" spc="0" normalizeH="0" baseline="0" noProof="0">
                <a:ln>
                  <a:noFill/>
                </a:ln>
                <a:solidFill>
                  <a:srgbClr val="101010"/>
                </a:solidFill>
                <a:effectLst/>
                <a:uLnTx/>
                <a:uFillTx/>
                <a:latin typeface="Arial"/>
                <a:ea typeface="+mn-ea"/>
                <a:cs typeface="+mn-cs"/>
                <a:sym typeface="Montserrat"/>
              </a:rPr>
              <a:t>Personal goals that directly contribute to team objectives (e.g., "Master new product features to improve customer training")</a:t>
            </a:r>
          </a:p>
          <a:p>
            <a:pPr marL="0" marR="0" lvl="0" indent="0" algn="l" defTabSz="914400" rtl="0" eaLnBrk="1" fontAlgn="auto" latinLnBrk="0" hangingPunct="1">
              <a:lnSpc>
                <a:spcPct val="100000"/>
              </a:lnSpc>
              <a:spcBef>
                <a:spcPts val="0"/>
              </a:spcBef>
              <a:spcAft>
                <a:spcPts val="600"/>
              </a:spcAft>
              <a:buClr>
                <a:srgbClr val="101010"/>
              </a:buClr>
              <a:buSzPts val="1000"/>
              <a:buFont typeface="Montserrat"/>
              <a:buNone/>
              <a:tabLst/>
              <a:defRPr/>
            </a:pPr>
            <a:endParaRPr kumimoji="0" lang="en-US" sz="1300" b="0" i="0" u="none" strike="noStrike" kern="1200" cap="none" spc="0" normalizeH="0" baseline="0" noProof="0">
              <a:ln>
                <a:noFill/>
              </a:ln>
              <a:solidFill>
                <a:srgbClr val="101010"/>
              </a:solidFill>
              <a:effectLst/>
              <a:uLnTx/>
              <a:uFillTx/>
              <a:latin typeface="Arial"/>
              <a:ea typeface="+mn-ea"/>
              <a:cs typeface="+mn-cs"/>
              <a:sym typeface="Montserrat"/>
            </a:endParaRPr>
          </a:p>
          <a:p>
            <a:pPr marL="0" marR="0" lvl="0" indent="0" algn="l" defTabSz="914400" rtl="0" eaLnBrk="1" fontAlgn="auto" latinLnBrk="0" hangingPunct="1">
              <a:lnSpc>
                <a:spcPct val="100000"/>
              </a:lnSpc>
              <a:spcBef>
                <a:spcPts val="0"/>
              </a:spcBef>
              <a:spcAft>
                <a:spcPts val="600"/>
              </a:spcAft>
              <a:buClr>
                <a:srgbClr val="101010"/>
              </a:buClr>
              <a:buSzPts val="1000"/>
              <a:buFont typeface="Montserrat"/>
              <a:buNone/>
              <a:tabLst/>
              <a:defRPr/>
            </a:pPr>
            <a:r>
              <a:rPr kumimoji="0" lang="en-US" sz="1300" b="1" i="0" u="none" strike="noStrike" kern="1200" cap="none" spc="0" normalizeH="0" baseline="0" noProof="0">
                <a:ln>
                  <a:noFill/>
                </a:ln>
                <a:solidFill>
                  <a:srgbClr val="101010"/>
                </a:solidFill>
                <a:effectLst/>
                <a:uLnTx/>
                <a:uFillTx/>
                <a:latin typeface="Arial"/>
                <a:ea typeface="+mn-ea"/>
                <a:cs typeface="+mn-cs"/>
                <a:sym typeface="Montserrat"/>
              </a:rPr>
              <a:t>Key Results (“KR”)</a:t>
            </a:r>
          </a:p>
          <a:p>
            <a:pPr marL="0" marR="0" lvl="0" indent="0" algn="l" defTabSz="914400" rtl="0" eaLnBrk="1" fontAlgn="auto" latinLnBrk="0" hangingPunct="1">
              <a:lnSpc>
                <a:spcPct val="100000"/>
              </a:lnSpc>
              <a:spcBef>
                <a:spcPts val="0"/>
              </a:spcBef>
              <a:spcAft>
                <a:spcPts val="600"/>
              </a:spcAft>
              <a:buClr>
                <a:srgbClr val="101010"/>
              </a:buClr>
              <a:buSzPts val="1000"/>
              <a:buFont typeface="Montserrat"/>
              <a:buNone/>
              <a:tabLst/>
              <a:defRPr/>
            </a:pPr>
            <a:r>
              <a:rPr kumimoji="0" lang="en-US" sz="1300" b="0" i="0" u="none" strike="noStrike" kern="1200" cap="none" spc="0" normalizeH="0" baseline="0" noProof="0">
                <a:ln>
                  <a:noFill/>
                </a:ln>
                <a:solidFill>
                  <a:srgbClr val="101010"/>
                </a:solidFill>
                <a:effectLst/>
                <a:uLnTx/>
                <a:uFillTx/>
                <a:latin typeface="Arial"/>
                <a:ea typeface="+mn-ea"/>
                <a:cs typeface="+mn-cs"/>
                <a:sym typeface="Montserrat"/>
              </a:rPr>
              <a:t>Individual metrics that show progress and impact (e.g., "Conduct 20 successful customer training sessions with 90% satisfaction rate")</a:t>
            </a:r>
          </a:p>
        </p:txBody>
      </p:sp>
      <p:cxnSp>
        <p:nvCxnSpPr>
          <p:cNvPr id="137" name="Straight Arrow Connector 136">
            <a:extLst>
              <a:ext uri="{FF2B5EF4-FFF2-40B4-BE49-F238E27FC236}">
                <a16:creationId xmlns:a16="http://schemas.microsoft.com/office/drawing/2014/main" id="{B9E387B7-872E-E0B0-F9F2-C95047048D9A}"/>
              </a:ext>
            </a:extLst>
          </p:cNvPr>
          <p:cNvCxnSpPr/>
          <p:nvPr/>
        </p:nvCxnSpPr>
        <p:spPr>
          <a:xfrm>
            <a:off x="1623528" y="2495939"/>
            <a:ext cx="15115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F4343C97-C63B-BB01-326A-5DE8D77E0414}"/>
              </a:ext>
            </a:extLst>
          </p:cNvPr>
          <p:cNvCxnSpPr/>
          <p:nvPr/>
        </p:nvCxnSpPr>
        <p:spPr>
          <a:xfrm>
            <a:off x="4948336" y="2505270"/>
            <a:ext cx="1511559" cy="0"/>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5" name="Freeform 366">
            <a:extLst>
              <a:ext uri="{FF2B5EF4-FFF2-40B4-BE49-F238E27FC236}">
                <a16:creationId xmlns:a16="http://schemas.microsoft.com/office/drawing/2014/main" id="{E95384ED-7E6D-9D55-EC24-D588F0F350D7}"/>
              </a:ext>
            </a:extLst>
          </p:cNvPr>
          <p:cNvSpPr>
            <a:spLocks noChangeAspect="1" noChangeArrowheads="1"/>
          </p:cNvSpPr>
          <p:nvPr/>
        </p:nvSpPr>
        <p:spPr bwMode="auto">
          <a:xfrm>
            <a:off x="7315358" y="1962326"/>
            <a:ext cx="1097280" cy="1097280"/>
          </a:xfrm>
          <a:prstGeom prst="ellipse">
            <a:avLst/>
          </a:prstGeom>
          <a:solidFill>
            <a:schemeClr val="accent1">
              <a:lumMod val="20000"/>
              <a:lumOff val="80000"/>
            </a:schemeClr>
          </a:solidFill>
          <a:ln>
            <a:noFill/>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7D7AE8"/>
                </a:solidFill>
                <a:effectLst/>
                <a:uLnTx/>
                <a:uFillTx/>
                <a:latin typeface="Arial"/>
                <a:ea typeface="+mn-ea"/>
                <a:cs typeface="+mn-cs"/>
              </a:rPr>
              <a:t>3</a:t>
            </a:r>
          </a:p>
        </p:txBody>
      </p:sp>
      <p:sp>
        <p:nvSpPr>
          <p:cNvPr id="5" name="Rectangle 4">
            <a:extLst>
              <a:ext uri="{FF2B5EF4-FFF2-40B4-BE49-F238E27FC236}">
                <a16:creationId xmlns:a16="http://schemas.microsoft.com/office/drawing/2014/main" id="{FB957112-3A8C-D16F-3447-B343B8165BB3}"/>
              </a:ext>
            </a:extLst>
          </p:cNvPr>
          <p:cNvSpPr/>
          <p:nvPr/>
        </p:nvSpPr>
        <p:spPr>
          <a:xfrm>
            <a:off x="1211379" y="1246960"/>
            <a:ext cx="3309226" cy="4845927"/>
          </a:xfrm>
          <a:prstGeom prst="rect">
            <a:avLst/>
          </a:prstGeom>
          <a:noFill/>
          <a:ln w="57150">
            <a:solidFill>
              <a:srgbClr val="7D7A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14" name="Freeform 223">
            <a:extLst>
              <a:ext uri="{FF2B5EF4-FFF2-40B4-BE49-F238E27FC236}">
                <a16:creationId xmlns:a16="http://schemas.microsoft.com/office/drawing/2014/main" id="{10E63972-95DF-C005-D60D-6F02849C92D3}"/>
              </a:ext>
            </a:extLst>
          </p:cNvPr>
          <p:cNvSpPr>
            <a:spLocks noChangeAspect="1" noChangeArrowheads="1"/>
          </p:cNvSpPr>
          <p:nvPr/>
        </p:nvSpPr>
        <p:spPr bwMode="auto">
          <a:xfrm>
            <a:off x="3939539" y="1962326"/>
            <a:ext cx="1097280" cy="1097280"/>
          </a:xfrm>
          <a:prstGeom prst="ellipse">
            <a:avLst/>
          </a:prstGeom>
          <a:solidFill>
            <a:schemeClr val="accent1">
              <a:lumMod val="60000"/>
              <a:lumOff val="40000"/>
            </a:schemeClr>
          </a:solidFill>
          <a:ln>
            <a:noFill/>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FFFF"/>
                </a:solidFill>
                <a:effectLst/>
                <a:uLnTx/>
                <a:uFillTx/>
                <a:latin typeface="Arial"/>
                <a:ea typeface="+mn-ea"/>
                <a:cs typeface="+mn-cs"/>
              </a:rPr>
              <a:t>2</a:t>
            </a:r>
          </a:p>
        </p:txBody>
      </p:sp>
      <p:sp>
        <p:nvSpPr>
          <p:cNvPr id="113" name="Freeform 74">
            <a:extLst>
              <a:ext uri="{FF2B5EF4-FFF2-40B4-BE49-F238E27FC236}">
                <a16:creationId xmlns:a16="http://schemas.microsoft.com/office/drawing/2014/main" id="{AF145841-B684-9057-2CDA-88E76950D167}"/>
              </a:ext>
            </a:extLst>
          </p:cNvPr>
          <p:cNvSpPr>
            <a:spLocks noChangeAspect="1" noChangeArrowheads="1"/>
          </p:cNvSpPr>
          <p:nvPr/>
        </p:nvSpPr>
        <p:spPr bwMode="auto">
          <a:xfrm>
            <a:off x="647699" y="1962326"/>
            <a:ext cx="1097280" cy="1097280"/>
          </a:xfrm>
          <a:prstGeom prst="ellipse">
            <a:avLst/>
          </a:prstGeom>
          <a:solidFill>
            <a:schemeClr val="accent1"/>
          </a:solidFill>
          <a:ln>
            <a:noFill/>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FFFF"/>
                </a:solidFill>
                <a:effectLst/>
                <a:uLnTx/>
                <a:uFillTx/>
                <a:latin typeface="Arial"/>
                <a:ea typeface="+mn-ea"/>
                <a:cs typeface="+mn-cs"/>
              </a:rPr>
              <a:t>1</a:t>
            </a:r>
          </a:p>
        </p:txBody>
      </p:sp>
    </p:spTree>
    <p:extLst>
      <p:ext uri="{BB962C8B-B14F-4D97-AF65-F5344CB8AC3E}">
        <p14:creationId xmlns:p14="http://schemas.microsoft.com/office/powerpoint/2010/main" val="343876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1306F-3B68-5819-1CED-11E62D8AE720}"/>
            </a:ext>
          </a:extLst>
        </p:cNvPr>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3C3A8775-DB80-1642-97A9-9E8730B588FE}"/>
              </a:ext>
            </a:extLst>
          </p:cNvPr>
          <p:cNvGraphicFramePr/>
          <p:nvPr/>
        </p:nvGraphicFramePr>
        <p:xfrm>
          <a:off x="482259" y="-1471635"/>
          <a:ext cx="11376659" cy="66232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BF2004C6-9813-F715-6048-3E1FAF8E4DE5}"/>
              </a:ext>
            </a:extLst>
          </p:cNvPr>
          <p:cNvSpPr>
            <a:spLocks noGrp="1"/>
          </p:cNvSpPr>
          <p:nvPr>
            <p:ph type="title"/>
          </p:nvPr>
        </p:nvSpPr>
        <p:spPr>
          <a:xfrm>
            <a:off x="482259" y="192477"/>
            <a:ext cx="11170919" cy="731520"/>
          </a:xfrm>
        </p:spPr>
        <p:txBody>
          <a:bodyPr/>
          <a:lstStyle/>
          <a:p>
            <a:r>
              <a:rPr lang="en-GB" dirty="0">
                <a:solidFill>
                  <a:srgbClr val="7D7AE8"/>
                </a:solidFill>
                <a:latin typeface="Geist"/>
              </a:rPr>
              <a:t>Supporting activity/project milestones  -template</a:t>
            </a:r>
          </a:p>
        </p:txBody>
      </p:sp>
      <p:sp>
        <p:nvSpPr>
          <p:cNvPr id="7" name="TextBox 6">
            <a:extLst>
              <a:ext uri="{FF2B5EF4-FFF2-40B4-BE49-F238E27FC236}">
                <a16:creationId xmlns:a16="http://schemas.microsoft.com/office/drawing/2014/main" id="{722ABE9E-C062-35ED-0B9E-4A831926AF0D}"/>
              </a:ext>
            </a:extLst>
          </p:cNvPr>
          <p:cNvSpPr txBox="1"/>
          <p:nvPr/>
        </p:nvSpPr>
        <p:spPr>
          <a:xfrm>
            <a:off x="482259" y="2995403"/>
            <a:ext cx="2654709" cy="1390061"/>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000" b="0" i="0" u="none" strike="noStrike" kern="1200" cap="none" spc="0" normalizeH="0" baseline="0" noProof="0">
                <a:ln>
                  <a:noFill/>
                </a:ln>
                <a:effectLst/>
                <a:uLnTx/>
                <a:uFillTx/>
                <a:cs typeface="Arial"/>
              </a:rPr>
              <a:t>Pro</a:t>
            </a:r>
            <a:r>
              <a:rPr lang="en-CA" sz="1000" err="1">
                <a:cs typeface="Arial"/>
              </a:rPr>
              <a:t>ject</a:t>
            </a:r>
            <a:r>
              <a:rPr lang="en-CA" sz="1000">
                <a:cs typeface="Arial"/>
              </a:rPr>
              <a:t> 1 milestone A</a:t>
            </a:r>
          </a:p>
          <a:p>
            <a:pPr marL="227965" indent="-227965">
              <a:spcAft>
                <a:spcPts val="600"/>
              </a:spcAft>
              <a:buClr>
                <a:srgbClr val="7D7AE8"/>
              </a:buClr>
              <a:buFont typeface="Arial" panose="020B0604020202020204" pitchFamily="34" charset="0"/>
              <a:buChar char="•"/>
            </a:pPr>
            <a:r>
              <a:rPr lang="en-CA" sz="1000">
                <a:cs typeface="Arial"/>
              </a:rPr>
              <a:t>Project 2 milestone A </a:t>
            </a:r>
          </a:p>
          <a:p>
            <a:pPr marL="227965" indent="-227965">
              <a:spcAft>
                <a:spcPts val="600"/>
              </a:spcAft>
              <a:buClr>
                <a:srgbClr val="7D7AE8"/>
              </a:buClr>
              <a:buFont typeface="Arial" panose="020B0604020202020204" pitchFamily="34" charset="0"/>
              <a:buChar char="•"/>
            </a:pPr>
            <a:r>
              <a:rPr lang="en-CA" sz="1000">
                <a:cs typeface="Arial"/>
              </a:rPr>
              <a:t>Project 3 milestone A</a:t>
            </a:r>
          </a:p>
          <a:p>
            <a:pPr marL="227965" indent="-227965">
              <a:spcAft>
                <a:spcPts val="600"/>
              </a:spcAft>
              <a:buClr>
                <a:srgbClr val="7D7AE8"/>
              </a:buClr>
              <a:buFont typeface="Arial" panose="020B0604020202020204" pitchFamily="34" charset="0"/>
              <a:buChar char="•"/>
            </a:pPr>
            <a:r>
              <a:rPr lang="en-CA" sz="1000">
                <a:cs typeface="Arial"/>
              </a:rPr>
              <a:t>…</a:t>
            </a:r>
          </a:p>
          <a:p>
            <a:pPr marL="227965" indent="-227965">
              <a:spcAft>
                <a:spcPts val="600"/>
              </a:spcAft>
              <a:buClr>
                <a:srgbClr val="7D7AE8"/>
              </a:buClr>
              <a:buFont typeface="Arial" panose="020B0604020202020204" pitchFamily="34" charset="0"/>
              <a:buChar char="•"/>
            </a:pPr>
            <a:endParaRPr lang="en-GB" sz="1000" b="0" i="0" u="none" strike="noStrike" kern="1200" cap="none" spc="0" normalizeH="0" baseline="0" noProof="0">
              <a:ln>
                <a:noFill/>
              </a:ln>
              <a:effectLst/>
              <a:uLnTx/>
              <a:uFillTx/>
              <a:cs typeface="Arial"/>
            </a:endParaRPr>
          </a:p>
          <a:p>
            <a:pPr marL="227965" indent="-227965">
              <a:buFont typeface="Arial" panose="020B0604020202020204" pitchFamily="34" charset="0"/>
              <a:buChar char="•"/>
            </a:pPr>
            <a:endParaRPr lang="en-GB" sz="933">
              <a:solidFill>
                <a:schemeClr val="bg1">
                  <a:lumMod val="75000"/>
                </a:schemeClr>
              </a:solidFill>
              <a:cs typeface="Arial"/>
            </a:endParaRPr>
          </a:p>
        </p:txBody>
      </p:sp>
      <p:sp>
        <p:nvSpPr>
          <p:cNvPr id="8" name="TextBox 7">
            <a:extLst>
              <a:ext uri="{FF2B5EF4-FFF2-40B4-BE49-F238E27FC236}">
                <a16:creationId xmlns:a16="http://schemas.microsoft.com/office/drawing/2014/main" id="{2594BE07-E855-2211-AF9B-68911C1B293F}"/>
              </a:ext>
            </a:extLst>
          </p:cNvPr>
          <p:cNvSpPr txBox="1"/>
          <p:nvPr/>
        </p:nvSpPr>
        <p:spPr>
          <a:xfrm>
            <a:off x="3364114" y="2995404"/>
            <a:ext cx="2654709" cy="1323439"/>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000">
                <a:cs typeface="Arial"/>
              </a:rPr>
              <a:t>Project 1 milestone B</a:t>
            </a:r>
          </a:p>
          <a:p>
            <a:pPr marL="227965" indent="-227965">
              <a:spcAft>
                <a:spcPts val="600"/>
              </a:spcAft>
              <a:buClr>
                <a:srgbClr val="7D7AE8"/>
              </a:buClr>
              <a:buFont typeface="Arial" panose="020B0604020202020204" pitchFamily="34" charset="0"/>
              <a:buChar char="•"/>
            </a:pPr>
            <a:r>
              <a:rPr lang="en-CA" sz="1000">
                <a:cs typeface="Arial"/>
              </a:rPr>
              <a:t>Project 2 milestone B </a:t>
            </a:r>
          </a:p>
          <a:p>
            <a:pPr marL="227965" indent="-227965">
              <a:spcAft>
                <a:spcPts val="600"/>
              </a:spcAft>
              <a:buClr>
                <a:srgbClr val="7D7AE8"/>
              </a:buClr>
              <a:buFont typeface="Arial" panose="020B0604020202020204" pitchFamily="34" charset="0"/>
              <a:buChar char="•"/>
            </a:pPr>
            <a:r>
              <a:rPr lang="en-CA" sz="1000">
                <a:cs typeface="Arial"/>
              </a:rPr>
              <a:t>Project 3 milestone B</a:t>
            </a:r>
          </a:p>
          <a:p>
            <a:pPr marL="227965" indent="-227965">
              <a:spcAft>
                <a:spcPts val="600"/>
              </a:spcAft>
              <a:buClr>
                <a:srgbClr val="7D7AE8"/>
              </a:buClr>
              <a:buFont typeface="Arial" panose="020B0604020202020204" pitchFamily="34" charset="0"/>
              <a:buChar char="•"/>
            </a:pPr>
            <a:r>
              <a:rPr lang="en-CA" sz="1000">
                <a:cs typeface="Arial"/>
              </a:rPr>
              <a:t>…</a:t>
            </a:r>
          </a:p>
          <a:p>
            <a:pPr marL="227965" indent="-227965">
              <a:buFont typeface="Arial" panose="020B0604020202020204" pitchFamily="34" charset="0"/>
              <a:buChar char="•"/>
            </a:pPr>
            <a:endParaRPr lang="en-US" sz="1000">
              <a:cs typeface="Arial"/>
            </a:endParaRPr>
          </a:p>
          <a:p>
            <a:pPr marL="227965" indent="-227965">
              <a:buFont typeface="Arial" panose="020B0604020202020204" pitchFamily="34" charset="0"/>
              <a:buChar char="•"/>
            </a:pPr>
            <a:endParaRPr lang="en-US" sz="1000">
              <a:cs typeface="Arial"/>
            </a:endParaRPr>
          </a:p>
        </p:txBody>
      </p:sp>
      <p:sp>
        <p:nvSpPr>
          <p:cNvPr id="9" name="TextBox 8">
            <a:extLst>
              <a:ext uri="{FF2B5EF4-FFF2-40B4-BE49-F238E27FC236}">
                <a16:creationId xmlns:a16="http://schemas.microsoft.com/office/drawing/2014/main" id="{2968A4B2-8879-0953-42E5-942B45B0BA4D}"/>
              </a:ext>
            </a:extLst>
          </p:cNvPr>
          <p:cNvSpPr txBox="1"/>
          <p:nvPr/>
        </p:nvSpPr>
        <p:spPr>
          <a:xfrm>
            <a:off x="6207800" y="2983620"/>
            <a:ext cx="2654709" cy="1246495"/>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000">
                <a:cs typeface="Arial"/>
              </a:rPr>
              <a:t>Project 1 milestone C</a:t>
            </a:r>
          </a:p>
          <a:p>
            <a:pPr marL="227965" indent="-227965">
              <a:spcAft>
                <a:spcPts val="600"/>
              </a:spcAft>
              <a:buClr>
                <a:srgbClr val="7D7AE8"/>
              </a:buClr>
              <a:buFont typeface="Arial" panose="020B0604020202020204" pitchFamily="34" charset="0"/>
              <a:buChar char="•"/>
            </a:pPr>
            <a:r>
              <a:rPr lang="en-CA" sz="1000">
                <a:cs typeface="Arial"/>
              </a:rPr>
              <a:t>Project 2 milestone C </a:t>
            </a:r>
          </a:p>
          <a:p>
            <a:pPr marL="227965" indent="-227965">
              <a:spcAft>
                <a:spcPts val="600"/>
              </a:spcAft>
              <a:buClr>
                <a:srgbClr val="7D7AE8"/>
              </a:buClr>
              <a:buFont typeface="Arial" panose="020B0604020202020204" pitchFamily="34" charset="0"/>
              <a:buChar char="•"/>
            </a:pPr>
            <a:r>
              <a:rPr lang="en-CA" sz="1000">
                <a:cs typeface="Arial"/>
              </a:rPr>
              <a:t>Project 3 milestone C</a:t>
            </a:r>
          </a:p>
          <a:p>
            <a:pPr marL="227965" indent="-227965">
              <a:spcAft>
                <a:spcPts val="600"/>
              </a:spcAft>
              <a:buClr>
                <a:srgbClr val="7D7AE8"/>
              </a:buClr>
              <a:buFont typeface="Arial" panose="020B0604020202020204" pitchFamily="34" charset="0"/>
              <a:buChar char="•"/>
            </a:pPr>
            <a:r>
              <a:rPr lang="en-CA" sz="1000">
                <a:cs typeface="Arial"/>
              </a:rPr>
              <a:t>…</a:t>
            </a:r>
          </a:p>
          <a:p>
            <a:pPr marL="227965" indent="-227965">
              <a:spcBef>
                <a:spcPts val="600"/>
              </a:spcBef>
              <a:buFont typeface="Arial" panose="020B0604020202020204" pitchFamily="34" charset="0"/>
              <a:buChar char="•"/>
            </a:pPr>
            <a:endParaRPr lang="en-GB" sz="1000">
              <a:cs typeface="Arial"/>
            </a:endParaRPr>
          </a:p>
        </p:txBody>
      </p:sp>
      <p:sp>
        <p:nvSpPr>
          <p:cNvPr id="10" name="TextBox 9">
            <a:extLst>
              <a:ext uri="{FF2B5EF4-FFF2-40B4-BE49-F238E27FC236}">
                <a16:creationId xmlns:a16="http://schemas.microsoft.com/office/drawing/2014/main" id="{7C00FB42-03DD-C038-E60F-0C5ED92F4B69}"/>
              </a:ext>
            </a:extLst>
          </p:cNvPr>
          <p:cNvSpPr txBox="1"/>
          <p:nvPr/>
        </p:nvSpPr>
        <p:spPr>
          <a:xfrm>
            <a:off x="9163571" y="2920357"/>
            <a:ext cx="2884324" cy="2549224"/>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000">
                <a:cs typeface="Arial"/>
              </a:rPr>
              <a:t>Project 1 milestone D</a:t>
            </a:r>
          </a:p>
          <a:p>
            <a:pPr marL="227965" indent="-227965">
              <a:spcAft>
                <a:spcPts val="600"/>
              </a:spcAft>
              <a:buClr>
                <a:srgbClr val="7D7AE8"/>
              </a:buClr>
              <a:buFont typeface="Arial" panose="020B0604020202020204" pitchFamily="34" charset="0"/>
              <a:buChar char="•"/>
            </a:pPr>
            <a:r>
              <a:rPr lang="en-CA" sz="1000">
                <a:cs typeface="Arial"/>
              </a:rPr>
              <a:t>Project 2 milestone D </a:t>
            </a:r>
          </a:p>
          <a:p>
            <a:pPr marL="227965" indent="-227965">
              <a:spcAft>
                <a:spcPts val="600"/>
              </a:spcAft>
              <a:buClr>
                <a:srgbClr val="7D7AE8"/>
              </a:buClr>
              <a:buFont typeface="Arial" panose="020B0604020202020204" pitchFamily="34" charset="0"/>
              <a:buChar char="•"/>
            </a:pPr>
            <a:r>
              <a:rPr lang="en-CA" sz="1000">
                <a:cs typeface="Arial"/>
              </a:rPr>
              <a:t>Project 3 milestone D</a:t>
            </a:r>
          </a:p>
          <a:p>
            <a:pPr marL="227965" indent="-227965">
              <a:spcAft>
                <a:spcPts val="600"/>
              </a:spcAft>
              <a:buClr>
                <a:srgbClr val="7D7AE8"/>
              </a:buClr>
              <a:buFont typeface="Arial" panose="020B0604020202020204" pitchFamily="34" charset="0"/>
              <a:buChar char="•"/>
            </a:pPr>
            <a:r>
              <a:rPr lang="en-CA" sz="1000">
                <a:cs typeface="Arial"/>
              </a:rPr>
              <a:t>…</a:t>
            </a:r>
          </a:p>
          <a:p>
            <a:pPr marL="227965" indent="-227965">
              <a:spcAft>
                <a:spcPts val="600"/>
              </a:spcAft>
              <a:buClr>
                <a:srgbClr val="7D7AE8"/>
              </a:buClr>
              <a:buFont typeface="Arial" panose="020B0604020202020204" pitchFamily="34" charset="0"/>
              <a:buChar char="•"/>
            </a:pPr>
            <a:endParaRPr lang="en-GB" sz="1000">
              <a:cs typeface="Arial"/>
            </a:endParaRPr>
          </a:p>
          <a:p>
            <a:pPr marL="227965" indent="-227965">
              <a:spcAft>
                <a:spcPts val="600"/>
              </a:spcAft>
              <a:buClr>
                <a:srgbClr val="7D7AE8"/>
              </a:buClr>
              <a:buFont typeface="Arial" panose="020B0604020202020204" pitchFamily="34" charset="0"/>
              <a:buChar char="•"/>
            </a:pPr>
            <a:endParaRPr lang="en-GB" sz="1000">
              <a:cs typeface="Arial"/>
            </a:endParaRPr>
          </a:p>
          <a:p>
            <a:pPr marL="227965" indent="-227965">
              <a:spcAft>
                <a:spcPts val="600"/>
              </a:spcAft>
              <a:buFont typeface="Arial" panose="020B0604020202020204" pitchFamily="34" charset="0"/>
              <a:buChar char="•"/>
            </a:pPr>
            <a:endParaRPr lang="en-GB" sz="1000">
              <a:cs typeface="Arial"/>
            </a:endParaRPr>
          </a:p>
          <a:p>
            <a:pPr marL="227965" indent="-227965">
              <a:spcAft>
                <a:spcPts val="1600"/>
              </a:spcAft>
              <a:buFont typeface="Arial" panose="020B0604020202020204" pitchFamily="34" charset="0"/>
              <a:buChar char="•"/>
            </a:pPr>
            <a:endParaRPr lang="en-GB" sz="933">
              <a:cs typeface="Arial"/>
            </a:endParaRPr>
          </a:p>
          <a:p>
            <a:pPr marL="227965" indent="-227965">
              <a:spcAft>
                <a:spcPts val="1600"/>
              </a:spcAft>
              <a:buFont typeface="Arial" panose="020B0604020202020204" pitchFamily="34" charset="0"/>
              <a:buChar char="•"/>
            </a:pPr>
            <a:endParaRPr lang="en-GB" sz="933">
              <a:cs typeface="Arial"/>
            </a:endParaRPr>
          </a:p>
          <a:p>
            <a:pPr marL="227965" indent="-227965">
              <a:spcAft>
                <a:spcPts val="1600"/>
              </a:spcAft>
              <a:buFont typeface="Arial" panose="020B0604020202020204" pitchFamily="34" charset="0"/>
              <a:buChar char="•"/>
            </a:pPr>
            <a:endParaRPr lang="en-GB" sz="933">
              <a:cs typeface="Arial"/>
            </a:endParaRPr>
          </a:p>
        </p:txBody>
      </p:sp>
      <p:sp>
        <p:nvSpPr>
          <p:cNvPr id="11" name="TextBox 10">
            <a:extLst>
              <a:ext uri="{FF2B5EF4-FFF2-40B4-BE49-F238E27FC236}">
                <a16:creationId xmlns:a16="http://schemas.microsoft.com/office/drawing/2014/main" id="{DC626DAA-F62D-BE6A-94F8-3A5FB6F1F3CD}"/>
              </a:ext>
            </a:extLst>
          </p:cNvPr>
          <p:cNvSpPr txBox="1"/>
          <p:nvPr/>
        </p:nvSpPr>
        <p:spPr>
          <a:xfrm>
            <a:off x="905783" y="874780"/>
            <a:ext cx="1154483" cy="256545"/>
          </a:xfrm>
          <a:prstGeom prst="rect">
            <a:avLst/>
          </a:prstGeom>
          <a:noFill/>
        </p:spPr>
        <p:txBody>
          <a:bodyPr wrap="none" rtlCol="0">
            <a:spAutoFit/>
          </a:bodyPr>
          <a:lstStyle/>
          <a:p>
            <a:r>
              <a:rPr lang="en-GB" sz="1067"/>
              <a:t>To 30 Nov 2025</a:t>
            </a:r>
          </a:p>
        </p:txBody>
      </p:sp>
      <p:sp>
        <p:nvSpPr>
          <p:cNvPr id="12" name="TextBox 11">
            <a:extLst>
              <a:ext uri="{FF2B5EF4-FFF2-40B4-BE49-F238E27FC236}">
                <a16:creationId xmlns:a16="http://schemas.microsoft.com/office/drawing/2014/main" id="{B5404DF4-7DF7-010C-F950-379BDF631F3F}"/>
              </a:ext>
            </a:extLst>
          </p:cNvPr>
          <p:cNvSpPr txBox="1"/>
          <p:nvPr/>
        </p:nvSpPr>
        <p:spPr>
          <a:xfrm>
            <a:off x="3793190" y="874780"/>
            <a:ext cx="1144865" cy="256545"/>
          </a:xfrm>
          <a:prstGeom prst="rect">
            <a:avLst/>
          </a:prstGeom>
          <a:noFill/>
        </p:spPr>
        <p:txBody>
          <a:bodyPr wrap="none" rtlCol="0">
            <a:spAutoFit/>
          </a:bodyPr>
          <a:lstStyle/>
          <a:p>
            <a:r>
              <a:rPr lang="en-GB" sz="1067"/>
              <a:t>To 28 Feb 2026</a:t>
            </a:r>
          </a:p>
        </p:txBody>
      </p:sp>
      <p:sp>
        <p:nvSpPr>
          <p:cNvPr id="13" name="TextBox 12">
            <a:extLst>
              <a:ext uri="{FF2B5EF4-FFF2-40B4-BE49-F238E27FC236}">
                <a16:creationId xmlns:a16="http://schemas.microsoft.com/office/drawing/2014/main" id="{7FF64A7C-BB64-FDFC-1139-DD7804DBF940}"/>
              </a:ext>
            </a:extLst>
          </p:cNvPr>
          <p:cNvSpPr txBox="1"/>
          <p:nvPr/>
        </p:nvSpPr>
        <p:spPr>
          <a:xfrm>
            <a:off x="6685660" y="959587"/>
            <a:ext cx="1168910" cy="256545"/>
          </a:xfrm>
          <a:prstGeom prst="rect">
            <a:avLst/>
          </a:prstGeom>
          <a:noFill/>
        </p:spPr>
        <p:txBody>
          <a:bodyPr wrap="none" rtlCol="0">
            <a:spAutoFit/>
          </a:bodyPr>
          <a:lstStyle/>
          <a:p>
            <a:r>
              <a:rPr lang="en-GB" sz="1067"/>
              <a:t>To 31 May 2026</a:t>
            </a:r>
          </a:p>
        </p:txBody>
      </p:sp>
      <p:sp>
        <p:nvSpPr>
          <p:cNvPr id="14" name="TextBox 13">
            <a:extLst>
              <a:ext uri="{FF2B5EF4-FFF2-40B4-BE49-F238E27FC236}">
                <a16:creationId xmlns:a16="http://schemas.microsoft.com/office/drawing/2014/main" id="{5C907E91-DE90-AB2A-6D55-708C52EA34F7}"/>
              </a:ext>
            </a:extLst>
          </p:cNvPr>
          <p:cNvSpPr txBox="1"/>
          <p:nvPr/>
        </p:nvSpPr>
        <p:spPr>
          <a:xfrm>
            <a:off x="9575995" y="959587"/>
            <a:ext cx="1152880" cy="256545"/>
          </a:xfrm>
          <a:prstGeom prst="rect">
            <a:avLst/>
          </a:prstGeom>
          <a:noFill/>
        </p:spPr>
        <p:txBody>
          <a:bodyPr wrap="none" rtlCol="0">
            <a:spAutoFit/>
          </a:bodyPr>
          <a:lstStyle/>
          <a:p>
            <a:r>
              <a:rPr lang="en-GB" sz="1067"/>
              <a:t>To 31 Aug 2026</a:t>
            </a:r>
          </a:p>
        </p:txBody>
      </p:sp>
      <p:sp>
        <p:nvSpPr>
          <p:cNvPr id="3" name="Slide Number Placeholder 2">
            <a:extLst>
              <a:ext uri="{FF2B5EF4-FFF2-40B4-BE49-F238E27FC236}">
                <a16:creationId xmlns:a16="http://schemas.microsoft.com/office/drawing/2014/main" id="{D8A341FD-851C-3C96-9A8B-1EDFD97BA00C}"/>
              </a:ext>
            </a:extLst>
          </p:cNvPr>
          <p:cNvSpPr>
            <a:spLocks noGrp="1"/>
          </p:cNvSpPr>
          <p:nvPr>
            <p:ph type="sldNum" sz="quarter" idx="10"/>
          </p:nvPr>
        </p:nvSpPr>
        <p:spPr/>
        <p:txBody>
          <a:bodyPr/>
          <a:lstStyle/>
          <a:p>
            <a:fld id="{4AF1CB10-4EE0-4482-BBF6-B71BD01DA370}" type="slidenum">
              <a:rPr lang="en-US" smtClean="0"/>
              <a:pPr/>
              <a:t>6</a:t>
            </a:fld>
            <a:endParaRPr lang="en-US"/>
          </a:p>
        </p:txBody>
      </p:sp>
    </p:spTree>
    <p:extLst>
      <p:ext uri="{BB962C8B-B14F-4D97-AF65-F5344CB8AC3E}">
        <p14:creationId xmlns:p14="http://schemas.microsoft.com/office/powerpoint/2010/main" val="2960897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88AFB-705C-5571-D4F6-26F7E7489AE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833FA96-EFA7-E5FB-CAAB-47D645A6654E}"/>
              </a:ext>
            </a:extLst>
          </p:cNvPr>
          <p:cNvSpPr>
            <a:spLocks noGrp="1"/>
          </p:cNvSpPr>
          <p:nvPr>
            <p:ph type="title"/>
          </p:nvPr>
        </p:nvSpPr>
        <p:spPr>
          <a:xfrm>
            <a:off x="2960018" y="2697480"/>
            <a:ext cx="7985210" cy="731520"/>
          </a:xfrm>
        </p:spPr>
        <p:txBody>
          <a:bodyPr/>
          <a:lstStyle/>
          <a:p>
            <a:r>
              <a:rPr lang="en-US" sz="3200" dirty="0"/>
              <a:t>Org level Objectives FY26</a:t>
            </a:r>
          </a:p>
        </p:txBody>
      </p:sp>
    </p:spTree>
    <p:extLst>
      <p:ext uri="{BB962C8B-B14F-4D97-AF65-F5344CB8AC3E}">
        <p14:creationId xmlns:p14="http://schemas.microsoft.com/office/powerpoint/2010/main" val="1613935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F15A3-3AD5-9D45-7F91-1376A702DE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135F2A-B96D-529C-6D9F-7668431FF463}"/>
              </a:ext>
            </a:extLst>
          </p:cNvPr>
          <p:cNvSpPr>
            <a:spLocks noGrp="1"/>
          </p:cNvSpPr>
          <p:nvPr>
            <p:ph type="title"/>
          </p:nvPr>
        </p:nvSpPr>
        <p:spPr/>
        <p:txBody>
          <a:bodyPr/>
          <a:lstStyle/>
          <a:p>
            <a:r>
              <a:rPr lang="en-US" dirty="0" err="1"/>
              <a:t>Aptum</a:t>
            </a:r>
            <a:r>
              <a:rPr lang="en-US" dirty="0"/>
              <a:t> FY26 OKRs – organization wide alignment</a:t>
            </a:r>
          </a:p>
        </p:txBody>
      </p:sp>
      <p:sp>
        <p:nvSpPr>
          <p:cNvPr id="5" name="Content Placeholder 5">
            <a:extLst>
              <a:ext uri="{FF2B5EF4-FFF2-40B4-BE49-F238E27FC236}">
                <a16:creationId xmlns:a16="http://schemas.microsoft.com/office/drawing/2014/main" id="{44F9BF50-97FB-CBC7-3D88-D15BBE6E4983}"/>
              </a:ext>
            </a:extLst>
          </p:cNvPr>
          <p:cNvSpPr>
            <a:spLocks noGrp="1"/>
          </p:cNvSpPr>
          <p:nvPr>
            <p:ph idx="1"/>
          </p:nvPr>
        </p:nvSpPr>
        <p:spPr>
          <a:xfrm>
            <a:off x="510540" y="936624"/>
            <a:ext cx="11170919" cy="5106761"/>
          </a:xfrm>
        </p:spPr>
        <p:txBody>
          <a:bodyPr vert="horz" lIns="90000" tIns="45720" rIns="91440" bIns="45720" rtlCol="0" anchor="t">
            <a:noAutofit/>
          </a:bodyPr>
          <a:lstStyle/>
          <a:p>
            <a:pPr>
              <a:spcBef>
                <a:spcPts val="1800"/>
              </a:spcBef>
              <a:spcAft>
                <a:spcPts val="1000"/>
              </a:spcAft>
              <a:buClr>
                <a:srgbClr val="101010"/>
              </a:buClr>
              <a:buSzPts val="1000"/>
              <a:defRPr/>
            </a:pPr>
            <a:r>
              <a:rPr lang="en-US" sz="1400" dirty="0">
                <a:solidFill>
                  <a:srgbClr val="7D7AE8"/>
                </a:solidFill>
                <a:latin typeface="Arial"/>
              </a:rPr>
              <a:t>Objectives: </a:t>
            </a:r>
            <a:r>
              <a:rPr lang="en-US" sz="1400" dirty="0">
                <a:solidFill>
                  <a:schemeClr val="accent2">
                    <a:lumMod val="90000"/>
                  </a:schemeClr>
                </a:solidFill>
                <a:latin typeface="Arial"/>
              </a:rPr>
              <a:t>(infinite game)</a:t>
            </a:r>
          </a:p>
          <a:p>
            <a:pPr marL="182880" indent="-182880">
              <a:spcBef>
                <a:spcPts val="0"/>
              </a:spcBef>
              <a:buClr>
                <a:srgbClr val="101010"/>
              </a:buClr>
              <a:buSzPts val="1000"/>
              <a:buFont typeface="Arial"/>
              <a:buAutoNum type="arabicPeriod"/>
              <a:defRPr/>
            </a:pPr>
            <a:r>
              <a:rPr lang="en-US" sz="1100" dirty="0">
                <a:solidFill>
                  <a:srgbClr val="101010"/>
                </a:solidFill>
                <a:latin typeface="Arial"/>
              </a:rPr>
              <a:t>Grow our value in the </a:t>
            </a:r>
            <a:r>
              <a:rPr lang="en-US" sz="1100" dirty="0">
                <a:solidFill>
                  <a:srgbClr val="101010"/>
                </a:solidFill>
              </a:rPr>
              <a:t>market</a:t>
            </a:r>
            <a:endParaRPr lang="en-US" sz="1100" dirty="0">
              <a:solidFill>
                <a:srgbClr val="101010"/>
              </a:solidFill>
              <a:latin typeface="Arial"/>
            </a:endParaRPr>
          </a:p>
          <a:p>
            <a:pPr marL="182880" indent="-182880">
              <a:spcBef>
                <a:spcPts val="0"/>
              </a:spcBef>
              <a:buClr>
                <a:srgbClr val="101010"/>
              </a:buClr>
              <a:buSzPts val="1000"/>
              <a:buFont typeface="Arial"/>
              <a:buAutoNum type="arabicPeriod"/>
              <a:defRPr/>
            </a:pPr>
            <a:r>
              <a:rPr lang="en-US" sz="1100" dirty="0">
                <a:solidFill>
                  <a:srgbClr val="101010"/>
                </a:solidFill>
                <a:latin typeface="Arial"/>
              </a:rPr>
              <a:t>Nurture and grow our base via account intimacy</a:t>
            </a:r>
          </a:p>
          <a:p>
            <a:pPr marL="182880" indent="-182880">
              <a:spcBef>
                <a:spcPts val="0"/>
              </a:spcBef>
              <a:buClr>
                <a:srgbClr val="101010"/>
              </a:buClr>
              <a:buSzPts val="1000"/>
              <a:buFont typeface="Arial"/>
              <a:buAutoNum type="arabicPeriod"/>
              <a:defRPr/>
            </a:pPr>
            <a:r>
              <a:rPr lang="en-US" sz="1100" dirty="0">
                <a:solidFill>
                  <a:srgbClr val="101010"/>
                </a:solidFill>
                <a:latin typeface="Arial"/>
              </a:rPr>
              <a:t>Stop burning cash and drive a profit </a:t>
            </a:r>
          </a:p>
          <a:p>
            <a:pPr marL="182880" indent="-182880">
              <a:spcBef>
                <a:spcPts val="0"/>
              </a:spcBef>
              <a:buClr>
                <a:srgbClr val="101010"/>
              </a:buClr>
              <a:buSzPts val="1000"/>
              <a:buFont typeface="Arial"/>
              <a:buAutoNum type="arabicPeriod"/>
              <a:defRPr/>
            </a:pPr>
            <a:r>
              <a:rPr lang="en-US" sz="1100" dirty="0">
                <a:solidFill>
                  <a:srgbClr val="101010"/>
                </a:solidFill>
                <a:latin typeface="Arial"/>
              </a:rPr>
              <a:t>Grow high performance teams</a:t>
            </a:r>
          </a:p>
          <a:p>
            <a:pPr>
              <a:spcBef>
                <a:spcPts val="1800"/>
              </a:spcBef>
              <a:spcAft>
                <a:spcPts val="1000"/>
              </a:spcAft>
              <a:buClr>
                <a:srgbClr val="101010"/>
              </a:buClr>
              <a:buSzPts val="1000"/>
              <a:defRPr/>
            </a:pPr>
            <a:r>
              <a:rPr lang="en-US" sz="1400" dirty="0">
                <a:solidFill>
                  <a:srgbClr val="7D7AE8"/>
                </a:solidFill>
                <a:latin typeface="Arial"/>
              </a:rPr>
              <a:t>Key Results: </a:t>
            </a:r>
            <a:r>
              <a:rPr lang="en-US" sz="1400" dirty="0">
                <a:solidFill>
                  <a:schemeClr val="accent2">
                    <a:lumMod val="90000"/>
                  </a:schemeClr>
                </a:solidFill>
                <a:latin typeface="Arial"/>
              </a:rPr>
              <a:t>(specific milestones for FY26)</a:t>
            </a:r>
          </a:p>
          <a:p>
            <a:pPr marL="182880" indent="-182880">
              <a:spcBef>
                <a:spcPts val="0"/>
              </a:spcBef>
              <a:buClr>
                <a:srgbClr val="101010"/>
              </a:buClr>
              <a:buSzPts val="1000"/>
              <a:buFont typeface="Arial"/>
              <a:buAutoNum type="arabicPeriod"/>
              <a:defRPr/>
            </a:pPr>
            <a:r>
              <a:rPr lang="en-US" sz="1100" dirty="0">
                <a:solidFill>
                  <a:srgbClr val="101010"/>
                </a:solidFill>
                <a:latin typeface="Arial"/>
              </a:rPr>
              <a:t>New logo growth target $ 2m </a:t>
            </a:r>
            <a:r>
              <a:rPr lang="en-US" sz="1100" dirty="0">
                <a:solidFill>
                  <a:srgbClr val="101010"/>
                </a:solidFill>
              </a:rPr>
              <a:t>ACV, MRC bookings &gt; 80k MRR</a:t>
            </a:r>
            <a:endParaRPr lang="en-US" sz="1100" dirty="0">
              <a:solidFill>
                <a:srgbClr val="101010"/>
              </a:solidFill>
              <a:latin typeface="Arial"/>
            </a:endParaRPr>
          </a:p>
          <a:p>
            <a:pPr marL="182880" indent="-182880">
              <a:spcBef>
                <a:spcPts val="0"/>
              </a:spcBef>
              <a:buClr>
                <a:srgbClr val="101010"/>
              </a:buClr>
              <a:buSzPts val="1000"/>
              <a:buFont typeface="Arial"/>
              <a:buAutoNum type="arabicPeriod"/>
              <a:defRPr/>
            </a:pPr>
            <a:r>
              <a:rPr lang="en-US" sz="1100" dirty="0">
                <a:solidFill>
                  <a:srgbClr val="101010"/>
                </a:solidFill>
                <a:latin typeface="Arial"/>
              </a:rPr>
              <a:t>Churn &lt; 1.0 and net growth of customers by 6%</a:t>
            </a:r>
            <a:endParaRPr lang="en-US" sz="1100" dirty="0">
              <a:solidFill>
                <a:srgbClr val="FF0000"/>
              </a:solidFill>
              <a:latin typeface="Arial"/>
            </a:endParaRPr>
          </a:p>
          <a:p>
            <a:pPr marL="182880" indent="-182880">
              <a:spcBef>
                <a:spcPts val="0"/>
              </a:spcBef>
              <a:buClr>
                <a:srgbClr val="101010"/>
              </a:buClr>
              <a:buSzPts val="1000"/>
              <a:buFont typeface="Arial"/>
              <a:buAutoNum type="arabicPeriod"/>
              <a:defRPr/>
            </a:pPr>
            <a:r>
              <a:rPr lang="en-US" sz="1100" dirty="0">
                <a:solidFill>
                  <a:srgbClr val="101010"/>
                </a:solidFill>
                <a:latin typeface="Arial"/>
              </a:rPr>
              <a:t>Cashflow+ in Q2, EBITDA run-rate 7.5m by end of 2026 calendar, 10m by fiscal year end</a:t>
            </a:r>
          </a:p>
          <a:p>
            <a:pPr marL="182880" indent="-182880">
              <a:spcBef>
                <a:spcPts val="0"/>
              </a:spcBef>
              <a:buClr>
                <a:srgbClr val="101010"/>
              </a:buClr>
              <a:buSzPts val="1000"/>
              <a:buFont typeface="Arial"/>
              <a:buAutoNum type="arabicPeriod"/>
              <a:defRPr/>
            </a:pPr>
            <a:r>
              <a:rPr lang="en-US" sz="1100" dirty="0">
                <a:solidFill>
                  <a:srgbClr val="101010"/>
                </a:solidFill>
                <a:latin typeface="Arial"/>
              </a:rPr>
              <a:t>50% strategic OKRs attained</a:t>
            </a:r>
          </a:p>
          <a:p>
            <a:pPr>
              <a:spcBef>
                <a:spcPts val="1800"/>
              </a:spcBef>
              <a:spcAft>
                <a:spcPts val="1000"/>
              </a:spcAft>
              <a:buClr>
                <a:srgbClr val="101010"/>
              </a:buClr>
              <a:buSzPts val="1000"/>
              <a:defRPr/>
            </a:pPr>
            <a:r>
              <a:rPr lang="en-US" sz="1400" dirty="0">
                <a:solidFill>
                  <a:srgbClr val="7D7AE8"/>
                </a:solidFill>
                <a:latin typeface="Arial"/>
              </a:rPr>
              <a:t>Key Activities: </a:t>
            </a:r>
            <a:r>
              <a:rPr lang="en-US" sz="1400" dirty="0">
                <a:solidFill>
                  <a:schemeClr val="accent2">
                    <a:lumMod val="90000"/>
                  </a:schemeClr>
                </a:solidFill>
                <a:latin typeface="Arial"/>
              </a:rPr>
              <a:t>(core strategies and Strategic action plans to achieve the objectives)</a:t>
            </a:r>
          </a:p>
          <a:p>
            <a:pPr marL="182880" indent="-182880">
              <a:spcBef>
                <a:spcPts val="0"/>
              </a:spcBef>
              <a:buClr>
                <a:srgbClr val="101010"/>
              </a:buClr>
              <a:buSzPts val="1000"/>
              <a:buFont typeface="Arial"/>
              <a:buAutoNum type="arabicPeriod"/>
              <a:defRPr/>
            </a:pPr>
            <a:r>
              <a:rPr lang="en-US" sz="1100" dirty="0">
                <a:solidFill>
                  <a:srgbClr val="101010"/>
                </a:solidFill>
                <a:latin typeface="Arial"/>
              </a:rPr>
              <a:t>Product strategy translated into GTM plans and active campaigns to drive new logo growth </a:t>
            </a:r>
          </a:p>
          <a:p>
            <a:pPr marL="182880" indent="-182880">
              <a:spcBef>
                <a:spcPts val="0"/>
              </a:spcBef>
              <a:buClr>
                <a:srgbClr val="101010"/>
              </a:buClr>
              <a:buSzPts val="1000"/>
              <a:buFont typeface="Arial"/>
              <a:buAutoNum type="arabicPeriod"/>
              <a:defRPr/>
            </a:pPr>
            <a:r>
              <a:rPr lang="en-US" sz="1100" dirty="0">
                <a:solidFill>
                  <a:srgbClr val="101010"/>
                </a:solidFill>
                <a:latin typeface="Arial"/>
              </a:rPr>
              <a:t>Customer intimacy, following the breadcrumbs (get the story) and tend to their journey, bringing them along  </a:t>
            </a:r>
          </a:p>
          <a:p>
            <a:pPr marL="182880" indent="-182880">
              <a:spcBef>
                <a:spcPts val="0"/>
              </a:spcBef>
              <a:buClr>
                <a:srgbClr val="101010"/>
              </a:buClr>
              <a:buSzPts val="1000"/>
              <a:buFont typeface="Arial"/>
              <a:buAutoNum type="arabicPeriod"/>
              <a:defRPr/>
            </a:pPr>
            <a:r>
              <a:rPr lang="en-US" sz="1100" dirty="0">
                <a:solidFill>
                  <a:srgbClr val="101010"/>
                </a:solidFill>
                <a:latin typeface="Arial"/>
              </a:rPr>
              <a:t>Improve margins, COGS and SG+A </a:t>
            </a:r>
          </a:p>
          <a:p>
            <a:pPr marL="182880" indent="-182880">
              <a:spcBef>
                <a:spcPts val="0"/>
              </a:spcBef>
              <a:buClr>
                <a:srgbClr val="101010"/>
              </a:buClr>
              <a:buSzPts val="1000"/>
              <a:buFont typeface="Arial"/>
              <a:buAutoNum type="arabicPeriod"/>
              <a:defRPr/>
            </a:pPr>
            <a:r>
              <a:rPr lang="en-US" sz="1100" dirty="0">
                <a:solidFill>
                  <a:srgbClr val="101010"/>
                </a:solidFill>
                <a:latin typeface="Arial"/>
              </a:rPr>
              <a:t>Delivery transformation, operational excellence and team culture</a:t>
            </a:r>
            <a:endParaRPr lang="en-US" sz="1200" dirty="0">
              <a:solidFill>
                <a:srgbClr val="101010"/>
              </a:solidFill>
            </a:endParaRPr>
          </a:p>
        </p:txBody>
      </p:sp>
    </p:spTree>
    <p:extLst>
      <p:ext uri="{BB962C8B-B14F-4D97-AF65-F5344CB8AC3E}">
        <p14:creationId xmlns:p14="http://schemas.microsoft.com/office/powerpoint/2010/main" val="4152650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6910E-A6EB-8F16-62F2-9B4A0CB61CA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334FFB7-1F0B-8BDB-848F-EE47CD59041C}"/>
              </a:ext>
            </a:extLst>
          </p:cNvPr>
          <p:cNvSpPr>
            <a:spLocks noGrp="1"/>
          </p:cNvSpPr>
          <p:nvPr>
            <p:ph type="title"/>
          </p:nvPr>
        </p:nvSpPr>
        <p:spPr>
          <a:xfrm>
            <a:off x="2950687" y="2697480"/>
            <a:ext cx="7985210" cy="731520"/>
          </a:xfrm>
        </p:spPr>
        <p:txBody>
          <a:bodyPr/>
          <a:lstStyle/>
          <a:p>
            <a:r>
              <a:rPr lang="en-US" sz="3200" dirty="0"/>
              <a:t>Team objectives FY26</a:t>
            </a:r>
          </a:p>
        </p:txBody>
      </p:sp>
    </p:spTree>
    <p:extLst>
      <p:ext uri="{BB962C8B-B14F-4D97-AF65-F5344CB8AC3E}">
        <p14:creationId xmlns:p14="http://schemas.microsoft.com/office/powerpoint/2010/main" val="7612006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7805B-FA7D-C22A-D80B-C3045736B0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1FA08B-00DD-695F-782A-81E774763270}"/>
              </a:ext>
            </a:extLst>
          </p:cNvPr>
          <p:cNvSpPr>
            <a:spLocks noGrp="1"/>
          </p:cNvSpPr>
          <p:nvPr>
            <p:ph type="title"/>
          </p:nvPr>
        </p:nvSpPr>
        <p:spPr/>
        <p:txBody>
          <a:bodyPr/>
          <a:lstStyle/>
          <a:p>
            <a:r>
              <a:rPr lang="en-US"/>
              <a:t>Commercial – New Logo (Marc-Alexandre FY26)</a:t>
            </a:r>
          </a:p>
        </p:txBody>
      </p:sp>
      <p:sp>
        <p:nvSpPr>
          <p:cNvPr id="5" name="Content Placeholder 5">
            <a:extLst>
              <a:ext uri="{FF2B5EF4-FFF2-40B4-BE49-F238E27FC236}">
                <a16:creationId xmlns:a16="http://schemas.microsoft.com/office/drawing/2014/main" id="{91000787-259E-1B2B-D0F6-2776AF75C1A4}"/>
              </a:ext>
            </a:extLst>
          </p:cNvPr>
          <p:cNvSpPr>
            <a:spLocks noGrp="1"/>
          </p:cNvSpPr>
          <p:nvPr>
            <p:ph idx="1"/>
          </p:nvPr>
        </p:nvSpPr>
        <p:spPr/>
        <p:txBody>
          <a:bodyPr vert="horz" lIns="91440" tIns="45720" rIns="91440" bIns="45720" rtlCol="0" anchor="t">
            <a:noAutofit/>
          </a:bodyPr>
          <a:lstStyle/>
          <a:p>
            <a:pPr>
              <a:spcBef>
                <a:spcPts val="1800"/>
              </a:spcBef>
              <a:spcAft>
                <a:spcPts val="1000"/>
              </a:spcAft>
              <a:buClr>
                <a:srgbClr val="101010"/>
              </a:buClr>
              <a:buSzPts val="1000"/>
              <a:defRPr/>
            </a:pPr>
            <a:r>
              <a:rPr lang="en-US" sz="1200">
                <a:solidFill>
                  <a:srgbClr val="7D7AE8"/>
                </a:solidFill>
                <a:latin typeface="Arial"/>
              </a:rPr>
              <a:t>Objectives:</a:t>
            </a:r>
            <a:endParaRPr lang="en-US" sz="1200">
              <a:solidFill>
                <a:schemeClr val="accent6">
                  <a:lumMod val="60000"/>
                  <a:lumOff val="40000"/>
                </a:schemeClr>
              </a:solidFill>
              <a:latin typeface="Arial"/>
            </a:endParaRPr>
          </a:p>
          <a:p>
            <a:pPr marL="182880" indent="-182880">
              <a:spcBef>
                <a:spcPts val="0"/>
              </a:spcBef>
              <a:buClr>
                <a:srgbClr val="101010"/>
              </a:buClr>
              <a:buSzPts val="1000"/>
              <a:buFont typeface="Arial"/>
              <a:buAutoNum type="arabicPeriod"/>
              <a:defRPr/>
            </a:pPr>
            <a:r>
              <a:rPr lang="en-US" sz="1100">
                <a:solidFill>
                  <a:srgbClr val="101010"/>
                </a:solidFill>
                <a:latin typeface="Arial"/>
              </a:rPr>
              <a:t>Accelerate New Logo revenue growth in core markets</a:t>
            </a:r>
          </a:p>
          <a:p>
            <a:pPr marL="182880" indent="-182880">
              <a:spcBef>
                <a:spcPts val="0"/>
              </a:spcBef>
              <a:buClr>
                <a:srgbClr val="101010"/>
              </a:buClr>
              <a:buSzPts val="1000"/>
              <a:buFont typeface="Arial"/>
              <a:buAutoNum type="arabicPeriod"/>
              <a:defRPr/>
            </a:pPr>
            <a:r>
              <a:rPr lang="en-US" sz="1100">
                <a:solidFill>
                  <a:srgbClr val="101010"/>
                </a:solidFill>
                <a:latin typeface="Arial"/>
              </a:rPr>
              <a:t>Sell managed hybrid infrastructure cloud to tech leaders.</a:t>
            </a:r>
          </a:p>
          <a:p>
            <a:pPr marL="182880" indent="-182880">
              <a:spcBef>
                <a:spcPts val="0"/>
              </a:spcBef>
              <a:buClr>
                <a:srgbClr val="101010"/>
              </a:buClr>
              <a:buSzPts val="1000"/>
              <a:buFont typeface="Arial"/>
              <a:buAutoNum type="arabicPeriod"/>
              <a:defRPr/>
            </a:pPr>
            <a:r>
              <a:rPr lang="en-US" sz="1100">
                <a:solidFill>
                  <a:srgbClr val="101010"/>
                </a:solidFill>
                <a:latin typeface="Arial"/>
              </a:rPr>
              <a:t>Strengthen teamwork and activity discipline.</a:t>
            </a:r>
          </a:p>
          <a:p>
            <a:pPr marL="182880" indent="-182880">
              <a:spcBef>
                <a:spcPts val="0"/>
              </a:spcBef>
              <a:buClr>
                <a:srgbClr val="101010"/>
              </a:buClr>
              <a:buSzPts val="1000"/>
              <a:buFont typeface="Arial"/>
              <a:buAutoNum type="arabicPeriod"/>
              <a:defRPr/>
            </a:pPr>
            <a:r>
              <a:rPr lang="en-US" sz="1100">
                <a:solidFill>
                  <a:srgbClr val="101010"/>
                </a:solidFill>
              </a:rPr>
              <a:t>Increase average deal size by 20% for recurring contracts (FY25 vs FY26).</a:t>
            </a:r>
          </a:p>
          <a:p>
            <a:pPr marL="182880" indent="-182880">
              <a:spcBef>
                <a:spcPts val="0"/>
              </a:spcBef>
              <a:buClr>
                <a:srgbClr val="101010"/>
              </a:buClr>
              <a:buSzPts val="1000"/>
              <a:buFont typeface="Arial"/>
              <a:buAutoNum type="arabicPeriod"/>
              <a:defRPr/>
            </a:pPr>
            <a:r>
              <a:rPr lang="en-US" sz="1100">
                <a:solidFill>
                  <a:srgbClr val="101010"/>
                </a:solidFill>
              </a:rPr>
              <a:t>Grow key strategic accounts.</a:t>
            </a:r>
          </a:p>
          <a:p>
            <a:pPr marL="502920" lvl="1" indent="-182880">
              <a:spcBef>
                <a:spcPts val="0"/>
              </a:spcBef>
              <a:buClr>
                <a:srgbClr val="101010"/>
              </a:buClr>
              <a:buSzPts val="1000"/>
              <a:buFont typeface="Arial"/>
              <a:buAutoNum type="arabicPeriod"/>
              <a:defRPr/>
            </a:pPr>
            <a:r>
              <a:rPr lang="en-US" sz="700">
                <a:solidFill>
                  <a:srgbClr val="101010"/>
                </a:solidFill>
              </a:rPr>
              <a:t>Basis Global Technologies, Inc.</a:t>
            </a:r>
          </a:p>
          <a:p>
            <a:pPr marL="502920" lvl="1" indent="-182880">
              <a:spcBef>
                <a:spcPts val="0"/>
              </a:spcBef>
              <a:buClr>
                <a:srgbClr val="101010"/>
              </a:buClr>
              <a:buSzPts val="1000"/>
              <a:buFont typeface="Arial"/>
              <a:buAutoNum type="arabicPeriod"/>
              <a:defRPr/>
            </a:pPr>
            <a:r>
              <a:rPr lang="en-US" sz="700">
                <a:solidFill>
                  <a:srgbClr val="101010"/>
                </a:solidFill>
              </a:rPr>
              <a:t>Townsquare Media, Inc.</a:t>
            </a:r>
          </a:p>
          <a:p>
            <a:pPr marL="502920" lvl="1" indent="-182880">
              <a:spcBef>
                <a:spcPts val="0"/>
              </a:spcBef>
              <a:buClr>
                <a:srgbClr val="101010"/>
              </a:buClr>
              <a:buSzPts val="1000"/>
              <a:buFont typeface="Arial"/>
              <a:buAutoNum type="arabicPeriod"/>
              <a:defRPr/>
            </a:pPr>
            <a:r>
              <a:rPr lang="en-US" sz="700">
                <a:solidFill>
                  <a:srgbClr val="101010"/>
                </a:solidFill>
              </a:rPr>
              <a:t>Blue Yonder Inc</a:t>
            </a:r>
          </a:p>
          <a:p>
            <a:pPr marL="502920" lvl="1" indent="-182880">
              <a:spcBef>
                <a:spcPts val="0"/>
              </a:spcBef>
              <a:buClr>
                <a:srgbClr val="101010"/>
              </a:buClr>
              <a:buSzPts val="1000"/>
              <a:buFont typeface="Arial"/>
              <a:buAutoNum type="arabicPeriod"/>
              <a:defRPr/>
            </a:pPr>
            <a:r>
              <a:rPr lang="en-US" sz="700">
                <a:solidFill>
                  <a:srgbClr val="101010"/>
                </a:solidFill>
              </a:rPr>
              <a:t>CU Solutions Group, Inc.</a:t>
            </a:r>
          </a:p>
          <a:p>
            <a:pPr>
              <a:spcBef>
                <a:spcPts val="1800"/>
              </a:spcBef>
              <a:spcAft>
                <a:spcPts val="1000"/>
              </a:spcAft>
              <a:buClr>
                <a:srgbClr val="101010"/>
              </a:buClr>
              <a:buSzPts val="1000"/>
              <a:defRPr/>
            </a:pPr>
            <a:r>
              <a:rPr lang="en-US" sz="1200">
                <a:solidFill>
                  <a:srgbClr val="7D7AE8"/>
                </a:solidFill>
                <a:latin typeface="Arial"/>
              </a:rPr>
              <a:t>Key Results:</a:t>
            </a:r>
            <a:endParaRPr lang="en-US" sz="1200">
              <a:solidFill>
                <a:schemeClr val="accent6">
                  <a:lumMod val="60000"/>
                  <a:lumOff val="40000"/>
                </a:schemeClr>
              </a:solidFill>
              <a:latin typeface="Arial"/>
            </a:endParaRPr>
          </a:p>
          <a:p>
            <a:pPr marL="228600" indent="-228600">
              <a:spcBef>
                <a:spcPts val="0"/>
              </a:spcBef>
              <a:buClr>
                <a:srgbClr val="101010"/>
              </a:buClr>
              <a:buSzPts val="1000"/>
              <a:buFont typeface="+mj-lt"/>
              <a:buAutoNum type="arabicPeriod"/>
              <a:defRPr/>
            </a:pPr>
            <a:r>
              <a:rPr lang="en-US" sz="1100">
                <a:solidFill>
                  <a:srgbClr val="101010"/>
                </a:solidFill>
                <a:latin typeface="Arial"/>
              </a:rPr>
              <a:t>Double FY25 New Logo MRR bookings to get to $2.6M ACV</a:t>
            </a:r>
          </a:p>
          <a:p>
            <a:pPr>
              <a:spcBef>
                <a:spcPts val="0"/>
              </a:spcBef>
              <a:buClr>
                <a:srgbClr val="101010"/>
              </a:buClr>
              <a:buSzPts val="1000"/>
              <a:defRPr/>
            </a:pPr>
            <a:r>
              <a:rPr lang="en-US" sz="1100">
                <a:solidFill>
                  <a:srgbClr val="101010"/>
                </a:solidFill>
                <a:latin typeface="Arial"/>
              </a:rPr>
              <a:t>	+ $840k in NRC bookings</a:t>
            </a:r>
          </a:p>
          <a:p>
            <a:pPr>
              <a:spcBef>
                <a:spcPts val="0"/>
              </a:spcBef>
              <a:buClr>
                <a:srgbClr val="101010"/>
              </a:buClr>
              <a:buSzPts val="1000"/>
              <a:defRPr/>
            </a:pPr>
            <a:r>
              <a:rPr lang="en-US" sz="1100">
                <a:solidFill>
                  <a:srgbClr val="101010"/>
                </a:solidFill>
                <a:latin typeface="Arial"/>
              </a:rPr>
              <a:t>		</a:t>
            </a:r>
            <a:r>
              <a:rPr lang="en-US" sz="1100" u="sng">
                <a:solidFill>
                  <a:srgbClr val="101010"/>
                </a:solidFill>
                <a:latin typeface="Arial"/>
              </a:rPr>
              <a:t>Total $3M in ACV &amp; TCV</a:t>
            </a:r>
          </a:p>
          <a:p>
            <a:pPr>
              <a:spcBef>
                <a:spcPts val="1800"/>
              </a:spcBef>
              <a:spcAft>
                <a:spcPts val="1000"/>
              </a:spcAft>
              <a:buClr>
                <a:srgbClr val="101010"/>
              </a:buClr>
              <a:buSzPts val="1000"/>
              <a:defRPr/>
            </a:pPr>
            <a:r>
              <a:rPr lang="en-US" sz="1200">
                <a:solidFill>
                  <a:srgbClr val="7D7AE8"/>
                </a:solidFill>
                <a:latin typeface="Arial"/>
              </a:rPr>
              <a:t>Activities: </a:t>
            </a:r>
            <a:endParaRPr lang="en-US" sz="1200">
              <a:solidFill>
                <a:schemeClr val="accent6">
                  <a:lumMod val="60000"/>
                  <a:lumOff val="40000"/>
                </a:schemeClr>
              </a:solidFill>
              <a:latin typeface="Arial"/>
            </a:endParaRPr>
          </a:p>
          <a:p>
            <a:pPr marL="182880" indent="-182880">
              <a:spcBef>
                <a:spcPts val="0"/>
              </a:spcBef>
              <a:buClr>
                <a:srgbClr val="101010"/>
              </a:buClr>
              <a:buSzPts val="1000"/>
              <a:buFont typeface="Arial"/>
              <a:buAutoNum type="arabicPeriod"/>
              <a:defRPr/>
            </a:pPr>
            <a:r>
              <a:rPr lang="en-US" sz="1100">
                <a:solidFill>
                  <a:srgbClr val="101010"/>
                </a:solidFill>
                <a:latin typeface="Arial"/>
              </a:rPr>
              <a:t>Ten meetings per week per Account Executives</a:t>
            </a:r>
          </a:p>
          <a:p>
            <a:pPr marL="182880" indent="-182880">
              <a:spcBef>
                <a:spcPts val="0"/>
              </a:spcBef>
              <a:buClr>
                <a:srgbClr val="101010"/>
              </a:buClr>
              <a:buSzPts val="1000"/>
              <a:buFont typeface="Arial"/>
              <a:buAutoNum type="arabicPeriod"/>
              <a:defRPr/>
            </a:pPr>
            <a:r>
              <a:rPr lang="en-US" sz="1100">
                <a:solidFill>
                  <a:srgbClr val="101010"/>
                </a:solidFill>
                <a:latin typeface="Arial"/>
              </a:rPr>
              <a:t>Two in-person conferences per month</a:t>
            </a:r>
          </a:p>
          <a:p>
            <a:pPr marL="182880" indent="-182880">
              <a:spcBef>
                <a:spcPts val="0"/>
              </a:spcBef>
              <a:buClr>
                <a:srgbClr val="101010"/>
              </a:buClr>
              <a:buSzPts val="1000"/>
              <a:buFont typeface="Arial"/>
              <a:buAutoNum type="arabicPeriod"/>
              <a:defRPr/>
            </a:pPr>
            <a:r>
              <a:rPr lang="en-US" sz="1100">
                <a:solidFill>
                  <a:srgbClr val="101010"/>
                </a:solidFill>
                <a:latin typeface="Arial"/>
              </a:rPr>
              <a:t>Recruit backfill for Toronto Account Executive (Q1 FY26)</a:t>
            </a:r>
          </a:p>
          <a:p>
            <a:pPr marL="182880" indent="-182880">
              <a:spcBef>
                <a:spcPts val="0"/>
              </a:spcBef>
              <a:buClr>
                <a:srgbClr val="101010"/>
              </a:buClr>
              <a:buSzPts val="1000"/>
              <a:buFont typeface="Arial"/>
              <a:buAutoNum type="arabicPeriod"/>
              <a:defRPr/>
            </a:pPr>
            <a:r>
              <a:rPr lang="en-US" sz="1100">
                <a:solidFill>
                  <a:srgbClr val="101010"/>
                </a:solidFill>
                <a:latin typeface="Arial"/>
              </a:rPr>
              <a:t>Account mapping with Channel Partner (as well as some strategic Vendors) and Sales to continue to increase channel leads to amplify new logo efforts in the market.</a:t>
            </a:r>
          </a:p>
          <a:p>
            <a:pPr marL="182880" indent="-182880">
              <a:spcBef>
                <a:spcPts val="0"/>
              </a:spcBef>
              <a:buClr>
                <a:srgbClr val="101010"/>
              </a:buClr>
              <a:buSzPts val="1000"/>
              <a:buFont typeface="Arial"/>
              <a:buAutoNum type="arabicPeriod"/>
              <a:defRPr/>
            </a:pPr>
            <a:r>
              <a:rPr lang="en-US" sz="1100">
                <a:solidFill>
                  <a:srgbClr val="101010"/>
                </a:solidFill>
                <a:latin typeface="Arial"/>
              </a:rPr>
              <a:t>Develop account business plans for top 20 target </a:t>
            </a:r>
            <a:r>
              <a:rPr lang="en-US" sz="1100">
                <a:solidFill>
                  <a:srgbClr val="101010"/>
                </a:solidFill>
              </a:rPr>
              <a:t>accounts</a:t>
            </a:r>
            <a:r>
              <a:rPr lang="en-US" sz="1100">
                <a:solidFill>
                  <a:srgbClr val="101010"/>
                </a:solidFill>
                <a:latin typeface="Arial"/>
              </a:rPr>
              <a:t>.</a:t>
            </a:r>
          </a:p>
        </p:txBody>
      </p:sp>
    </p:spTree>
    <p:extLst>
      <p:ext uri="{BB962C8B-B14F-4D97-AF65-F5344CB8AC3E}">
        <p14:creationId xmlns:p14="http://schemas.microsoft.com/office/powerpoint/2010/main" val="32790201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F9804-C1D3-E295-E5BF-ECEE5AFCD9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0920A6-15A7-C9BE-381F-96BEA0F14C67}"/>
              </a:ext>
            </a:extLst>
          </p:cNvPr>
          <p:cNvSpPr>
            <a:spLocks noGrp="1"/>
          </p:cNvSpPr>
          <p:nvPr>
            <p:ph type="title"/>
          </p:nvPr>
        </p:nvSpPr>
        <p:spPr/>
        <p:txBody>
          <a:bodyPr/>
          <a:lstStyle/>
          <a:p>
            <a:r>
              <a:rPr lang="en-US"/>
              <a:t>Commercial – Retain &amp; Grow: Existing accounts</a:t>
            </a:r>
          </a:p>
        </p:txBody>
      </p:sp>
      <p:sp>
        <p:nvSpPr>
          <p:cNvPr id="5" name="Content Placeholder 5">
            <a:extLst>
              <a:ext uri="{FF2B5EF4-FFF2-40B4-BE49-F238E27FC236}">
                <a16:creationId xmlns:a16="http://schemas.microsoft.com/office/drawing/2014/main" id="{7A869D29-CE57-CD49-1D47-5122CE32D0B4}"/>
              </a:ext>
            </a:extLst>
          </p:cNvPr>
          <p:cNvSpPr>
            <a:spLocks noGrp="1"/>
          </p:cNvSpPr>
          <p:nvPr>
            <p:ph idx="1"/>
          </p:nvPr>
        </p:nvSpPr>
        <p:spPr/>
        <p:txBody>
          <a:bodyPr vert="horz" lIns="91440" tIns="45720" rIns="91440" bIns="45720" rtlCol="0" anchor="t">
            <a:noAutofit/>
          </a:bodyPr>
          <a:lstStyle/>
          <a:p>
            <a:pPr>
              <a:spcBef>
                <a:spcPts val="1800"/>
              </a:spcBef>
              <a:spcAft>
                <a:spcPts val="1000"/>
              </a:spcAft>
              <a:buClr>
                <a:srgbClr val="101010"/>
              </a:buClr>
              <a:buSzPts val="1000"/>
              <a:defRPr/>
            </a:pPr>
            <a:r>
              <a:rPr lang="en-US" sz="1400">
                <a:solidFill>
                  <a:srgbClr val="7D7AE8"/>
                </a:solidFill>
                <a:latin typeface="Arial"/>
              </a:rPr>
              <a:t>Objectives: </a:t>
            </a:r>
            <a:endParaRPr lang="en-US" sz="1400">
              <a:solidFill>
                <a:schemeClr val="accent6">
                  <a:lumMod val="60000"/>
                  <a:lumOff val="40000"/>
                </a:schemeClr>
              </a:solidFill>
              <a:latin typeface="Arial"/>
              <a:cs typeface="Arial"/>
            </a:endParaRPr>
          </a:p>
          <a:p>
            <a:pPr marL="182880" indent="-182880">
              <a:spcBef>
                <a:spcPts val="0"/>
              </a:spcBef>
              <a:buClr>
                <a:srgbClr val="101010"/>
              </a:buClr>
              <a:buSzPts val="1000"/>
              <a:buFont typeface="Arial"/>
              <a:buAutoNum type="arabicPeriod"/>
              <a:defRPr/>
            </a:pPr>
            <a:r>
              <a:rPr lang="en-US" sz="1200">
                <a:solidFill>
                  <a:srgbClr val="101010"/>
                </a:solidFill>
                <a:latin typeface="Arial"/>
              </a:rPr>
              <a:t>Retain and grow our base.</a:t>
            </a:r>
            <a:endParaRPr lang="en-US" sz="1200">
              <a:solidFill>
                <a:srgbClr val="101010"/>
              </a:solidFill>
              <a:latin typeface="Arial"/>
              <a:cs typeface="Arial"/>
            </a:endParaRPr>
          </a:p>
          <a:p>
            <a:pPr marL="182880" indent="-182880">
              <a:spcBef>
                <a:spcPts val="0"/>
              </a:spcBef>
              <a:buClr>
                <a:srgbClr val="101010"/>
              </a:buClr>
              <a:buSzPts val="1000"/>
              <a:buFont typeface="Arial"/>
              <a:buAutoNum type="arabicPeriod"/>
              <a:defRPr/>
            </a:pPr>
            <a:r>
              <a:rPr lang="en-US" sz="1200">
                <a:solidFill>
                  <a:srgbClr val="101010"/>
                </a:solidFill>
                <a:latin typeface="Arial"/>
              </a:rPr>
              <a:t>Increase intimacy at our top 100 customers with a hybrid infrastructure approach, leading to increased scope.</a:t>
            </a:r>
            <a:endParaRPr lang="en-US" sz="1200">
              <a:solidFill>
                <a:srgbClr val="101010"/>
              </a:solidFill>
              <a:latin typeface="Arial"/>
              <a:cs typeface="Arial"/>
            </a:endParaRPr>
          </a:p>
          <a:p>
            <a:pPr>
              <a:spcBef>
                <a:spcPts val="1800"/>
              </a:spcBef>
              <a:spcAft>
                <a:spcPts val="1000"/>
              </a:spcAft>
              <a:buClr>
                <a:srgbClr val="101010"/>
              </a:buClr>
              <a:buSzPts val="1000"/>
              <a:defRPr/>
            </a:pPr>
            <a:r>
              <a:rPr lang="en-US" sz="1400">
                <a:solidFill>
                  <a:srgbClr val="7D7AE8"/>
                </a:solidFill>
                <a:latin typeface="Arial"/>
              </a:rPr>
              <a:t>Key Results: </a:t>
            </a:r>
            <a:endParaRPr lang="en-US" sz="1400">
              <a:solidFill>
                <a:schemeClr val="accent6">
                  <a:lumMod val="60000"/>
                  <a:lumOff val="40000"/>
                </a:schemeClr>
              </a:solidFill>
              <a:latin typeface="Arial"/>
              <a:cs typeface="Arial"/>
            </a:endParaRPr>
          </a:p>
          <a:p>
            <a:pPr marL="182880" indent="-182880">
              <a:spcBef>
                <a:spcPts val="0"/>
              </a:spcBef>
              <a:buClr>
                <a:srgbClr val="101010"/>
              </a:buClr>
              <a:buSzPts val="1000"/>
              <a:buFont typeface="Arial"/>
              <a:buAutoNum type="arabicPeriod"/>
              <a:defRPr/>
            </a:pPr>
            <a:r>
              <a:rPr lang="en-US" sz="1200">
                <a:solidFill>
                  <a:srgbClr val="101010"/>
                </a:solidFill>
                <a:latin typeface="Arial"/>
              </a:rPr>
              <a:t>Ensure our top customers are secured in committed contracts.</a:t>
            </a:r>
            <a:endParaRPr lang="en-US" sz="1200">
              <a:solidFill>
                <a:srgbClr val="101010"/>
              </a:solidFill>
              <a:latin typeface="Arial"/>
              <a:cs typeface="Arial"/>
            </a:endParaRPr>
          </a:p>
          <a:p>
            <a:pPr marL="182880" indent="-182880">
              <a:spcBef>
                <a:spcPts val="0"/>
              </a:spcBef>
              <a:buClr>
                <a:srgbClr val="101010"/>
              </a:buClr>
              <a:buSzPts val="1000"/>
              <a:buFont typeface="Arial"/>
              <a:buAutoNum type="arabicPeriod"/>
              <a:defRPr/>
            </a:pPr>
            <a:r>
              <a:rPr lang="en-US" sz="1200">
                <a:solidFill>
                  <a:srgbClr val="101010"/>
                </a:solidFill>
                <a:latin typeface="Arial"/>
              </a:rPr>
              <a:t>Reduce overall monthly churn and increase bookings to attain a 50% growth over FY25 ($2.38M ACV)</a:t>
            </a:r>
            <a:endParaRPr lang="en-US" sz="1200">
              <a:solidFill>
                <a:srgbClr val="101010"/>
              </a:solidFill>
              <a:highlight>
                <a:srgbClr val="FFFF00"/>
              </a:highlight>
              <a:latin typeface="Arial"/>
              <a:cs typeface="Arial"/>
            </a:endParaRPr>
          </a:p>
          <a:p>
            <a:pPr marL="182880" indent="-182880">
              <a:spcBef>
                <a:spcPts val="0"/>
              </a:spcBef>
              <a:buClr>
                <a:srgbClr val="101010"/>
              </a:buClr>
              <a:buSzPts val="1000"/>
              <a:buFont typeface="Arial"/>
              <a:buAutoNum type="arabicPeriod"/>
              <a:defRPr/>
            </a:pPr>
            <a:r>
              <a:rPr lang="en-US" sz="1200">
                <a:solidFill>
                  <a:srgbClr val="101010"/>
                </a:solidFill>
              </a:rPr>
              <a:t>Increase AM focus on generating pipeline by reducing their bandwidth spent on order taking activities</a:t>
            </a:r>
            <a:endParaRPr lang="en-US" sz="1200">
              <a:solidFill>
                <a:srgbClr val="101010"/>
              </a:solidFill>
              <a:latin typeface="Arial"/>
            </a:endParaRPr>
          </a:p>
          <a:p>
            <a:pPr>
              <a:spcBef>
                <a:spcPts val="1800"/>
              </a:spcBef>
              <a:spcAft>
                <a:spcPts val="1000"/>
              </a:spcAft>
              <a:buClr>
                <a:srgbClr val="101010"/>
              </a:buClr>
              <a:buSzPts val="1000"/>
              <a:defRPr/>
            </a:pPr>
            <a:r>
              <a:rPr lang="en-US" sz="1400">
                <a:solidFill>
                  <a:srgbClr val="7D7AE8"/>
                </a:solidFill>
                <a:latin typeface="Arial"/>
              </a:rPr>
              <a:t>Activities: </a:t>
            </a:r>
            <a:endParaRPr lang="en-US" sz="1400">
              <a:solidFill>
                <a:schemeClr val="accent6">
                  <a:lumMod val="60000"/>
                  <a:lumOff val="40000"/>
                </a:schemeClr>
              </a:solidFill>
              <a:latin typeface="Arial"/>
              <a:cs typeface="Arial"/>
            </a:endParaRPr>
          </a:p>
          <a:p>
            <a:pPr marL="182880" indent="-182880">
              <a:spcBef>
                <a:spcPts val="0"/>
              </a:spcBef>
              <a:buClr>
                <a:srgbClr val="101010"/>
              </a:buClr>
              <a:buSzPts val="1000"/>
              <a:buFont typeface="Arial"/>
              <a:buAutoNum type="arabicPeriod"/>
              <a:defRPr/>
            </a:pPr>
            <a:r>
              <a:rPr lang="en-US" sz="1200">
                <a:solidFill>
                  <a:srgbClr val="101010"/>
                </a:solidFill>
                <a:latin typeface="Arial"/>
              </a:rPr>
              <a:t>Continued focus on renewal of M2M customers in top 100, converting 50% of them, include contract true-ups and longer terms whenever possible.</a:t>
            </a:r>
            <a:endParaRPr lang="en-US" sz="1200">
              <a:solidFill>
                <a:srgbClr val="101010"/>
              </a:solidFill>
              <a:latin typeface="Arial"/>
              <a:cs typeface="Arial"/>
            </a:endParaRPr>
          </a:p>
          <a:p>
            <a:pPr marL="182880" indent="-182880">
              <a:spcBef>
                <a:spcPts val="0"/>
              </a:spcBef>
              <a:buClr>
                <a:srgbClr val="101010"/>
              </a:buClr>
              <a:buSzPts val="1000"/>
              <a:buFont typeface="Arial"/>
              <a:buAutoNum type="arabicPeriod"/>
              <a:defRPr/>
            </a:pPr>
            <a:r>
              <a:rPr lang="en-US" sz="1200">
                <a:solidFill>
                  <a:srgbClr val="101010"/>
                </a:solidFill>
                <a:latin typeface="Arial"/>
              </a:rPr>
              <a:t>Increased focus on accounts with high hybrid infrastructure potential within the top 50, with an account plan and a cadence setup for 100% of them.</a:t>
            </a:r>
            <a:endParaRPr lang="en-US" sz="1200">
              <a:solidFill>
                <a:srgbClr val="101010"/>
              </a:solidFill>
              <a:latin typeface="Arial"/>
              <a:cs typeface="Arial"/>
            </a:endParaRPr>
          </a:p>
          <a:p>
            <a:pPr marL="182880" indent="-182880">
              <a:spcBef>
                <a:spcPts val="0"/>
              </a:spcBef>
              <a:buClr>
                <a:srgbClr val="101010"/>
              </a:buClr>
              <a:buSzPts val="1000"/>
              <a:buAutoNum type="arabicPeriod"/>
              <a:defRPr/>
            </a:pPr>
            <a:r>
              <a:rPr lang="en-US" sz="1200">
                <a:solidFill>
                  <a:srgbClr val="101010"/>
                </a:solidFill>
                <a:latin typeface="Arial"/>
              </a:rPr>
              <a:t>Run three (3) campaigns targeting market trends identified jointly with Product and Marketing (e.g. Broadcom alternatives) </a:t>
            </a:r>
            <a:endParaRPr lang="en-US" sz="1200">
              <a:solidFill>
                <a:srgbClr val="101010"/>
              </a:solidFill>
              <a:latin typeface="Arial"/>
              <a:cs typeface="Arial"/>
            </a:endParaRPr>
          </a:p>
          <a:p>
            <a:pPr marL="182880" indent="-182880">
              <a:spcBef>
                <a:spcPts val="0"/>
              </a:spcBef>
              <a:buClr>
                <a:srgbClr val="101010"/>
              </a:buClr>
              <a:buSzPts val="1000"/>
              <a:buAutoNum type="arabicPeriod"/>
              <a:defRPr/>
            </a:pPr>
            <a:r>
              <a:rPr lang="en-US" sz="1200">
                <a:solidFill>
                  <a:srgbClr val="101010"/>
                </a:solidFill>
                <a:latin typeface="Arial"/>
                <a:cs typeface="Arial"/>
              </a:rPr>
              <a:t>Ensure 10 meaningful activities tracked per week in SFDC, depending on role</a:t>
            </a:r>
            <a:endParaRPr lang="en-US" sz="1200">
              <a:solidFill>
                <a:srgbClr val="101010"/>
              </a:solidFill>
              <a:latin typeface="Arial"/>
            </a:endParaRPr>
          </a:p>
          <a:p>
            <a:pPr marL="182880" indent="-182880">
              <a:spcBef>
                <a:spcPts val="0"/>
              </a:spcBef>
              <a:buClr>
                <a:srgbClr val="101010"/>
              </a:buClr>
              <a:buSzPts val="1000"/>
              <a:buAutoNum type="arabicPeriod"/>
              <a:defRPr/>
            </a:pPr>
            <a:r>
              <a:rPr lang="en-US" sz="1200">
                <a:solidFill>
                  <a:srgbClr val="101010"/>
                </a:solidFill>
                <a:latin typeface="Arial"/>
              </a:rPr>
              <a:t>Increase average opportunity value by 100%</a:t>
            </a:r>
            <a:endParaRPr lang="en-US">
              <a:cs typeface="Arial"/>
            </a:endParaRPr>
          </a:p>
          <a:p>
            <a:pPr marL="182880" indent="-182880">
              <a:spcBef>
                <a:spcPts val="0"/>
              </a:spcBef>
              <a:buClr>
                <a:srgbClr val="101010"/>
              </a:buClr>
              <a:buSzPts val="1000"/>
              <a:buAutoNum type="arabicPeriod"/>
              <a:defRPr/>
            </a:pPr>
            <a:r>
              <a:rPr lang="en-US" sz="1200">
                <a:solidFill>
                  <a:srgbClr val="101010"/>
                </a:solidFill>
                <a:latin typeface="Arial"/>
                <a:cs typeface="Arial"/>
              </a:rPr>
              <a:t>Increase pipeline to 3x of target</a:t>
            </a:r>
          </a:p>
          <a:p>
            <a:pPr marL="182880" indent="-182880">
              <a:spcBef>
                <a:spcPts val="0"/>
              </a:spcBef>
              <a:buClr>
                <a:srgbClr val="101010"/>
              </a:buClr>
              <a:buSzPts val="1000"/>
              <a:buAutoNum type="arabicPeriod"/>
              <a:defRPr/>
            </a:pPr>
            <a:r>
              <a:rPr lang="en-US" sz="1200">
                <a:solidFill>
                  <a:srgbClr val="101010"/>
                </a:solidFill>
                <a:latin typeface="Arial"/>
                <a:cs typeface="Arial"/>
              </a:rPr>
              <a:t>Offload 30% of tasks to Service Delivery and Support</a:t>
            </a:r>
          </a:p>
          <a:p>
            <a:pPr>
              <a:spcBef>
                <a:spcPts val="0"/>
              </a:spcBef>
              <a:buClr>
                <a:srgbClr val="101010"/>
              </a:buClr>
              <a:buSzPts val="1000"/>
              <a:defRPr/>
            </a:pPr>
            <a:endParaRPr lang="en-US" sz="1200">
              <a:solidFill>
                <a:srgbClr val="101010"/>
              </a:solidFill>
              <a:latin typeface="Arial"/>
              <a:cs typeface="Arial"/>
            </a:endParaRPr>
          </a:p>
          <a:p>
            <a:pPr>
              <a:spcBef>
                <a:spcPts val="0"/>
              </a:spcBef>
              <a:buSzPts val="1000"/>
              <a:defRPr/>
            </a:pPr>
            <a:endParaRPr lang="en-US" sz="1200" i="1">
              <a:solidFill>
                <a:srgbClr val="101010"/>
              </a:solidFill>
              <a:latin typeface="Arial"/>
              <a:cs typeface="Arial"/>
            </a:endParaRPr>
          </a:p>
        </p:txBody>
      </p:sp>
    </p:spTree>
    <p:extLst>
      <p:ext uri="{BB962C8B-B14F-4D97-AF65-F5344CB8AC3E}">
        <p14:creationId xmlns:p14="http://schemas.microsoft.com/office/powerpoint/2010/main" val="1071185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40B7E-E9A8-2D30-0CCC-3B3295FF8EBC}"/>
            </a:ext>
          </a:extLst>
        </p:cNvPr>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DCC461AB-497D-8C8B-672C-912946235253}"/>
              </a:ext>
            </a:extLst>
          </p:cNvPr>
          <p:cNvGraphicFramePr/>
          <p:nvPr/>
        </p:nvGraphicFramePr>
        <p:xfrm>
          <a:off x="482259" y="-1471635"/>
          <a:ext cx="11376659" cy="662324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Title 1">
            <a:extLst>
              <a:ext uri="{FF2B5EF4-FFF2-40B4-BE49-F238E27FC236}">
                <a16:creationId xmlns:a16="http://schemas.microsoft.com/office/drawing/2014/main" id="{BF176B65-B6EF-E87A-23F5-97366EF522B3}"/>
              </a:ext>
            </a:extLst>
          </p:cNvPr>
          <p:cNvSpPr>
            <a:spLocks noGrp="1"/>
          </p:cNvSpPr>
          <p:nvPr>
            <p:ph type="title"/>
          </p:nvPr>
        </p:nvSpPr>
        <p:spPr>
          <a:xfrm>
            <a:off x="482259" y="192477"/>
            <a:ext cx="11170919" cy="731520"/>
          </a:xfrm>
        </p:spPr>
        <p:txBody>
          <a:bodyPr/>
          <a:lstStyle/>
          <a:p>
            <a:r>
              <a:rPr lang="en-GB">
                <a:solidFill>
                  <a:srgbClr val="7D7AE8"/>
                </a:solidFill>
                <a:latin typeface="Geist"/>
              </a:rPr>
              <a:t>Roadmap milestones : Retain &amp; Growth</a:t>
            </a:r>
          </a:p>
        </p:txBody>
      </p:sp>
      <p:sp>
        <p:nvSpPr>
          <p:cNvPr id="7" name="TextBox 6">
            <a:extLst>
              <a:ext uri="{FF2B5EF4-FFF2-40B4-BE49-F238E27FC236}">
                <a16:creationId xmlns:a16="http://schemas.microsoft.com/office/drawing/2014/main" id="{C3F9E5DA-3281-A135-42F2-DCFB364CCA90}"/>
              </a:ext>
            </a:extLst>
          </p:cNvPr>
          <p:cNvSpPr txBox="1"/>
          <p:nvPr/>
        </p:nvSpPr>
        <p:spPr>
          <a:xfrm>
            <a:off x="482259" y="2995403"/>
            <a:ext cx="2654709" cy="3775329"/>
          </a:xfrm>
          <a:prstGeom prst="rect">
            <a:avLst/>
          </a:prstGeom>
          <a:noFill/>
        </p:spPr>
        <p:txBody>
          <a:bodyPr wrap="square" lIns="91440" tIns="45720" rIns="91440" bIns="45720" rtlCol="0" anchor="t">
            <a:spAutoFit/>
          </a:bodyPr>
          <a:lstStyle/>
          <a:p>
            <a:pPr marL="171450" indent="-171450">
              <a:buClr>
                <a:srgbClr val="7D7AE8"/>
              </a:buClr>
              <a:buFont typeface="Arial"/>
              <a:buChar char="•"/>
            </a:pPr>
            <a:r>
              <a:rPr lang="en-CA" sz="1000">
                <a:ea typeface="+mn-lt"/>
                <a:cs typeface="+mn-lt"/>
              </a:rPr>
              <a:t>Introduce new comp plan (including Q&amp;A, identifying book of business)</a:t>
            </a:r>
          </a:p>
          <a:p>
            <a:pPr marL="171450" indent="-171450">
              <a:buClr>
                <a:srgbClr val="7D7AE8"/>
              </a:buClr>
              <a:buFont typeface="Arial"/>
              <a:buChar char="•"/>
            </a:pPr>
            <a:r>
              <a:rPr lang="en-CA" sz="1000">
                <a:ea typeface="+mn-lt"/>
                <a:cs typeface="+mn-lt"/>
              </a:rPr>
              <a:t>Share new Account playbook template</a:t>
            </a:r>
          </a:p>
          <a:p>
            <a:pPr marL="171450" indent="-171450">
              <a:buClr>
                <a:srgbClr val="7D7AE8"/>
              </a:buClr>
              <a:buFont typeface="Arial"/>
              <a:buChar char="•"/>
            </a:pPr>
            <a:r>
              <a:rPr lang="en-CA" sz="1000">
                <a:ea typeface="+mn-lt"/>
                <a:cs typeface="+mn-lt"/>
              </a:rPr>
              <a:t>Launch activity tracking</a:t>
            </a:r>
          </a:p>
          <a:p>
            <a:pPr marL="171450" indent="-171450">
              <a:buClr>
                <a:srgbClr val="7D7AE8"/>
              </a:buClr>
              <a:buFont typeface="Arial"/>
              <a:buChar char="•"/>
            </a:pPr>
            <a:endParaRPr lang="en-CA" sz="1000">
              <a:ea typeface="+mn-lt"/>
              <a:cs typeface="+mn-lt"/>
            </a:endParaRPr>
          </a:p>
          <a:p>
            <a:pPr marL="171450" indent="-171450">
              <a:buClr>
                <a:srgbClr val="7D7AE8"/>
              </a:buClr>
              <a:buFont typeface="Arial"/>
              <a:buChar char="•"/>
            </a:pPr>
            <a:r>
              <a:rPr lang="en-CA" sz="1000">
                <a:ea typeface="+mn-lt"/>
                <a:cs typeface="+mn-lt"/>
              </a:rPr>
              <a:t>Identify top 30 per rep hybrid infrastructure potential accounts </a:t>
            </a:r>
          </a:p>
          <a:p>
            <a:pPr marL="357188" lvl="1" indent="-161925">
              <a:buClr>
                <a:srgbClr val="7D7AE8"/>
              </a:buClr>
              <a:buFont typeface="Arial"/>
              <a:buChar char="•"/>
            </a:pPr>
            <a:r>
              <a:rPr lang="en-CA" sz="1000">
                <a:ea typeface="+mn-lt"/>
                <a:cs typeface="+mn-lt"/>
              </a:rPr>
              <a:t>Account playbooks</a:t>
            </a:r>
          </a:p>
          <a:p>
            <a:pPr marL="357188" lvl="1" indent="-161925">
              <a:buClr>
                <a:srgbClr val="7D7AE8"/>
              </a:buClr>
              <a:buFont typeface="Arial"/>
              <a:buChar char="•"/>
            </a:pPr>
            <a:r>
              <a:rPr lang="en-CA" sz="1000">
                <a:ea typeface="+mn-lt"/>
                <a:cs typeface="+mn-lt"/>
              </a:rPr>
              <a:t>Outreach</a:t>
            </a:r>
          </a:p>
          <a:p>
            <a:pPr marL="171450" indent="-171450">
              <a:buClr>
                <a:srgbClr val="7D7AE8"/>
              </a:buClr>
              <a:buFont typeface="Arial"/>
              <a:buChar char="•"/>
            </a:pPr>
            <a:endParaRPr lang="en-CA" sz="1000">
              <a:ea typeface="+mn-lt"/>
              <a:cs typeface="+mn-lt"/>
            </a:endParaRPr>
          </a:p>
          <a:p>
            <a:pPr marL="171450" indent="-171450">
              <a:buClr>
                <a:srgbClr val="7D7AE8"/>
              </a:buClr>
              <a:buFont typeface="Arial"/>
              <a:buChar char="•"/>
            </a:pPr>
            <a:r>
              <a:rPr lang="en-CA" sz="1000">
                <a:ea typeface="+mn-lt"/>
                <a:cs typeface="+mn-lt"/>
              </a:rPr>
              <a:t>Cadence setup for hybrid infrastructure accounts (ongoing)</a:t>
            </a:r>
          </a:p>
          <a:p>
            <a:pPr marL="171450" indent="-171450">
              <a:buClr>
                <a:srgbClr val="7D7AE8"/>
              </a:buClr>
              <a:buFont typeface="Arial"/>
              <a:buChar char="•"/>
            </a:pPr>
            <a:endParaRPr lang="en-CA" sz="1000">
              <a:ea typeface="+mn-lt"/>
              <a:cs typeface="+mn-lt"/>
            </a:endParaRPr>
          </a:p>
          <a:p>
            <a:pPr marL="171450" indent="-171450">
              <a:buClr>
                <a:srgbClr val="7D7AE8"/>
              </a:buClr>
              <a:buFont typeface="Arial"/>
              <a:buChar char="•"/>
            </a:pPr>
            <a:r>
              <a:rPr lang="en-CA" sz="1000">
                <a:ea typeface="+mn-lt"/>
                <a:cs typeface="+mn-lt"/>
              </a:rPr>
              <a:t>Delegate operational tasks</a:t>
            </a:r>
          </a:p>
          <a:p>
            <a:pPr marL="357188" lvl="1" indent="-161925">
              <a:buClr>
                <a:srgbClr val="7D7AE8"/>
              </a:buClr>
              <a:buFont typeface="Arial"/>
              <a:buChar char="•"/>
            </a:pPr>
            <a:r>
              <a:rPr lang="en-CA" sz="1000">
                <a:ea typeface="+mn-lt"/>
                <a:cs typeface="+mn-lt"/>
              </a:rPr>
              <a:t>Identify tasks list</a:t>
            </a:r>
          </a:p>
          <a:p>
            <a:pPr marL="357188" lvl="1" indent="-161925">
              <a:buClr>
                <a:srgbClr val="7D7AE8"/>
              </a:buClr>
              <a:buFont typeface="Arial"/>
              <a:buChar char="•"/>
            </a:pPr>
            <a:r>
              <a:rPr lang="en-CA" sz="1000">
                <a:ea typeface="+mn-lt"/>
                <a:cs typeface="+mn-lt"/>
              </a:rPr>
              <a:t>Transition tasks</a:t>
            </a:r>
          </a:p>
          <a:p>
            <a:pPr marL="171450" indent="-171450">
              <a:buClr>
                <a:srgbClr val="7D7AE8"/>
              </a:buClr>
              <a:buFont typeface="Arial"/>
              <a:buChar char="•"/>
            </a:pPr>
            <a:r>
              <a:rPr lang="en-CA" sz="1000">
                <a:ea typeface="+mn-lt"/>
                <a:cs typeface="+mn-lt"/>
              </a:rPr>
              <a:t>Process improvements</a:t>
            </a:r>
          </a:p>
          <a:p>
            <a:pPr marL="357188" lvl="1" indent="-161925">
              <a:buClr>
                <a:srgbClr val="7D7AE8"/>
              </a:buClr>
              <a:buFont typeface="Arial"/>
              <a:buChar char="•"/>
            </a:pPr>
            <a:r>
              <a:rPr lang="en-CA" sz="1000">
                <a:ea typeface="+mn-lt"/>
                <a:cs typeface="+mn-lt"/>
              </a:rPr>
              <a:t>Credit requests</a:t>
            </a:r>
          </a:p>
          <a:p>
            <a:pPr marL="357188" lvl="1" indent="-161925">
              <a:buClr>
                <a:srgbClr val="7D7AE8"/>
              </a:buClr>
              <a:buFont typeface="Arial"/>
              <a:buChar char="•"/>
            </a:pPr>
            <a:r>
              <a:rPr lang="en-CA" sz="1000">
                <a:ea typeface="+mn-lt"/>
                <a:cs typeface="+mn-lt"/>
              </a:rPr>
              <a:t>Addressing Churn </a:t>
            </a:r>
          </a:p>
          <a:p>
            <a:pPr marL="227965" indent="-227965">
              <a:spcAft>
                <a:spcPts val="600"/>
              </a:spcAft>
              <a:buClr>
                <a:srgbClr val="7D7AE8"/>
              </a:buClr>
              <a:buFont typeface="Arial" panose="020B0604020202020204" pitchFamily="34" charset="0"/>
              <a:buChar char="•"/>
            </a:pPr>
            <a:endParaRPr lang="en-CA" sz="1000">
              <a:cs typeface="Arial"/>
            </a:endParaRPr>
          </a:p>
          <a:p>
            <a:pPr marL="227965" indent="-227965">
              <a:spcAft>
                <a:spcPts val="600"/>
              </a:spcAft>
              <a:buClr>
                <a:srgbClr val="7D7AE8"/>
              </a:buClr>
              <a:buFont typeface="Arial" panose="020B0604020202020204" pitchFamily="34" charset="0"/>
              <a:buChar char="•"/>
            </a:pPr>
            <a:endParaRPr lang="en-GB" sz="1000" b="0" i="0" u="none" strike="noStrike" kern="1200" cap="none" spc="0" normalizeH="0" baseline="0" noProof="0">
              <a:ln>
                <a:noFill/>
              </a:ln>
              <a:effectLst/>
              <a:uLnTx/>
              <a:uFillTx/>
              <a:cs typeface="Arial"/>
            </a:endParaRPr>
          </a:p>
          <a:p>
            <a:pPr marL="227965" indent="-227965">
              <a:buFont typeface="Arial" panose="020B0604020202020204" pitchFamily="34" charset="0"/>
              <a:buChar char="•"/>
            </a:pPr>
            <a:endParaRPr lang="en-GB" sz="933">
              <a:solidFill>
                <a:schemeClr val="bg1">
                  <a:lumMod val="75000"/>
                </a:schemeClr>
              </a:solidFill>
              <a:cs typeface="Arial"/>
            </a:endParaRPr>
          </a:p>
        </p:txBody>
      </p:sp>
      <p:sp>
        <p:nvSpPr>
          <p:cNvPr id="8" name="TextBox 7">
            <a:extLst>
              <a:ext uri="{FF2B5EF4-FFF2-40B4-BE49-F238E27FC236}">
                <a16:creationId xmlns:a16="http://schemas.microsoft.com/office/drawing/2014/main" id="{94763BFB-7133-9DAC-AB56-DC8CEFF7EEC9}"/>
              </a:ext>
            </a:extLst>
          </p:cNvPr>
          <p:cNvSpPr txBox="1"/>
          <p:nvPr/>
        </p:nvSpPr>
        <p:spPr>
          <a:xfrm>
            <a:off x="3329492" y="2998731"/>
            <a:ext cx="2654709" cy="3477875"/>
          </a:xfrm>
          <a:prstGeom prst="rect">
            <a:avLst/>
          </a:prstGeom>
          <a:noFill/>
        </p:spPr>
        <p:txBody>
          <a:bodyPr wrap="square" lIns="91440" tIns="45720" rIns="91440" bIns="45720" rtlCol="0" anchor="t">
            <a:spAutoFit/>
          </a:bodyPr>
          <a:lstStyle/>
          <a:p>
            <a:pPr marL="171450" indent="-171450">
              <a:buClr>
                <a:srgbClr val="7D7AE8"/>
              </a:buClr>
              <a:buFont typeface="Arial"/>
              <a:buChar char="•"/>
            </a:pPr>
            <a:r>
              <a:rPr lang="en-CA" sz="1000">
                <a:ea typeface="+mn-lt"/>
                <a:cs typeface="+mn-lt"/>
              </a:rPr>
              <a:t>Extend Account playbook to next top 60 per rep</a:t>
            </a:r>
          </a:p>
          <a:p>
            <a:pPr marL="171450" indent="-171450">
              <a:buClr>
                <a:srgbClr val="7D7AE8"/>
              </a:buClr>
              <a:buFont typeface="Arial"/>
              <a:buChar char="•"/>
            </a:pPr>
            <a:endParaRPr lang="en-CA" sz="1000">
              <a:ea typeface="+mn-lt"/>
              <a:cs typeface="+mn-lt"/>
            </a:endParaRPr>
          </a:p>
          <a:p>
            <a:pPr marL="171450" indent="-171450">
              <a:buClr>
                <a:srgbClr val="7D7AE8"/>
              </a:buClr>
              <a:buFont typeface="Arial"/>
              <a:buChar char="•"/>
            </a:pPr>
            <a:r>
              <a:rPr lang="en-CA" sz="1000">
                <a:ea typeface="+mn-lt"/>
                <a:cs typeface="+mn-lt"/>
              </a:rPr>
              <a:t>Extend cadence setup for hybrid infrastructure accounts (top 6 per rep)</a:t>
            </a:r>
          </a:p>
          <a:p>
            <a:pPr marL="171450" indent="-171450">
              <a:buClr>
                <a:srgbClr val="7D7AE8"/>
              </a:buClr>
              <a:buFont typeface="Arial"/>
              <a:buChar char="•"/>
            </a:pPr>
            <a:endParaRPr lang="en-CA" sz="1000">
              <a:ea typeface="+mn-lt"/>
              <a:cs typeface="+mn-lt"/>
            </a:endParaRPr>
          </a:p>
          <a:p>
            <a:pPr marL="171450" indent="-171450">
              <a:buClr>
                <a:srgbClr val="7D7AE8"/>
              </a:buClr>
              <a:buFont typeface="Arial"/>
              <a:buChar char="•"/>
            </a:pPr>
            <a:r>
              <a:rPr lang="en-CA" sz="1000">
                <a:ea typeface="+mn-lt"/>
                <a:cs typeface="+mn-lt"/>
              </a:rPr>
              <a:t>Incorporate marketing campaign insights into account outreach (when applicable)</a:t>
            </a:r>
            <a:endParaRPr lang="en-CA">
              <a:cs typeface="Arial"/>
            </a:endParaRPr>
          </a:p>
          <a:p>
            <a:pPr marL="357188" lvl="1" indent="-161925">
              <a:buClr>
                <a:srgbClr val="7D7AE8"/>
              </a:buClr>
              <a:buFont typeface="Arial"/>
              <a:buChar char="•"/>
            </a:pPr>
            <a:endParaRPr lang="en-CA" sz="1000">
              <a:ea typeface="+mn-lt"/>
              <a:cs typeface="+mn-lt"/>
            </a:endParaRPr>
          </a:p>
          <a:p>
            <a:pPr marL="171450" indent="-171450">
              <a:buClr>
                <a:srgbClr val="7D7AE8"/>
              </a:buClr>
              <a:buFont typeface="Arial"/>
              <a:buChar char="•"/>
            </a:pPr>
            <a:r>
              <a:rPr lang="en-CA" sz="1000">
                <a:ea typeface="+mn-lt"/>
                <a:cs typeface="+mn-lt"/>
              </a:rPr>
              <a:t>Monitor churn rates and evolve retention strategies </a:t>
            </a:r>
          </a:p>
          <a:p>
            <a:pPr marL="171450" indent="-171450">
              <a:buClr>
                <a:srgbClr val="7D7AE8"/>
              </a:buClr>
              <a:buFont typeface="Arial"/>
              <a:buChar char="•"/>
            </a:pPr>
            <a:endParaRPr lang="en-CA" sz="1000">
              <a:ea typeface="+mn-lt"/>
              <a:cs typeface="+mn-lt"/>
            </a:endParaRPr>
          </a:p>
          <a:p>
            <a:pPr marL="171450" indent="-171450">
              <a:buClr>
                <a:srgbClr val="7D7AE8"/>
              </a:buClr>
              <a:buFont typeface="Arial"/>
              <a:buChar char="•"/>
            </a:pPr>
            <a:r>
              <a:rPr lang="en-CA" sz="1000">
                <a:ea typeface="+mn-lt"/>
                <a:cs typeface="+mn-lt"/>
              </a:rPr>
              <a:t>Evaluate AM pipeline generation and adjust support tools</a:t>
            </a:r>
            <a:endParaRPr lang="en-CA" sz="1000">
              <a:cs typeface="Arial"/>
            </a:endParaRPr>
          </a:p>
          <a:p>
            <a:pPr marL="171450" indent="-171450">
              <a:buClr>
                <a:srgbClr val="7D7AE8"/>
              </a:buClr>
              <a:buFont typeface="Arial"/>
              <a:buChar char="•"/>
            </a:pPr>
            <a:endParaRPr lang="en-CA" sz="1000">
              <a:ea typeface="+mn-lt"/>
              <a:cs typeface="+mn-lt"/>
            </a:endParaRPr>
          </a:p>
          <a:p>
            <a:pPr marL="171450" indent="-171450">
              <a:buClr>
                <a:srgbClr val="7D7AE8"/>
              </a:buClr>
              <a:buFont typeface="Arial"/>
              <a:buChar char="•"/>
            </a:pPr>
            <a:r>
              <a:rPr lang="en-CA" sz="1000">
                <a:ea typeface="+mn-lt"/>
                <a:cs typeface="+mn-lt"/>
              </a:rPr>
              <a:t>Sales activities and pipeline generation correlation</a:t>
            </a:r>
          </a:p>
          <a:p>
            <a:pPr marL="171450" indent="-171450">
              <a:buClr>
                <a:srgbClr val="7D7AE8"/>
              </a:buClr>
              <a:buFont typeface="Arial"/>
              <a:buChar char="•"/>
            </a:pPr>
            <a:endParaRPr lang="en-CA" sz="1000">
              <a:ea typeface="+mn-lt"/>
              <a:cs typeface="+mn-lt"/>
            </a:endParaRPr>
          </a:p>
          <a:p>
            <a:pPr marL="171450" indent="-171450">
              <a:buClr>
                <a:srgbClr val="7D7AE8"/>
              </a:buClr>
              <a:buFont typeface="Arial"/>
              <a:buChar char="•"/>
            </a:pPr>
            <a:r>
              <a:rPr lang="en-CA" sz="1000">
                <a:ea typeface="+mn-lt"/>
                <a:cs typeface="+mn-lt"/>
              </a:rPr>
              <a:t>Process improvements (ongoing)</a:t>
            </a:r>
          </a:p>
          <a:p>
            <a:pPr marL="227965" indent="-227965">
              <a:buFont typeface="Arial" panose="020B0604020202020204" pitchFamily="34" charset="0"/>
              <a:buChar char="•"/>
            </a:pPr>
            <a:endParaRPr lang="en-US" sz="1000">
              <a:cs typeface="Arial"/>
            </a:endParaRPr>
          </a:p>
          <a:p>
            <a:pPr marL="227965" indent="-227965">
              <a:buFont typeface="Arial" panose="020B0604020202020204" pitchFamily="34" charset="0"/>
              <a:buChar char="•"/>
            </a:pPr>
            <a:endParaRPr lang="en-US" sz="1000">
              <a:cs typeface="Arial"/>
            </a:endParaRPr>
          </a:p>
        </p:txBody>
      </p:sp>
      <p:sp>
        <p:nvSpPr>
          <p:cNvPr id="9" name="TextBox 8">
            <a:extLst>
              <a:ext uri="{FF2B5EF4-FFF2-40B4-BE49-F238E27FC236}">
                <a16:creationId xmlns:a16="http://schemas.microsoft.com/office/drawing/2014/main" id="{5AE57DA0-64CA-96CF-4AB3-CB24717FD826}"/>
              </a:ext>
            </a:extLst>
          </p:cNvPr>
          <p:cNvSpPr txBox="1"/>
          <p:nvPr/>
        </p:nvSpPr>
        <p:spPr>
          <a:xfrm>
            <a:off x="6226015" y="3004538"/>
            <a:ext cx="2654709" cy="2862322"/>
          </a:xfrm>
          <a:prstGeom prst="rect">
            <a:avLst/>
          </a:prstGeom>
          <a:noFill/>
        </p:spPr>
        <p:txBody>
          <a:bodyPr wrap="square" lIns="91440" tIns="45720" rIns="91440" bIns="45720" rtlCol="0" anchor="t">
            <a:spAutoFit/>
          </a:bodyPr>
          <a:lstStyle/>
          <a:p>
            <a:pPr marL="171450" indent="-171450">
              <a:buClr>
                <a:srgbClr val="7D7AE8"/>
              </a:buClr>
              <a:buFont typeface="Arial"/>
              <a:buChar char="•"/>
            </a:pPr>
            <a:r>
              <a:rPr lang="en-CA" sz="1000">
                <a:ea typeface="+mn-lt"/>
                <a:cs typeface="+mn-lt"/>
              </a:rPr>
              <a:t>Extend Account playbook to next top 60/rep (where applicable)</a:t>
            </a:r>
          </a:p>
          <a:p>
            <a:pPr marL="171450" indent="-171450">
              <a:buClr>
                <a:srgbClr val="7D7AE8"/>
              </a:buClr>
              <a:buFont typeface="Arial"/>
              <a:buChar char="•"/>
            </a:pPr>
            <a:endParaRPr lang="en-CA" sz="1000">
              <a:ea typeface="+mn-lt"/>
              <a:cs typeface="+mn-lt"/>
            </a:endParaRPr>
          </a:p>
          <a:p>
            <a:pPr marL="171450" indent="-171450">
              <a:buClr>
                <a:srgbClr val="7D7AE8"/>
              </a:buClr>
              <a:buFont typeface="Arial"/>
              <a:buChar char="•"/>
            </a:pPr>
            <a:r>
              <a:rPr lang="en-CA" sz="1000">
                <a:ea typeface="+mn-lt"/>
                <a:cs typeface="+mn-lt"/>
              </a:rPr>
              <a:t>Launch second campaign with updated market insights</a:t>
            </a:r>
            <a:endParaRPr lang="en-CA">
              <a:cs typeface="Arial"/>
            </a:endParaRPr>
          </a:p>
          <a:p>
            <a:pPr marL="171450" indent="-171450">
              <a:buClr>
                <a:srgbClr val="7D7AE8"/>
              </a:buClr>
              <a:buFont typeface="Arial"/>
              <a:buChar char="•"/>
            </a:pPr>
            <a:endParaRPr lang="en-CA" sz="1000">
              <a:ea typeface="+mn-lt"/>
              <a:cs typeface="+mn-lt"/>
            </a:endParaRPr>
          </a:p>
          <a:p>
            <a:pPr marL="171450" indent="-171450">
              <a:buClr>
                <a:srgbClr val="7D7AE8"/>
              </a:buClr>
              <a:buFont typeface="Arial"/>
              <a:buChar char="•"/>
            </a:pPr>
            <a:r>
              <a:rPr lang="en-CA" sz="1000">
                <a:ea typeface="+mn-lt"/>
                <a:cs typeface="+mn-lt"/>
              </a:rPr>
              <a:t>Monitor churn rates and evolve retention strategies</a:t>
            </a:r>
            <a:endParaRPr lang="en-CA">
              <a:cs typeface="Arial"/>
            </a:endParaRPr>
          </a:p>
          <a:p>
            <a:pPr marL="171450" indent="-171450">
              <a:spcAft>
                <a:spcPts val="600"/>
              </a:spcAft>
              <a:buClr>
                <a:srgbClr val="7D7AE8"/>
              </a:buClr>
              <a:buFont typeface="Arial"/>
              <a:buChar char="•"/>
            </a:pPr>
            <a:endParaRPr lang="en-CA" sz="1000">
              <a:ea typeface="+mn-lt"/>
              <a:cs typeface="+mn-lt"/>
            </a:endParaRPr>
          </a:p>
          <a:p>
            <a:pPr marL="171450" indent="-171450">
              <a:spcAft>
                <a:spcPts val="600"/>
              </a:spcAft>
              <a:buClr>
                <a:srgbClr val="7D7AE8"/>
              </a:buClr>
              <a:buFont typeface="Arial"/>
              <a:buChar char="•"/>
            </a:pPr>
            <a:r>
              <a:rPr lang="en-CA" sz="1000">
                <a:ea typeface="+mn-lt"/>
                <a:cs typeface="+mn-lt"/>
              </a:rPr>
              <a:t>Sales activities and pipeline conversion correlation</a:t>
            </a:r>
          </a:p>
          <a:p>
            <a:pPr marL="171450" indent="-171450">
              <a:spcAft>
                <a:spcPts val="600"/>
              </a:spcAft>
              <a:buClr>
                <a:srgbClr val="7D7AE8"/>
              </a:buClr>
              <a:buFont typeface="Arial"/>
              <a:buChar char="•"/>
            </a:pPr>
            <a:endParaRPr lang="en-CA" sz="1000">
              <a:ea typeface="+mn-lt"/>
              <a:cs typeface="+mn-lt"/>
            </a:endParaRPr>
          </a:p>
          <a:p>
            <a:pPr marL="171450" indent="-171450">
              <a:spcAft>
                <a:spcPts val="600"/>
              </a:spcAft>
              <a:buClr>
                <a:srgbClr val="7D7AE8"/>
              </a:buClr>
              <a:buFont typeface="Arial"/>
              <a:buChar char="•"/>
            </a:pPr>
            <a:r>
              <a:rPr lang="en-CA" sz="1000">
                <a:ea typeface="+mn-lt"/>
                <a:cs typeface="+mn-lt"/>
              </a:rPr>
              <a:t>Process improvements (ongoing)</a:t>
            </a:r>
          </a:p>
          <a:p>
            <a:pPr marL="171450" indent="-171450">
              <a:spcAft>
                <a:spcPts val="600"/>
              </a:spcAft>
              <a:buClr>
                <a:srgbClr val="7D7AE8"/>
              </a:buClr>
              <a:buFont typeface="Arial"/>
              <a:buChar char="•"/>
            </a:pPr>
            <a:endParaRPr lang="en-CA" sz="1000">
              <a:cs typeface="Arial"/>
            </a:endParaRPr>
          </a:p>
          <a:p>
            <a:pPr marL="227965" indent="-227965">
              <a:spcBef>
                <a:spcPts val="600"/>
              </a:spcBef>
              <a:buFont typeface="Arial" panose="020B0604020202020204" pitchFamily="34" charset="0"/>
              <a:buChar char="•"/>
            </a:pPr>
            <a:endParaRPr lang="en-GB" sz="1000">
              <a:cs typeface="Arial"/>
            </a:endParaRPr>
          </a:p>
        </p:txBody>
      </p:sp>
      <p:sp>
        <p:nvSpPr>
          <p:cNvPr id="10" name="TextBox 9">
            <a:extLst>
              <a:ext uri="{FF2B5EF4-FFF2-40B4-BE49-F238E27FC236}">
                <a16:creationId xmlns:a16="http://schemas.microsoft.com/office/drawing/2014/main" id="{602F5266-5CF1-550D-5240-8357D6B01CB0}"/>
              </a:ext>
            </a:extLst>
          </p:cNvPr>
          <p:cNvSpPr txBox="1"/>
          <p:nvPr/>
        </p:nvSpPr>
        <p:spPr>
          <a:xfrm>
            <a:off x="9167118" y="3004538"/>
            <a:ext cx="2884324" cy="1779783"/>
          </a:xfrm>
          <a:prstGeom prst="rect">
            <a:avLst/>
          </a:prstGeom>
          <a:noFill/>
        </p:spPr>
        <p:txBody>
          <a:bodyPr wrap="square" lIns="91440" tIns="45720" rIns="91440" bIns="45720" rtlCol="0" anchor="t">
            <a:spAutoFit/>
          </a:bodyPr>
          <a:lstStyle/>
          <a:p>
            <a:pPr marL="171450" indent="-171450">
              <a:buClr>
                <a:srgbClr val="7D7AE8"/>
              </a:buClr>
              <a:buFont typeface="Arial"/>
              <a:buChar char="•"/>
            </a:pPr>
            <a:r>
              <a:rPr lang="en-CA" sz="1000">
                <a:cs typeface="Arial"/>
              </a:rPr>
              <a:t>…</a:t>
            </a:r>
          </a:p>
          <a:p>
            <a:pPr marL="227965" indent="-227965">
              <a:spcAft>
                <a:spcPts val="600"/>
              </a:spcAft>
              <a:buClr>
                <a:srgbClr val="7D7AE8"/>
              </a:buClr>
              <a:buFont typeface="Arial" panose="020B0604020202020204" pitchFamily="34" charset="0"/>
              <a:buChar char="•"/>
            </a:pPr>
            <a:endParaRPr lang="en-GB" sz="1000">
              <a:cs typeface="Arial"/>
            </a:endParaRPr>
          </a:p>
          <a:p>
            <a:pPr marL="227965" indent="-227965">
              <a:spcAft>
                <a:spcPts val="600"/>
              </a:spcAft>
              <a:buClr>
                <a:srgbClr val="7D7AE8"/>
              </a:buClr>
              <a:buFont typeface="Arial" panose="020B0604020202020204" pitchFamily="34" charset="0"/>
              <a:buChar char="•"/>
            </a:pPr>
            <a:endParaRPr lang="en-GB" sz="1000">
              <a:cs typeface="Arial"/>
            </a:endParaRPr>
          </a:p>
          <a:p>
            <a:pPr marL="227965" indent="-227965">
              <a:spcAft>
                <a:spcPts val="600"/>
              </a:spcAft>
              <a:buFont typeface="Arial" panose="020B0604020202020204" pitchFamily="34" charset="0"/>
              <a:buChar char="•"/>
            </a:pPr>
            <a:endParaRPr lang="en-GB" sz="1000">
              <a:cs typeface="Arial"/>
            </a:endParaRPr>
          </a:p>
          <a:p>
            <a:pPr marL="227965" indent="-227965">
              <a:spcAft>
                <a:spcPts val="1600"/>
              </a:spcAft>
              <a:buFont typeface="Arial" panose="020B0604020202020204" pitchFamily="34" charset="0"/>
              <a:buChar char="•"/>
            </a:pPr>
            <a:endParaRPr lang="en-GB" sz="933">
              <a:cs typeface="Arial"/>
            </a:endParaRPr>
          </a:p>
          <a:p>
            <a:pPr marL="227965" indent="-227965">
              <a:spcAft>
                <a:spcPts val="1600"/>
              </a:spcAft>
              <a:buFont typeface="Arial" panose="020B0604020202020204" pitchFamily="34" charset="0"/>
              <a:buChar char="•"/>
            </a:pPr>
            <a:endParaRPr lang="en-GB" sz="933">
              <a:cs typeface="Arial"/>
            </a:endParaRPr>
          </a:p>
          <a:p>
            <a:pPr marL="227965" indent="-227965">
              <a:spcAft>
                <a:spcPts val="1600"/>
              </a:spcAft>
              <a:buFont typeface="Arial" panose="020B0604020202020204" pitchFamily="34" charset="0"/>
              <a:buChar char="•"/>
            </a:pPr>
            <a:endParaRPr lang="en-GB" sz="933">
              <a:cs typeface="Arial"/>
            </a:endParaRPr>
          </a:p>
        </p:txBody>
      </p:sp>
      <p:sp>
        <p:nvSpPr>
          <p:cNvPr id="11" name="TextBox 10">
            <a:extLst>
              <a:ext uri="{FF2B5EF4-FFF2-40B4-BE49-F238E27FC236}">
                <a16:creationId xmlns:a16="http://schemas.microsoft.com/office/drawing/2014/main" id="{48518403-636D-ADCA-93E9-59CA4EA204C8}"/>
              </a:ext>
            </a:extLst>
          </p:cNvPr>
          <p:cNvSpPr txBox="1"/>
          <p:nvPr/>
        </p:nvSpPr>
        <p:spPr>
          <a:xfrm>
            <a:off x="905783" y="874780"/>
            <a:ext cx="1154483" cy="256545"/>
          </a:xfrm>
          <a:prstGeom prst="rect">
            <a:avLst/>
          </a:prstGeom>
          <a:noFill/>
        </p:spPr>
        <p:txBody>
          <a:bodyPr wrap="none" rtlCol="0">
            <a:spAutoFit/>
          </a:bodyPr>
          <a:lstStyle/>
          <a:p>
            <a:r>
              <a:rPr lang="en-GB" sz="1067"/>
              <a:t>To 30 Nov 2025</a:t>
            </a:r>
          </a:p>
        </p:txBody>
      </p:sp>
      <p:sp>
        <p:nvSpPr>
          <p:cNvPr id="12" name="TextBox 11">
            <a:extLst>
              <a:ext uri="{FF2B5EF4-FFF2-40B4-BE49-F238E27FC236}">
                <a16:creationId xmlns:a16="http://schemas.microsoft.com/office/drawing/2014/main" id="{28279701-9E23-BC31-1F21-5AC03BD0289A}"/>
              </a:ext>
            </a:extLst>
          </p:cNvPr>
          <p:cNvSpPr txBox="1"/>
          <p:nvPr/>
        </p:nvSpPr>
        <p:spPr>
          <a:xfrm>
            <a:off x="3793190" y="874780"/>
            <a:ext cx="1144865" cy="256545"/>
          </a:xfrm>
          <a:prstGeom prst="rect">
            <a:avLst/>
          </a:prstGeom>
          <a:noFill/>
        </p:spPr>
        <p:txBody>
          <a:bodyPr wrap="none" rtlCol="0">
            <a:spAutoFit/>
          </a:bodyPr>
          <a:lstStyle/>
          <a:p>
            <a:r>
              <a:rPr lang="en-GB" sz="1067"/>
              <a:t>To 28 Feb 2026</a:t>
            </a:r>
          </a:p>
        </p:txBody>
      </p:sp>
      <p:sp>
        <p:nvSpPr>
          <p:cNvPr id="13" name="TextBox 12">
            <a:extLst>
              <a:ext uri="{FF2B5EF4-FFF2-40B4-BE49-F238E27FC236}">
                <a16:creationId xmlns:a16="http://schemas.microsoft.com/office/drawing/2014/main" id="{04DE7BA9-301B-D3BB-9763-7A416F1B271D}"/>
              </a:ext>
            </a:extLst>
          </p:cNvPr>
          <p:cNvSpPr txBox="1"/>
          <p:nvPr/>
        </p:nvSpPr>
        <p:spPr>
          <a:xfrm>
            <a:off x="6685660" y="959587"/>
            <a:ext cx="1168910" cy="256545"/>
          </a:xfrm>
          <a:prstGeom prst="rect">
            <a:avLst/>
          </a:prstGeom>
          <a:noFill/>
        </p:spPr>
        <p:txBody>
          <a:bodyPr wrap="none" rtlCol="0">
            <a:spAutoFit/>
          </a:bodyPr>
          <a:lstStyle/>
          <a:p>
            <a:r>
              <a:rPr lang="en-GB" sz="1067"/>
              <a:t>To 31 May 2026</a:t>
            </a:r>
          </a:p>
        </p:txBody>
      </p:sp>
      <p:sp>
        <p:nvSpPr>
          <p:cNvPr id="14" name="TextBox 13">
            <a:extLst>
              <a:ext uri="{FF2B5EF4-FFF2-40B4-BE49-F238E27FC236}">
                <a16:creationId xmlns:a16="http://schemas.microsoft.com/office/drawing/2014/main" id="{D5A53294-6E4A-4834-DD8C-3A4733B4B866}"/>
              </a:ext>
            </a:extLst>
          </p:cNvPr>
          <p:cNvSpPr txBox="1"/>
          <p:nvPr/>
        </p:nvSpPr>
        <p:spPr>
          <a:xfrm>
            <a:off x="9575995" y="959587"/>
            <a:ext cx="1152880" cy="256545"/>
          </a:xfrm>
          <a:prstGeom prst="rect">
            <a:avLst/>
          </a:prstGeom>
          <a:noFill/>
        </p:spPr>
        <p:txBody>
          <a:bodyPr wrap="none" rtlCol="0">
            <a:spAutoFit/>
          </a:bodyPr>
          <a:lstStyle/>
          <a:p>
            <a:r>
              <a:rPr lang="en-GB" sz="1067"/>
              <a:t>To 31 Aug 2026</a:t>
            </a:r>
          </a:p>
        </p:txBody>
      </p:sp>
      <p:sp>
        <p:nvSpPr>
          <p:cNvPr id="3" name="Slide Number Placeholder 2">
            <a:extLst>
              <a:ext uri="{FF2B5EF4-FFF2-40B4-BE49-F238E27FC236}">
                <a16:creationId xmlns:a16="http://schemas.microsoft.com/office/drawing/2014/main" id="{B6B098EC-ABBE-053E-3A0C-65CAD012C4D1}"/>
              </a:ext>
            </a:extLst>
          </p:cNvPr>
          <p:cNvSpPr>
            <a:spLocks noGrp="1"/>
          </p:cNvSpPr>
          <p:nvPr>
            <p:ph type="sldNum" sz="quarter" idx="10"/>
          </p:nvPr>
        </p:nvSpPr>
        <p:spPr/>
        <p:txBody>
          <a:bodyPr/>
          <a:lstStyle/>
          <a:p>
            <a:fld id="{4AF1CB10-4EE0-4482-BBF6-B71BD01DA370}" type="slidenum">
              <a:rPr lang="en-US" smtClean="0"/>
              <a:pPr/>
              <a:t>12</a:t>
            </a:fld>
            <a:endParaRPr lang="en-US"/>
          </a:p>
        </p:txBody>
      </p:sp>
      <p:pic>
        <p:nvPicPr>
          <p:cNvPr id="16" name="Graphic 15" descr="Checkbox Checked with solid fill">
            <a:extLst>
              <a:ext uri="{FF2B5EF4-FFF2-40B4-BE49-F238E27FC236}">
                <a16:creationId xmlns:a16="http://schemas.microsoft.com/office/drawing/2014/main" id="{F712A45F-6898-D494-FE99-DC20D0AE292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837161" y="3547974"/>
            <a:ext cx="299807" cy="344876"/>
          </a:xfrm>
          <a:prstGeom prst="rect">
            <a:avLst/>
          </a:prstGeom>
        </p:spPr>
      </p:pic>
      <p:pic>
        <p:nvPicPr>
          <p:cNvPr id="19" name="Graphic 18" descr="Checkbox Checked with solid fill">
            <a:extLst>
              <a:ext uri="{FF2B5EF4-FFF2-40B4-BE49-F238E27FC236}">
                <a16:creationId xmlns:a16="http://schemas.microsoft.com/office/drawing/2014/main" id="{F2E0B4D6-91CF-6D6D-AF91-C9B2988DA13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837390" y="3312368"/>
            <a:ext cx="299807" cy="344876"/>
          </a:xfrm>
          <a:prstGeom prst="rect">
            <a:avLst/>
          </a:prstGeom>
        </p:spPr>
      </p:pic>
      <p:pic>
        <p:nvPicPr>
          <p:cNvPr id="21" name="Picture 20">
            <a:extLst>
              <a:ext uri="{FF2B5EF4-FFF2-40B4-BE49-F238E27FC236}">
                <a16:creationId xmlns:a16="http://schemas.microsoft.com/office/drawing/2014/main" id="{1521A899-8B72-E7BE-8776-5DBB74508441}"/>
              </a:ext>
            </a:extLst>
          </p:cNvPr>
          <p:cNvPicPr>
            <a:picLocks noChangeAspect="1"/>
          </p:cNvPicPr>
          <p:nvPr/>
        </p:nvPicPr>
        <p:blipFill>
          <a:blip r:embed="rId10"/>
          <a:stretch>
            <a:fillRect/>
          </a:stretch>
        </p:blipFill>
        <p:spPr>
          <a:xfrm>
            <a:off x="2839884" y="3048357"/>
            <a:ext cx="304800" cy="342900"/>
          </a:xfrm>
          <a:prstGeom prst="rect">
            <a:avLst/>
          </a:prstGeom>
        </p:spPr>
      </p:pic>
      <p:pic>
        <p:nvPicPr>
          <p:cNvPr id="22" name="Picture 21">
            <a:extLst>
              <a:ext uri="{FF2B5EF4-FFF2-40B4-BE49-F238E27FC236}">
                <a16:creationId xmlns:a16="http://schemas.microsoft.com/office/drawing/2014/main" id="{56FC37D4-269A-C0ED-8CBC-3B45E0C31D97}"/>
              </a:ext>
            </a:extLst>
          </p:cNvPr>
          <p:cNvPicPr>
            <a:picLocks noChangeAspect="1"/>
          </p:cNvPicPr>
          <p:nvPr/>
        </p:nvPicPr>
        <p:blipFill>
          <a:blip r:embed="rId10"/>
          <a:stretch>
            <a:fillRect/>
          </a:stretch>
        </p:blipFill>
        <p:spPr>
          <a:xfrm>
            <a:off x="2839884" y="5198635"/>
            <a:ext cx="304800" cy="342900"/>
          </a:xfrm>
          <a:prstGeom prst="rect">
            <a:avLst/>
          </a:prstGeom>
        </p:spPr>
      </p:pic>
    </p:spTree>
    <p:extLst>
      <p:ext uri="{BB962C8B-B14F-4D97-AF65-F5344CB8AC3E}">
        <p14:creationId xmlns:p14="http://schemas.microsoft.com/office/powerpoint/2010/main" val="3979433239"/>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3481B-04E9-F111-EEE5-F9891380BD25}"/>
            </a:ext>
          </a:extLst>
        </p:cNvPr>
        <p:cNvGrpSpPr/>
        <p:nvPr/>
      </p:nvGrpSpPr>
      <p:grpSpPr>
        <a:xfrm>
          <a:off x="0" y="0"/>
          <a:ext cx="0" cy="0"/>
          <a:chOff x="0" y="0"/>
          <a:chExt cx="0" cy="0"/>
        </a:xfrm>
      </p:grpSpPr>
      <p:sp>
        <p:nvSpPr>
          <p:cNvPr id="21" name="Title 1">
            <a:extLst>
              <a:ext uri="{FF2B5EF4-FFF2-40B4-BE49-F238E27FC236}">
                <a16:creationId xmlns:a16="http://schemas.microsoft.com/office/drawing/2014/main" id="{0867C6B0-7B29-B730-63B6-9DC275CEA52D}"/>
              </a:ext>
            </a:extLst>
          </p:cNvPr>
          <p:cNvSpPr>
            <a:spLocks noGrp="1"/>
          </p:cNvSpPr>
          <p:nvPr>
            <p:ph type="title"/>
          </p:nvPr>
        </p:nvSpPr>
        <p:spPr/>
        <p:txBody>
          <a:bodyPr/>
          <a:lstStyle/>
          <a:p>
            <a:r>
              <a:rPr lang="en-US"/>
              <a:t>FY26 Supply Chain (Matthew)​</a:t>
            </a:r>
            <a:endParaRPr lang="en-US">
              <a:solidFill>
                <a:srgbClr val="FF0000"/>
              </a:solidFill>
            </a:endParaRPr>
          </a:p>
        </p:txBody>
      </p:sp>
      <p:sp>
        <p:nvSpPr>
          <p:cNvPr id="4" name="Content Placeholder 16">
            <a:extLst>
              <a:ext uri="{FF2B5EF4-FFF2-40B4-BE49-F238E27FC236}">
                <a16:creationId xmlns:a16="http://schemas.microsoft.com/office/drawing/2014/main" id="{1605E8D0-E79D-62B5-E5DB-6E19177E22AB}"/>
              </a:ext>
            </a:extLst>
          </p:cNvPr>
          <p:cNvSpPr>
            <a:spLocks noGrp="1"/>
          </p:cNvSpPr>
          <p:nvPr>
            <p:ph idx="1"/>
          </p:nvPr>
        </p:nvSpPr>
        <p:spPr>
          <a:xfrm>
            <a:off x="510541" y="1102663"/>
            <a:ext cx="11169650" cy="5041900"/>
          </a:xfrm>
        </p:spPr>
        <p:txBody>
          <a:bodyPr vert="horz" lIns="91440" tIns="45720" rIns="91440" bIns="45720" rtlCol="0" anchor="t">
            <a:noAutofit/>
          </a:bodyPr>
          <a:lstStyle/>
          <a:p>
            <a:pPr marL="0" marR="0" lvl="0" indent="0" algn="l" defTabSz="914400" rtl="0" eaLnBrk="1" fontAlgn="auto" latinLnBrk="0" hangingPunct="1">
              <a:lnSpc>
                <a:spcPct val="100000"/>
              </a:lnSpc>
              <a:spcBef>
                <a:spcPts val="1800"/>
              </a:spcBef>
              <a:spcAft>
                <a:spcPts val="1000"/>
              </a:spcAft>
              <a:buClr>
                <a:srgbClr val="101010"/>
              </a:buClr>
              <a:buSzPts val="1000"/>
              <a:buFontTx/>
              <a:buNone/>
              <a:tabLst/>
              <a:defRPr/>
            </a:pPr>
            <a:r>
              <a:rPr kumimoji="0" lang="en-US" sz="1400" b="0" i="0" u="none" strike="noStrike" kern="1200" cap="none" spc="0" normalizeH="0" baseline="0" noProof="0">
                <a:ln>
                  <a:noFill/>
                </a:ln>
                <a:solidFill>
                  <a:srgbClr val="7D7AE8"/>
                </a:solidFill>
                <a:effectLst/>
                <a:uLnTx/>
                <a:uFillTx/>
                <a:latin typeface="Franklin Gothic Book" panose="020B0503020102020204" pitchFamily="34" charset="0"/>
                <a:sym typeface="Montserrat"/>
              </a:rPr>
              <a:t>Objectives: (infinite game)</a:t>
            </a:r>
          </a:p>
          <a:p>
            <a:pPr marL="228600" marR="0" lvl="0" indent="-228600" algn="l" defTabSz="914400" rtl="0" eaLnBrk="1" fontAlgn="auto" latinLnBrk="0" hangingPunct="1">
              <a:lnSpc>
                <a:spcPct val="100000"/>
              </a:lnSpc>
              <a:spcBef>
                <a:spcPts val="0"/>
              </a:spcBef>
              <a:spcAft>
                <a:spcPts val="600"/>
              </a:spcAft>
              <a:buClr>
                <a:srgbClr val="101010"/>
              </a:buClr>
              <a:buSzPts val="1000"/>
              <a:buAutoNum type="arabicPeriod"/>
              <a:tabLst/>
              <a:defRPr/>
            </a:pPr>
            <a:r>
              <a:rPr kumimoji="0" lang="en-US" sz="1400" i="0" u="none" strike="noStrike" kern="1200" cap="none" spc="0" normalizeH="0" baseline="0" noProof="0">
                <a:ln>
                  <a:noFill/>
                </a:ln>
                <a:effectLst/>
                <a:uLnTx/>
                <a:uFillTx/>
                <a:latin typeface="Franklin Gothic Book" panose="020B0503020102020204" pitchFamily="34" charset="0"/>
                <a:sym typeface="Montserrat"/>
              </a:rPr>
              <a:t>Advance Cost control </a:t>
            </a:r>
          </a:p>
          <a:p>
            <a:pPr marL="228600" marR="0" lvl="0" indent="-228600" algn="l" defTabSz="914400" rtl="0" eaLnBrk="1" fontAlgn="auto" latinLnBrk="0" hangingPunct="1">
              <a:lnSpc>
                <a:spcPct val="100000"/>
              </a:lnSpc>
              <a:spcBef>
                <a:spcPts val="0"/>
              </a:spcBef>
              <a:spcAft>
                <a:spcPts val="600"/>
              </a:spcAft>
              <a:buClr>
                <a:srgbClr val="101010"/>
              </a:buClr>
              <a:buSzPts val="1000"/>
              <a:buAutoNum type="arabicPeriod"/>
              <a:tabLst/>
              <a:defRPr/>
            </a:pPr>
            <a:r>
              <a:rPr lang="en-US" sz="1400">
                <a:latin typeface="Franklin Gothic Book" panose="020B0503020102020204" pitchFamily="34" charset="0"/>
                <a:sym typeface="Montserrat"/>
              </a:rPr>
              <a:t>Drive</a:t>
            </a:r>
            <a:r>
              <a:rPr lang="en-US" sz="1400">
                <a:solidFill>
                  <a:srgbClr val="101010"/>
                </a:solidFill>
                <a:latin typeface="Franklin Gothic Book" panose="020B0503020102020204" pitchFamily="34" charset="0"/>
                <a:sym typeface="Montserrat"/>
              </a:rPr>
              <a:t> Operational efficiency</a:t>
            </a:r>
          </a:p>
          <a:p>
            <a:pPr marL="228600" marR="0" lvl="0" indent="-228600" algn="l" defTabSz="914400" rtl="0" eaLnBrk="1" fontAlgn="auto" latinLnBrk="0" hangingPunct="1">
              <a:lnSpc>
                <a:spcPct val="100000"/>
              </a:lnSpc>
              <a:spcBef>
                <a:spcPts val="0"/>
              </a:spcBef>
              <a:spcAft>
                <a:spcPts val="600"/>
              </a:spcAft>
              <a:buClr>
                <a:srgbClr val="101010"/>
              </a:buClr>
              <a:buSzPts val="1000"/>
              <a:buAutoNum type="arabicPeriod"/>
              <a:tabLst/>
              <a:defRPr/>
            </a:pPr>
            <a:r>
              <a:rPr lang="en-US" sz="1400">
                <a:latin typeface="Franklin Gothic Book" panose="020B0503020102020204" pitchFamily="34" charset="0"/>
                <a:sym typeface="Montserrat"/>
              </a:rPr>
              <a:t>Deliver</a:t>
            </a:r>
            <a:r>
              <a:rPr lang="en-US" sz="1400">
                <a:solidFill>
                  <a:srgbClr val="101010"/>
                </a:solidFill>
                <a:latin typeface="Franklin Gothic Book" panose="020B0503020102020204" pitchFamily="34" charset="0"/>
                <a:sym typeface="Montserrat"/>
              </a:rPr>
              <a:t> Supply Chain Transformation </a:t>
            </a:r>
            <a:endParaRPr lang="en-US" sz="1400" u="sng">
              <a:solidFill>
                <a:srgbClr val="FF0000"/>
              </a:solidFill>
              <a:latin typeface="Franklin Gothic Book" panose="020B0503020102020204" pitchFamily="34" charset="0"/>
              <a:sym typeface="Montserrat"/>
            </a:endParaRPr>
          </a:p>
          <a:p>
            <a:pPr marL="0" marR="0" lvl="0" indent="0" algn="l" defTabSz="914400" rtl="0" eaLnBrk="1" fontAlgn="auto" latinLnBrk="0" hangingPunct="1">
              <a:lnSpc>
                <a:spcPct val="100000"/>
              </a:lnSpc>
              <a:spcBef>
                <a:spcPts val="1800"/>
              </a:spcBef>
              <a:spcAft>
                <a:spcPts val="1000"/>
              </a:spcAft>
              <a:buClr>
                <a:srgbClr val="101010"/>
              </a:buClr>
              <a:buSzPts val="1000"/>
              <a:buFontTx/>
              <a:buNone/>
              <a:tabLst/>
              <a:defRPr/>
            </a:pPr>
            <a:r>
              <a:rPr kumimoji="0" lang="en-US" sz="1400" i="0" u="none" strike="noStrike" kern="1200" cap="none" spc="0" normalizeH="0" baseline="0" noProof="0">
                <a:ln>
                  <a:noFill/>
                </a:ln>
                <a:solidFill>
                  <a:srgbClr val="7D7AE8"/>
                </a:solidFill>
                <a:effectLst/>
                <a:uLnTx/>
                <a:uFillTx/>
                <a:latin typeface="Franklin Gothic Book" panose="020B0503020102020204" pitchFamily="34" charset="0"/>
                <a:sym typeface="Montserrat"/>
              </a:rPr>
              <a:t>Key Results: (specific milestones for FY26)</a:t>
            </a:r>
            <a:endParaRPr lang="en-US" sz="1400" i="0" u="none" strike="noStrike" kern="1200" cap="none" spc="0" normalizeH="0" baseline="0" noProof="0">
              <a:ln>
                <a:noFill/>
              </a:ln>
              <a:solidFill>
                <a:srgbClr val="7D7AE8"/>
              </a:solidFill>
              <a:effectLst/>
              <a:uLnTx/>
              <a:uFillTx/>
              <a:latin typeface="Franklin Gothic Book" panose="020B0503020102020204" pitchFamily="34" charset="0"/>
              <a:cs typeface="Arial"/>
            </a:endParaRPr>
          </a:p>
          <a:p>
            <a:pPr marL="182880" indent="-182880">
              <a:spcBef>
                <a:spcPts val="0"/>
              </a:spcBef>
              <a:buClr>
                <a:srgbClr val="101010"/>
              </a:buClr>
              <a:buSzPts val="1000"/>
              <a:buFont typeface="Arial"/>
              <a:buAutoNum type="arabicPeriod"/>
              <a:defRPr/>
            </a:pPr>
            <a:r>
              <a:rPr lang="en-US" sz="1400">
                <a:solidFill>
                  <a:srgbClr val="101010"/>
                </a:solidFill>
                <a:latin typeface="Franklin Gothic Book" panose="020B0503020102020204" pitchFamily="34" charset="0"/>
                <a:cs typeface="Arial"/>
              </a:rPr>
              <a:t>Target $5M in Procurement Wins,</a:t>
            </a:r>
            <a:r>
              <a:rPr lang="en-US" sz="1400">
                <a:solidFill>
                  <a:srgbClr val="101010"/>
                </a:solidFill>
                <a:latin typeface="Franklin Gothic Book" panose="020B0503020102020204" pitchFamily="34" charset="0"/>
                <a:sym typeface="Montserrat"/>
              </a:rPr>
              <a:t> achieve $10M EBITDA run rate by Aug 2026.</a:t>
            </a:r>
            <a:endParaRPr lang="en-US" sz="1400">
              <a:solidFill>
                <a:srgbClr val="101010"/>
              </a:solidFill>
              <a:latin typeface="Franklin Gothic Book" panose="020B0503020102020204" pitchFamily="34" charset="0"/>
              <a:cs typeface="Arial"/>
            </a:endParaRPr>
          </a:p>
          <a:p>
            <a:pPr marL="182880" indent="-182880">
              <a:spcBef>
                <a:spcPts val="0"/>
              </a:spcBef>
              <a:buClr>
                <a:srgbClr val="101010"/>
              </a:buClr>
              <a:buSzPts val="1000"/>
              <a:buFont typeface="Arial"/>
              <a:buAutoNum type="arabicPeriod"/>
              <a:defRPr/>
            </a:pPr>
            <a:r>
              <a:rPr lang="en-US" sz="1400">
                <a:solidFill>
                  <a:srgbClr val="101010"/>
                </a:solidFill>
                <a:latin typeface="Franklin Gothic Book" panose="020B0503020102020204" pitchFamily="34" charset="0"/>
                <a:sym typeface="Montserrat"/>
              </a:rPr>
              <a:t>Deliver LOB profitability reporting for top 20 vendors, </a:t>
            </a:r>
            <a:r>
              <a:rPr lang="en-US" sz="1400">
                <a:solidFill>
                  <a:srgbClr val="101010"/>
                </a:solidFill>
                <a:latin typeface="Franklin Gothic Book" panose="020B0503020102020204" pitchFamily="34" charset="0"/>
                <a:cs typeface="Arial"/>
              </a:rPr>
              <a:t>onboard 10 new logos through a promotional campaign.</a:t>
            </a:r>
            <a:endParaRPr lang="en-US" sz="1400">
              <a:solidFill>
                <a:srgbClr val="101010"/>
              </a:solidFill>
              <a:latin typeface="Franklin Gothic Book" panose="020B0503020102020204" pitchFamily="34" charset="0"/>
              <a:sym typeface="Montserrat"/>
            </a:endParaRPr>
          </a:p>
          <a:p>
            <a:pPr marL="182880" indent="-182880">
              <a:spcBef>
                <a:spcPts val="0"/>
              </a:spcBef>
              <a:buClr>
                <a:srgbClr val="101010"/>
              </a:buClr>
              <a:buSzPts val="1000"/>
              <a:buFont typeface="Arial"/>
              <a:buAutoNum type="arabicPeriod"/>
              <a:defRPr/>
            </a:pPr>
            <a:r>
              <a:rPr lang="en-US" sz="1400">
                <a:latin typeface="Franklin Gothic Book" panose="020B0503020102020204" pitchFamily="34" charset="0"/>
              </a:rPr>
              <a:t>Develop a process map providing e2e visibility and a single point of accountability.</a:t>
            </a:r>
            <a:endParaRPr lang="en-US" sz="1400">
              <a:solidFill>
                <a:srgbClr val="101010"/>
              </a:solidFill>
              <a:latin typeface="Franklin Gothic Book" panose="020B0503020102020204" pitchFamily="34" charset="0"/>
              <a:sym typeface="Montserrat"/>
            </a:endParaRPr>
          </a:p>
          <a:p>
            <a:pPr>
              <a:spcBef>
                <a:spcPts val="1800"/>
              </a:spcBef>
              <a:spcAft>
                <a:spcPts val="1000"/>
              </a:spcAft>
              <a:buSzPts val="1000"/>
              <a:defRPr/>
            </a:pPr>
            <a:r>
              <a:rPr lang="en-US" sz="1400">
                <a:solidFill>
                  <a:srgbClr val="7D7AE8"/>
                </a:solidFill>
                <a:latin typeface="Franklin Gothic Book" panose="020B0503020102020204" pitchFamily="34" charset="0"/>
                <a:sym typeface="Montserrat"/>
              </a:rPr>
              <a:t>Activities</a:t>
            </a:r>
            <a:r>
              <a:rPr kumimoji="0" lang="en-US" sz="1400" i="0" u="none" strike="noStrike" kern="1200" cap="none" spc="0" normalizeH="0" baseline="0" noProof="0">
                <a:ln>
                  <a:noFill/>
                </a:ln>
                <a:solidFill>
                  <a:srgbClr val="7D7AE8"/>
                </a:solidFill>
                <a:effectLst/>
                <a:uLnTx/>
                <a:uFillTx/>
                <a:latin typeface="Franklin Gothic Book" panose="020B0503020102020204" pitchFamily="34" charset="0"/>
                <a:sym typeface="Montserrat"/>
              </a:rPr>
              <a:t>: (core strategies, projects and related action plans to achieve the objectives)</a:t>
            </a:r>
            <a:endParaRPr lang="en-US" sz="1400" i="0" u="none" strike="noStrike" kern="1200" cap="none" spc="0" normalizeH="0" baseline="0" noProof="0">
              <a:ln>
                <a:noFill/>
              </a:ln>
              <a:solidFill>
                <a:srgbClr val="7D7AE8"/>
              </a:solidFill>
              <a:effectLst/>
              <a:uLnTx/>
              <a:uFillTx/>
              <a:latin typeface="Franklin Gothic Book" panose="020B0503020102020204" pitchFamily="34" charset="0"/>
              <a:cs typeface="Arial"/>
            </a:endParaRPr>
          </a:p>
          <a:p>
            <a:pPr marL="182880" indent="-182880">
              <a:spcBef>
                <a:spcPts val="0"/>
              </a:spcBef>
              <a:buClr>
                <a:srgbClr val="101010"/>
              </a:buClr>
              <a:buSzPts val="1000"/>
              <a:buFont typeface="+mj-lt"/>
              <a:buAutoNum type="arabicPeriod"/>
              <a:defRPr/>
            </a:pPr>
            <a:r>
              <a:rPr lang="en-US" sz="1400">
                <a:solidFill>
                  <a:srgbClr val="101010"/>
                </a:solidFill>
                <a:latin typeface="Franklin Gothic Book" panose="020B0503020102020204" pitchFamily="34" charset="0"/>
                <a:sym typeface="Montserrat"/>
              </a:rPr>
              <a:t>Continue to engage with leaders around Global Spend Mapping and collaborate around Margin Expansion through cost-reduction prioritization. </a:t>
            </a:r>
          </a:p>
          <a:p>
            <a:pPr marL="182880" indent="-182880">
              <a:spcBef>
                <a:spcPts val="0"/>
              </a:spcBef>
              <a:buClr>
                <a:srgbClr val="101010"/>
              </a:buClr>
              <a:buSzPts val="1000"/>
              <a:buFont typeface="+mj-lt"/>
              <a:buAutoNum type="arabicPeriod"/>
              <a:defRPr/>
            </a:pPr>
            <a:r>
              <a:rPr lang="en-US" sz="1400">
                <a:solidFill>
                  <a:srgbClr val="101010"/>
                </a:solidFill>
                <a:latin typeface="Franklin Gothic Book" panose="020B0503020102020204" pitchFamily="34" charset="0"/>
                <a:sym typeface="Montserrat"/>
              </a:rPr>
              <a:t>Provide granular visibility into product profitability relating to vendors, </a:t>
            </a:r>
            <a:r>
              <a:rPr lang="en-US" sz="1400">
                <a:solidFill>
                  <a:srgbClr val="101010"/>
                </a:solidFill>
                <a:latin typeface="Franklin Gothic Book" panose="020B0503020102020204" pitchFamily="34" charset="0"/>
                <a:cs typeface="Arial"/>
                <a:sym typeface="Montserrat"/>
              </a:rPr>
              <a:t>O</a:t>
            </a:r>
            <a:r>
              <a:rPr lang="en-US" sz="1400">
                <a:solidFill>
                  <a:srgbClr val="101010"/>
                </a:solidFill>
                <a:latin typeface="Franklin Gothic Book" panose="020B0503020102020204" pitchFamily="34" charset="0"/>
                <a:cs typeface="Arial"/>
              </a:rPr>
              <a:t>rchestrate promotional campaign &amp; create Contract Repository ensuring it’s visible to appropriate stakeholders. </a:t>
            </a:r>
          </a:p>
          <a:p>
            <a:pPr marL="182880" indent="-182880">
              <a:spcBef>
                <a:spcPts val="0"/>
              </a:spcBef>
              <a:buClr>
                <a:srgbClr val="101010"/>
              </a:buClr>
              <a:buSzPts val="1000"/>
              <a:buFont typeface="+mj-lt"/>
              <a:buAutoNum type="arabicPeriod"/>
              <a:defRPr/>
            </a:pPr>
            <a:r>
              <a:rPr lang="en-US" sz="1400">
                <a:solidFill>
                  <a:srgbClr val="101010"/>
                </a:solidFill>
                <a:latin typeface="Franklin Gothic Book" panose="020B0503020102020204" pitchFamily="34" charset="0"/>
                <a:sym typeface="Montserrat"/>
              </a:rPr>
              <a:t>Elevate Cross-functional leadership and organizational alignment around Procure, Pay, Collect/Comply, and enable flexible Billing regardless of system limitations. </a:t>
            </a:r>
            <a:r>
              <a:rPr lang="en-US" sz="1400">
                <a:solidFill>
                  <a:srgbClr val="101010"/>
                </a:solidFill>
                <a:latin typeface="Franklin Gothic Book" panose="020B0503020102020204" pitchFamily="34" charset="0"/>
                <a:cs typeface="Arial"/>
              </a:rPr>
              <a:t> </a:t>
            </a:r>
          </a:p>
          <a:p>
            <a:pPr marL="182880" indent="-182880">
              <a:spcBef>
                <a:spcPts val="0"/>
              </a:spcBef>
              <a:buClr>
                <a:srgbClr val="101010"/>
              </a:buClr>
              <a:buSzPts val="1000"/>
              <a:buFont typeface="+mj-lt"/>
              <a:buAutoNum type="arabicPeriod"/>
              <a:defRPr/>
            </a:pPr>
            <a:endParaRPr lang="en-US" sz="1200" b="1">
              <a:solidFill>
                <a:srgbClr val="101010"/>
              </a:solidFill>
              <a:latin typeface="Arial"/>
              <a:cs typeface="Arial"/>
            </a:endParaRPr>
          </a:p>
        </p:txBody>
      </p:sp>
    </p:spTree>
    <p:extLst>
      <p:ext uri="{BB962C8B-B14F-4D97-AF65-F5344CB8AC3E}">
        <p14:creationId xmlns:p14="http://schemas.microsoft.com/office/powerpoint/2010/main" val="39599650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6D1D8-6977-FE59-C8FF-334B8C2C5953}"/>
            </a:ext>
          </a:extLst>
        </p:cNvPr>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6A680990-4545-BFA6-21BA-E40B969EE78A}"/>
              </a:ext>
            </a:extLst>
          </p:cNvPr>
          <p:cNvGraphicFramePr/>
          <p:nvPr/>
        </p:nvGraphicFramePr>
        <p:xfrm>
          <a:off x="482259" y="-1471635"/>
          <a:ext cx="11376659" cy="662324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Title 1">
            <a:extLst>
              <a:ext uri="{FF2B5EF4-FFF2-40B4-BE49-F238E27FC236}">
                <a16:creationId xmlns:a16="http://schemas.microsoft.com/office/drawing/2014/main" id="{382BA6E5-5308-3F54-7907-A68430D9C18A}"/>
              </a:ext>
            </a:extLst>
          </p:cNvPr>
          <p:cNvSpPr>
            <a:spLocks noGrp="1"/>
          </p:cNvSpPr>
          <p:nvPr>
            <p:ph type="title"/>
          </p:nvPr>
        </p:nvSpPr>
        <p:spPr>
          <a:xfrm>
            <a:off x="482259" y="192477"/>
            <a:ext cx="11170919" cy="731520"/>
          </a:xfrm>
        </p:spPr>
        <p:txBody>
          <a:bodyPr/>
          <a:lstStyle/>
          <a:p>
            <a:r>
              <a:rPr lang="en-GB">
                <a:solidFill>
                  <a:srgbClr val="7D7AE8"/>
                </a:solidFill>
                <a:latin typeface="Geist"/>
              </a:rPr>
              <a:t>Roadmap milestones Draft – Supply Chain (Matthew) - FY26</a:t>
            </a:r>
          </a:p>
        </p:txBody>
      </p:sp>
      <p:sp>
        <p:nvSpPr>
          <p:cNvPr id="7" name="TextBox 6">
            <a:extLst>
              <a:ext uri="{FF2B5EF4-FFF2-40B4-BE49-F238E27FC236}">
                <a16:creationId xmlns:a16="http://schemas.microsoft.com/office/drawing/2014/main" id="{6B89E80B-FCB8-6C12-54C5-AA7A69A2F336}"/>
              </a:ext>
            </a:extLst>
          </p:cNvPr>
          <p:cNvSpPr txBox="1"/>
          <p:nvPr/>
        </p:nvSpPr>
        <p:spPr>
          <a:xfrm>
            <a:off x="482259" y="2995403"/>
            <a:ext cx="2654709" cy="1862048"/>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200" b="0" i="0" u="none" strike="noStrike" kern="1200" cap="none" spc="0" normalizeH="0" baseline="0" noProof="0">
                <a:ln>
                  <a:noFill/>
                </a:ln>
                <a:effectLst/>
                <a:uLnTx/>
                <a:uFillTx/>
                <a:cs typeface="Arial"/>
              </a:rPr>
              <a:t>Spend Mapping &amp; Margin Expansion activities </a:t>
            </a:r>
          </a:p>
          <a:p>
            <a:pPr marL="227965" indent="-227965">
              <a:spcAft>
                <a:spcPts val="600"/>
              </a:spcAft>
              <a:buClr>
                <a:srgbClr val="7D7AE8"/>
              </a:buClr>
              <a:buFont typeface="Arial" panose="020B0604020202020204" pitchFamily="34" charset="0"/>
              <a:buChar char="•"/>
            </a:pPr>
            <a:r>
              <a:rPr lang="en-CA" sz="1200">
                <a:cs typeface="Arial"/>
              </a:rPr>
              <a:t>Optimizing asset financing through strategic lease conversion</a:t>
            </a:r>
          </a:p>
          <a:p>
            <a:pPr marL="227965" indent="-227965">
              <a:spcAft>
                <a:spcPts val="600"/>
              </a:spcAft>
              <a:buClr>
                <a:srgbClr val="7D7AE8"/>
              </a:buClr>
              <a:buFont typeface="Arial" panose="020B0604020202020204" pitchFamily="34" charset="0"/>
              <a:buChar char="•"/>
            </a:pPr>
            <a:r>
              <a:rPr lang="en-CA" sz="1200">
                <a:cs typeface="Arial"/>
              </a:rPr>
              <a:t>Server Promo</a:t>
            </a:r>
          </a:p>
          <a:p>
            <a:pPr marL="227965" indent="-227965">
              <a:spcAft>
                <a:spcPts val="600"/>
              </a:spcAft>
              <a:buClr>
                <a:srgbClr val="7D7AE8"/>
              </a:buClr>
              <a:buFont typeface="Arial" panose="020B0604020202020204" pitchFamily="34" charset="0"/>
              <a:buChar char="•"/>
            </a:pPr>
            <a:endParaRPr lang="en-GB" sz="1200" b="0" i="0" u="none" strike="noStrike" kern="1200" cap="none" spc="0" normalizeH="0" baseline="0" noProof="0">
              <a:ln>
                <a:noFill/>
              </a:ln>
              <a:effectLst/>
              <a:uLnTx/>
              <a:uFillTx/>
              <a:cs typeface="Arial"/>
            </a:endParaRPr>
          </a:p>
          <a:p>
            <a:pPr marL="227965" indent="-227965">
              <a:buFont typeface="Arial" panose="020B0604020202020204" pitchFamily="34" charset="0"/>
              <a:buChar char="•"/>
            </a:pPr>
            <a:endParaRPr lang="en-GB" sz="1100">
              <a:solidFill>
                <a:schemeClr val="bg1">
                  <a:lumMod val="75000"/>
                </a:schemeClr>
              </a:solidFill>
              <a:cs typeface="Arial"/>
            </a:endParaRPr>
          </a:p>
        </p:txBody>
      </p:sp>
      <p:sp>
        <p:nvSpPr>
          <p:cNvPr id="8" name="TextBox 7">
            <a:extLst>
              <a:ext uri="{FF2B5EF4-FFF2-40B4-BE49-F238E27FC236}">
                <a16:creationId xmlns:a16="http://schemas.microsoft.com/office/drawing/2014/main" id="{D63C35E4-0A90-B3BA-A891-C22DE680950D}"/>
              </a:ext>
            </a:extLst>
          </p:cNvPr>
          <p:cNvSpPr txBox="1"/>
          <p:nvPr/>
        </p:nvSpPr>
        <p:spPr>
          <a:xfrm>
            <a:off x="3364114" y="2995404"/>
            <a:ext cx="2654709" cy="1615827"/>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US" sz="1200">
                <a:latin typeface="Franklin Gothic Book" panose="020B0503020102020204" pitchFamily="34" charset="0"/>
              </a:rPr>
              <a:t>Process mapping e2e visibility and single point of accountability</a:t>
            </a:r>
          </a:p>
          <a:p>
            <a:pPr marL="227965" indent="-227965">
              <a:spcAft>
                <a:spcPts val="600"/>
              </a:spcAft>
              <a:buClr>
                <a:srgbClr val="7D7AE8"/>
              </a:buClr>
              <a:buFont typeface="Arial" panose="020B0604020202020204" pitchFamily="34" charset="0"/>
              <a:buChar char="•"/>
            </a:pPr>
            <a:r>
              <a:rPr lang="en-US" sz="1200">
                <a:solidFill>
                  <a:srgbClr val="101010"/>
                </a:solidFill>
                <a:latin typeface="Franklin Gothic Book" panose="020B0503020102020204" pitchFamily="34" charset="0"/>
                <a:sym typeface="Montserrat"/>
              </a:rPr>
              <a:t>Elevate Cross-functional leadership and organizational alignment</a:t>
            </a:r>
          </a:p>
          <a:p>
            <a:pPr marL="227965" indent="-227965">
              <a:spcAft>
                <a:spcPts val="600"/>
              </a:spcAft>
              <a:buClr>
                <a:srgbClr val="7D7AE8"/>
              </a:buClr>
              <a:buFont typeface="Arial" panose="020B0604020202020204" pitchFamily="34" charset="0"/>
              <a:buChar char="•"/>
            </a:pPr>
            <a:r>
              <a:rPr lang="en-US" sz="1200">
                <a:solidFill>
                  <a:srgbClr val="101010"/>
                </a:solidFill>
                <a:latin typeface="Franklin Gothic Book" panose="020B0503020102020204" pitchFamily="34" charset="0"/>
                <a:cs typeface="Arial"/>
                <a:sym typeface="Montserrat"/>
              </a:rPr>
              <a:t>Launch 17G server </a:t>
            </a:r>
            <a:endParaRPr lang="en-US" sz="1200">
              <a:cs typeface="Arial"/>
            </a:endParaRPr>
          </a:p>
          <a:p>
            <a:pPr marL="227965" indent="-227965">
              <a:buFont typeface="Arial" panose="020B0604020202020204" pitchFamily="34" charset="0"/>
              <a:buChar char="•"/>
            </a:pPr>
            <a:endParaRPr lang="en-US" sz="1200">
              <a:cs typeface="Arial"/>
            </a:endParaRPr>
          </a:p>
        </p:txBody>
      </p:sp>
      <p:sp>
        <p:nvSpPr>
          <p:cNvPr id="9" name="TextBox 8">
            <a:extLst>
              <a:ext uri="{FF2B5EF4-FFF2-40B4-BE49-F238E27FC236}">
                <a16:creationId xmlns:a16="http://schemas.microsoft.com/office/drawing/2014/main" id="{2A5D4E93-5EBB-D0BF-881C-B66863B018C2}"/>
              </a:ext>
            </a:extLst>
          </p:cNvPr>
          <p:cNvSpPr txBox="1"/>
          <p:nvPr/>
        </p:nvSpPr>
        <p:spPr>
          <a:xfrm>
            <a:off x="6207800" y="2983620"/>
            <a:ext cx="2654709" cy="1692771"/>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US" sz="1200">
                <a:solidFill>
                  <a:srgbClr val="101010"/>
                </a:solidFill>
                <a:latin typeface="Franklin Gothic Book" panose="020B0503020102020204" pitchFamily="34" charset="0"/>
                <a:sym typeface="Montserrat"/>
              </a:rPr>
              <a:t>Deliver LOB profitability reporting for top 20 vendors</a:t>
            </a:r>
          </a:p>
          <a:p>
            <a:pPr marL="227965" indent="-227965">
              <a:spcAft>
                <a:spcPts val="600"/>
              </a:spcAft>
              <a:buClr>
                <a:srgbClr val="7D7AE8"/>
              </a:buClr>
              <a:buFont typeface="Arial" panose="020B0604020202020204" pitchFamily="34" charset="0"/>
              <a:buChar char="•"/>
            </a:pPr>
            <a:r>
              <a:rPr lang="en-US" sz="1200">
                <a:solidFill>
                  <a:srgbClr val="101010"/>
                </a:solidFill>
                <a:latin typeface="Franklin Gothic Book" panose="020B0503020102020204" pitchFamily="34" charset="0"/>
                <a:cs typeface="Arial"/>
              </a:rPr>
              <a:t>Contract Repository creation ensuring it’s visible to appropriate stakeholders. </a:t>
            </a:r>
          </a:p>
          <a:p>
            <a:pPr marL="227965" indent="-227965">
              <a:spcAft>
                <a:spcPts val="600"/>
              </a:spcAft>
              <a:buClr>
                <a:srgbClr val="7D7AE8"/>
              </a:buClr>
              <a:buFont typeface="Arial" panose="020B0604020202020204" pitchFamily="34" charset="0"/>
              <a:buChar char="•"/>
            </a:pPr>
            <a:endParaRPr lang="en-CA" sz="1200">
              <a:cs typeface="Arial"/>
            </a:endParaRPr>
          </a:p>
          <a:p>
            <a:pPr marL="227965" indent="-227965">
              <a:spcBef>
                <a:spcPts val="600"/>
              </a:spcBef>
              <a:buFont typeface="Arial" panose="020B0604020202020204" pitchFamily="34" charset="0"/>
              <a:buChar char="•"/>
            </a:pPr>
            <a:endParaRPr lang="en-GB" sz="1200">
              <a:cs typeface="Arial"/>
            </a:endParaRPr>
          </a:p>
        </p:txBody>
      </p:sp>
      <p:sp>
        <p:nvSpPr>
          <p:cNvPr id="10" name="TextBox 9">
            <a:extLst>
              <a:ext uri="{FF2B5EF4-FFF2-40B4-BE49-F238E27FC236}">
                <a16:creationId xmlns:a16="http://schemas.microsoft.com/office/drawing/2014/main" id="{E5FFAD84-AA2C-E4FB-84E5-9355C6CE51C8}"/>
              </a:ext>
            </a:extLst>
          </p:cNvPr>
          <p:cNvSpPr txBox="1"/>
          <p:nvPr/>
        </p:nvSpPr>
        <p:spPr>
          <a:xfrm>
            <a:off x="9163571" y="2920357"/>
            <a:ext cx="2884324" cy="2287806"/>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US" sz="1200">
                <a:solidFill>
                  <a:srgbClr val="101010"/>
                </a:solidFill>
                <a:latin typeface="Franklin Gothic Book"/>
                <a:cs typeface="Arial"/>
              </a:rPr>
              <a:t>Target $5M in Procurement Wins</a:t>
            </a:r>
            <a:endParaRPr lang="en-US">
              <a:latin typeface="Franklin Gothic Book"/>
            </a:endParaRPr>
          </a:p>
          <a:p>
            <a:pPr marL="227965" indent="-227965">
              <a:spcAft>
                <a:spcPts val="600"/>
              </a:spcAft>
              <a:buClr>
                <a:srgbClr val="7D7AE8"/>
              </a:buClr>
              <a:buFont typeface="Arial" panose="020B0604020202020204" pitchFamily="34" charset="0"/>
              <a:buChar char="•"/>
            </a:pPr>
            <a:r>
              <a:rPr lang="en-US" sz="1200">
                <a:solidFill>
                  <a:srgbClr val="101010"/>
                </a:solidFill>
                <a:latin typeface="Franklin Gothic Book"/>
                <a:cs typeface="Arial"/>
              </a:rPr>
              <a:t>Onboard 10 new logos through a promotional campaign</a:t>
            </a:r>
            <a:endParaRPr lang="en-GB" sz="1200">
              <a:latin typeface="Franklin Gothic Book"/>
              <a:cs typeface="Arial"/>
            </a:endParaRPr>
          </a:p>
          <a:p>
            <a:pPr marL="227965" indent="-227965">
              <a:spcAft>
                <a:spcPts val="600"/>
              </a:spcAft>
              <a:buClr>
                <a:srgbClr val="7D7AE8"/>
              </a:buClr>
              <a:buFont typeface="Arial" panose="020B0604020202020204" pitchFamily="34" charset="0"/>
              <a:buChar char="•"/>
            </a:pPr>
            <a:endParaRPr lang="en-GB" sz="1200">
              <a:cs typeface="Arial"/>
            </a:endParaRPr>
          </a:p>
          <a:p>
            <a:pPr marL="227965" indent="-227965">
              <a:spcAft>
                <a:spcPts val="600"/>
              </a:spcAft>
              <a:buFont typeface="Arial" panose="020B0604020202020204" pitchFamily="34" charset="0"/>
              <a:buChar char="•"/>
            </a:pPr>
            <a:endParaRPr lang="en-GB" sz="1200">
              <a:cs typeface="Arial"/>
            </a:endParaRPr>
          </a:p>
          <a:p>
            <a:pPr marL="227965" indent="-227965">
              <a:spcAft>
                <a:spcPts val="1600"/>
              </a:spcAft>
              <a:buFont typeface="Arial" panose="020B0604020202020204" pitchFamily="34" charset="0"/>
              <a:buChar char="•"/>
            </a:pPr>
            <a:endParaRPr lang="en-GB" sz="1200">
              <a:cs typeface="Arial"/>
            </a:endParaRPr>
          </a:p>
          <a:p>
            <a:pPr marL="227965" indent="-227965">
              <a:spcAft>
                <a:spcPts val="1600"/>
              </a:spcAft>
              <a:buFont typeface="Arial" panose="020B0604020202020204" pitchFamily="34" charset="0"/>
              <a:buChar char="•"/>
            </a:pPr>
            <a:endParaRPr lang="en-GB" sz="1200">
              <a:cs typeface="Arial"/>
            </a:endParaRPr>
          </a:p>
          <a:p>
            <a:pPr marL="227965" indent="-227965">
              <a:spcAft>
                <a:spcPts val="1600"/>
              </a:spcAft>
              <a:buFont typeface="Arial" panose="020B0604020202020204" pitchFamily="34" charset="0"/>
              <a:buChar char="•"/>
            </a:pPr>
            <a:endParaRPr lang="en-GB" sz="1200">
              <a:cs typeface="Arial"/>
            </a:endParaRPr>
          </a:p>
        </p:txBody>
      </p:sp>
      <p:sp>
        <p:nvSpPr>
          <p:cNvPr id="11" name="TextBox 10">
            <a:extLst>
              <a:ext uri="{FF2B5EF4-FFF2-40B4-BE49-F238E27FC236}">
                <a16:creationId xmlns:a16="http://schemas.microsoft.com/office/drawing/2014/main" id="{749C61DD-DC20-5C30-D37D-74F6EA277018}"/>
              </a:ext>
            </a:extLst>
          </p:cNvPr>
          <p:cNvSpPr txBox="1"/>
          <p:nvPr/>
        </p:nvSpPr>
        <p:spPr>
          <a:xfrm>
            <a:off x="905783" y="874780"/>
            <a:ext cx="1259255" cy="276999"/>
          </a:xfrm>
          <a:prstGeom prst="rect">
            <a:avLst/>
          </a:prstGeom>
          <a:noFill/>
        </p:spPr>
        <p:txBody>
          <a:bodyPr wrap="none" rtlCol="0">
            <a:spAutoFit/>
          </a:bodyPr>
          <a:lstStyle/>
          <a:p>
            <a:r>
              <a:rPr lang="en-GB" sz="1200"/>
              <a:t>To 30 Nov 2025</a:t>
            </a:r>
          </a:p>
        </p:txBody>
      </p:sp>
      <p:sp>
        <p:nvSpPr>
          <p:cNvPr id="12" name="TextBox 11">
            <a:extLst>
              <a:ext uri="{FF2B5EF4-FFF2-40B4-BE49-F238E27FC236}">
                <a16:creationId xmlns:a16="http://schemas.microsoft.com/office/drawing/2014/main" id="{CE460C49-068B-AEA2-659B-566562C82D93}"/>
              </a:ext>
            </a:extLst>
          </p:cNvPr>
          <p:cNvSpPr txBox="1"/>
          <p:nvPr/>
        </p:nvSpPr>
        <p:spPr>
          <a:xfrm>
            <a:off x="3793190" y="874780"/>
            <a:ext cx="1251240" cy="276999"/>
          </a:xfrm>
          <a:prstGeom prst="rect">
            <a:avLst/>
          </a:prstGeom>
          <a:noFill/>
        </p:spPr>
        <p:txBody>
          <a:bodyPr wrap="none" rtlCol="0">
            <a:spAutoFit/>
          </a:bodyPr>
          <a:lstStyle/>
          <a:p>
            <a:r>
              <a:rPr lang="en-GB" sz="1200"/>
              <a:t>To 28 Feb 2026</a:t>
            </a:r>
          </a:p>
        </p:txBody>
      </p:sp>
      <p:sp>
        <p:nvSpPr>
          <p:cNvPr id="13" name="TextBox 12">
            <a:extLst>
              <a:ext uri="{FF2B5EF4-FFF2-40B4-BE49-F238E27FC236}">
                <a16:creationId xmlns:a16="http://schemas.microsoft.com/office/drawing/2014/main" id="{4FB336D6-DEDA-2D89-082B-40C6A632579F}"/>
              </a:ext>
            </a:extLst>
          </p:cNvPr>
          <p:cNvSpPr txBox="1"/>
          <p:nvPr/>
        </p:nvSpPr>
        <p:spPr>
          <a:xfrm>
            <a:off x="6685660" y="959587"/>
            <a:ext cx="1276888" cy="276999"/>
          </a:xfrm>
          <a:prstGeom prst="rect">
            <a:avLst/>
          </a:prstGeom>
          <a:noFill/>
        </p:spPr>
        <p:txBody>
          <a:bodyPr wrap="none" rtlCol="0">
            <a:spAutoFit/>
          </a:bodyPr>
          <a:lstStyle/>
          <a:p>
            <a:r>
              <a:rPr lang="en-GB" sz="1200"/>
              <a:t>To 31 May 2026</a:t>
            </a:r>
          </a:p>
        </p:txBody>
      </p:sp>
      <p:sp>
        <p:nvSpPr>
          <p:cNvPr id="14" name="TextBox 13">
            <a:extLst>
              <a:ext uri="{FF2B5EF4-FFF2-40B4-BE49-F238E27FC236}">
                <a16:creationId xmlns:a16="http://schemas.microsoft.com/office/drawing/2014/main" id="{16841640-6102-3BB3-00DF-607813AB2AE9}"/>
              </a:ext>
            </a:extLst>
          </p:cNvPr>
          <p:cNvSpPr txBox="1"/>
          <p:nvPr/>
        </p:nvSpPr>
        <p:spPr>
          <a:xfrm>
            <a:off x="9575995" y="959587"/>
            <a:ext cx="1250792" cy="276999"/>
          </a:xfrm>
          <a:prstGeom prst="rect">
            <a:avLst/>
          </a:prstGeom>
          <a:noFill/>
        </p:spPr>
        <p:txBody>
          <a:bodyPr wrap="none" rtlCol="0">
            <a:spAutoFit/>
          </a:bodyPr>
          <a:lstStyle/>
          <a:p>
            <a:r>
              <a:rPr lang="en-GB" sz="1200"/>
              <a:t>To 31 Aug 2026</a:t>
            </a:r>
          </a:p>
        </p:txBody>
      </p:sp>
      <p:sp>
        <p:nvSpPr>
          <p:cNvPr id="3" name="Slide Number Placeholder 2">
            <a:extLst>
              <a:ext uri="{FF2B5EF4-FFF2-40B4-BE49-F238E27FC236}">
                <a16:creationId xmlns:a16="http://schemas.microsoft.com/office/drawing/2014/main" id="{79352D53-843A-CDAA-0B16-C2FB4A70B8EC}"/>
              </a:ext>
            </a:extLst>
          </p:cNvPr>
          <p:cNvSpPr>
            <a:spLocks noGrp="1"/>
          </p:cNvSpPr>
          <p:nvPr>
            <p:ph type="sldNum" sz="quarter" idx="10"/>
          </p:nvPr>
        </p:nvSpPr>
        <p:spPr/>
        <p:txBody>
          <a:bodyPr/>
          <a:lstStyle/>
          <a:p>
            <a:fld id="{4AF1CB10-4EE0-4482-BBF6-B71BD01DA370}" type="slidenum">
              <a:rPr lang="en-US" smtClean="0"/>
              <a:pPr/>
              <a:t>14</a:t>
            </a:fld>
            <a:endParaRPr lang="en-US"/>
          </a:p>
        </p:txBody>
      </p:sp>
    </p:spTree>
    <p:extLst>
      <p:ext uri="{BB962C8B-B14F-4D97-AF65-F5344CB8AC3E}">
        <p14:creationId xmlns:p14="http://schemas.microsoft.com/office/powerpoint/2010/main" val="326226871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78000">
              <a:schemeClr val="bg2"/>
            </a:gs>
            <a:gs pos="100000">
              <a:schemeClr val="accent1">
                <a:lumMod val="30000"/>
                <a:lumOff val="70000"/>
              </a:schemeClr>
            </a:gs>
          </a:gsLst>
          <a:lin ang="18900000" scaled="1"/>
          <a:tileRect/>
        </a:gradFill>
        <a:effectLst/>
      </p:bgPr>
    </p:bg>
    <p:spTree>
      <p:nvGrpSpPr>
        <p:cNvPr id="1" name="">
          <a:extLst>
            <a:ext uri="{FF2B5EF4-FFF2-40B4-BE49-F238E27FC236}">
              <a16:creationId xmlns:a16="http://schemas.microsoft.com/office/drawing/2014/main" id="{4DF42438-EE36-2128-0E7C-DBAF09047FEE}"/>
            </a:ext>
          </a:extLst>
        </p:cNvPr>
        <p:cNvGrpSpPr/>
        <p:nvPr/>
      </p:nvGrpSpPr>
      <p:grpSpPr>
        <a:xfrm>
          <a:off x="0" y="0"/>
          <a:ext cx="0" cy="0"/>
          <a:chOff x="0" y="0"/>
          <a:chExt cx="0" cy="0"/>
        </a:xfrm>
      </p:grpSpPr>
      <p:sp>
        <p:nvSpPr>
          <p:cNvPr id="21" name="Title 1">
            <a:extLst>
              <a:ext uri="{FF2B5EF4-FFF2-40B4-BE49-F238E27FC236}">
                <a16:creationId xmlns:a16="http://schemas.microsoft.com/office/drawing/2014/main" id="{DCD9BB0E-EFD6-A688-596A-FDD27BAEE94F}"/>
              </a:ext>
            </a:extLst>
          </p:cNvPr>
          <p:cNvSpPr>
            <a:spLocks noGrp="1"/>
          </p:cNvSpPr>
          <p:nvPr>
            <p:ph type="title"/>
          </p:nvPr>
        </p:nvSpPr>
        <p:spPr/>
        <p:txBody>
          <a:bodyPr/>
          <a:lstStyle/>
          <a:p>
            <a:r>
              <a:rPr lang="en-US"/>
              <a:t>People &amp; Culture (Nikki)-Updated </a:t>
            </a:r>
          </a:p>
        </p:txBody>
      </p:sp>
      <p:sp>
        <p:nvSpPr>
          <p:cNvPr id="17" name="Content Placeholder 16">
            <a:extLst>
              <a:ext uri="{FF2B5EF4-FFF2-40B4-BE49-F238E27FC236}">
                <a16:creationId xmlns:a16="http://schemas.microsoft.com/office/drawing/2014/main" id="{54E00E25-205C-B204-3A69-B2576E3D2E51}"/>
              </a:ext>
            </a:extLst>
          </p:cNvPr>
          <p:cNvSpPr>
            <a:spLocks noGrp="1"/>
          </p:cNvSpPr>
          <p:nvPr>
            <p:ph idx="1"/>
          </p:nvPr>
        </p:nvSpPr>
        <p:spPr>
          <a:xfrm>
            <a:off x="510541" y="1123407"/>
            <a:ext cx="11170919" cy="4586729"/>
          </a:xfrm>
        </p:spPr>
        <p:txBody>
          <a:bodyPr vert="horz" lIns="91440" tIns="45720" rIns="91440" bIns="45720" rtlCol="0" anchor="t">
            <a:noAutofit/>
          </a:bodyPr>
          <a:lstStyle/>
          <a:p>
            <a:pPr>
              <a:spcBef>
                <a:spcPts val="1800"/>
              </a:spcBef>
              <a:spcAft>
                <a:spcPts val="1000"/>
              </a:spcAft>
              <a:buClr>
                <a:srgbClr val="101010"/>
              </a:buClr>
              <a:buSzPts val="1000"/>
              <a:defRPr/>
            </a:pPr>
            <a:r>
              <a:rPr lang="en-US" sz="1400">
                <a:solidFill>
                  <a:srgbClr val="7D7AE8"/>
                </a:solidFill>
                <a:latin typeface="Arial"/>
                <a:sym typeface="Montserrat"/>
              </a:rPr>
              <a:t>Objectives:</a:t>
            </a:r>
            <a:r>
              <a:rPr lang="en-US" sz="1400">
                <a:solidFill>
                  <a:schemeClr val="bg1">
                    <a:lumMod val="50000"/>
                  </a:schemeClr>
                </a:solidFill>
                <a:latin typeface="Arial"/>
                <a:sym typeface="Montserrat"/>
              </a:rPr>
              <a:t> </a:t>
            </a:r>
            <a:endParaRPr lang="en-US" sz="1400">
              <a:solidFill>
                <a:schemeClr val="bg1">
                  <a:lumMod val="50000"/>
                </a:schemeClr>
              </a:solidFill>
              <a:latin typeface="Arial"/>
            </a:endParaRPr>
          </a:p>
          <a:p>
            <a:pPr marL="228600" indent="-228600">
              <a:spcBef>
                <a:spcPts val="0"/>
              </a:spcBef>
              <a:buClr>
                <a:srgbClr val="101010"/>
              </a:buClr>
              <a:buSzPts val="1000"/>
              <a:buFont typeface="Arial" panose="020B0604020202020204" pitchFamily="34" charset="0"/>
              <a:buAutoNum type="arabicPeriod"/>
              <a:defRPr/>
            </a:pPr>
            <a:r>
              <a:rPr lang="en-US" sz="1200">
                <a:solidFill>
                  <a:srgbClr val="101010"/>
                </a:solidFill>
                <a:latin typeface="Arial"/>
              </a:rPr>
              <a:t>Have the right people in the right seats with the right skillset and training. </a:t>
            </a:r>
            <a:endParaRPr lang="en-US" sz="1200">
              <a:solidFill>
                <a:srgbClr val="101010"/>
              </a:solidFill>
              <a:latin typeface="Arial"/>
              <a:cs typeface="Arial"/>
            </a:endParaRPr>
          </a:p>
          <a:p>
            <a:pPr marL="228600" indent="-228600">
              <a:spcBef>
                <a:spcPts val="0"/>
              </a:spcBef>
              <a:buClr>
                <a:srgbClr val="101010"/>
              </a:buClr>
              <a:buSzPts val="1000"/>
              <a:buFont typeface="Arial" panose="020B0604020202020204" pitchFamily="34" charset="0"/>
              <a:buAutoNum type="arabicPeriod"/>
              <a:defRPr/>
            </a:pPr>
            <a:r>
              <a:rPr lang="en-US" sz="1200">
                <a:solidFill>
                  <a:srgbClr val="101010"/>
                </a:solidFill>
                <a:latin typeface="Arial"/>
              </a:rPr>
              <a:t>Maintain a high-performance culture with clear expectations, regular feedback, and accountability across teams. </a:t>
            </a:r>
            <a:endParaRPr lang="en-US" sz="1200">
              <a:solidFill>
                <a:srgbClr val="101010"/>
              </a:solidFill>
              <a:latin typeface="Arial"/>
              <a:cs typeface="Arial"/>
            </a:endParaRPr>
          </a:p>
          <a:p>
            <a:pPr marL="228600" indent="-228600">
              <a:spcBef>
                <a:spcPts val="0"/>
              </a:spcBef>
              <a:buClr>
                <a:srgbClr val="101010"/>
              </a:buClr>
              <a:buSzPts val="1000"/>
              <a:buFont typeface="Arial" panose="020B0604020202020204" pitchFamily="34" charset="0"/>
              <a:buAutoNum type="arabicPeriod"/>
              <a:defRPr/>
            </a:pPr>
            <a:r>
              <a:rPr lang="en-US" sz="1200">
                <a:solidFill>
                  <a:srgbClr val="101010"/>
                </a:solidFill>
                <a:latin typeface="Arial"/>
              </a:rPr>
              <a:t>Enable leaders to lead with clarity and confidence.  </a:t>
            </a:r>
            <a:endParaRPr lang="en-US" sz="1200">
              <a:solidFill>
                <a:srgbClr val="101010"/>
              </a:solidFill>
              <a:latin typeface="Arial"/>
              <a:cs typeface="Arial"/>
            </a:endParaRPr>
          </a:p>
          <a:p>
            <a:pPr>
              <a:spcBef>
                <a:spcPts val="1800"/>
              </a:spcBef>
              <a:spcAft>
                <a:spcPts val="1000"/>
              </a:spcAft>
              <a:buClr>
                <a:srgbClr val="101010"/>
              </a:buClr>
              <a:buSzPts val="1000"/>
              <a:defRPr/>
            </a:pPr>
            <a:r>
              <a:rPr lang="en-US" sz="1400">
                <a:solidFill>
                  <a:srgbClr val="7D7AE8"/>
                </a:solidFill>
                <a:latin typeface="Arial"/>
                <a:sym typeface="Montserrat"/>
              </a:rPr>
              <a:t>Key Results: </a:t>
            </a:r>
          </a:p>
          <a:p>
            <a:pPr marL="342900" indent="-342900">
              <a:lnSpc>
                <a:spcPct val="150000"/>
              </a:lnSpc>
              <a:spcBef>
                <a:spcPts val="0"/>
              </a:spcBef>
              <a:spcAft>
                <a:spcPts val="0"/>
              </a:spcAft>
              <a:buClr>
                <a:srgbClr val="101010"/>
              </a:buClr>
              <a:buSzPts val="1000"/>
              <a:buFont typeface="Arial" panose="020B0604020202020204" pitchFamily="34" charset="0"/>
              <a:buAutoNum type="arabicPeriod"/>
              <a:defRPr/>
            </a:pPr>
            <a:r>
              <a:rPr lang="en-US" sz="1200"/>
              <a:t>90% of employees meet all core role competencies by the end of the year..</a:t>
            </a:r>
          </a:p>
          <a:p>
            <a:pPr marL="342900" indent="-342900">
              <a:lnSpc>
                <a:spcPct val="150000"/>
              </a:lnSpc>
              <a:spcBef>
                <a:spcPts val="0"/>
              </a:spcBef>
              <a:spcAft>
                <a:spcPts val="0"/>
              </a:spcAft>
              <a:buClr>
                <a:srgbClr val="101010"/>
              </a:buClr>
              <a:buSzPts val="1000"/>
              <a:buAutoNum type="arabicPeriod"/>
              <a:defRPr/>
            </a:pPr>
            <a:r>
              <a:rPr lang="en-US" sz="1200"/>
              <a:t>80% of roles filled by employees who have clear expectations, rank high on performance, and meet skill criteria.</a:t>
            </a:r>
          </a:p>
          <a:p>
            <a:pPr marL="342900" indent="-342900">
              <a:lnSpc>
                <a:spcPct val="150000"/>
              </a:lnSpc>
              <a:spcBef>
                <a:spcPts val="0"/>
              </a:spcBef>
              <a:spcAft>
                <a:spcPts val="0"/>
              </a:spcAft>
              <a:buClr>
                <a:srgbClr val="101010"/>
              </a:buClr>
              <a:buSzPts val="1000"/>
              <a:buAutoNum type="arabicPeriod"/>
              <a:defRPr/>
            </a:pPr>
            <a:r>
              <a:rPr lang="en-US" sz="1200"/>
              <a:t>100% of leaders and employees have OKRs aligned to company objectives by the start of the quarter.</a:t>
            </a:r>
            <a:endParaRPr lang="en-US" sz="1200">
              <a:solidFill>
                <a:schemeClr val="bg1">
                  <a:lumMod val="50000"/>
                </a:schemeClr>
              </a:solidFill>
            </a:endParaRPr>
          </a:p>
          <a:p>
            <a:pPr>
              <a:spcBef>
                <a:spcPts val="1800"/>
              </a:spcBef>
              <a:spcAft>
                <a:spcPts val="1000"/>
              </a:spcAft>
              <a:buClr>
                <a:srgbClr val="101010"/>
              </a:buClr>
              <a:buSzPts val="1000"/>
              <a:defRPr/>
            </a:pPr>
            <a:r>
              <a:rPr lang="en-US" sz="1400">
                <a:solidFill>
                  <a:srgbClr val="7D7AE8"/>
                </a:solidFill>
                <a:latin typeface="Arial"/>
                <a:sym typeface="Montserrat"/>
              </a:rPr>
              <a:t>Activities:</a:t>
            </a:r>
            <a:endParaRPr lang="en-US" sz="1400">
              <a:solidFill>
                <a:schemeClr val="bg1">
                  <a:lumMod val="50000"/>
                </a:schemeClr>
              </a:solidFill>
              <a:latin typeface="Arial"/>
            </a:endParaRPr>
          </a:p>
          <a:p>
            <a:pPr marL="228600" indent="-228600">
              <a:spcBef>
                <a:spcPts val="0"/>
              </a:spcBef>
              <a:buClr>
                <a:srgbClr val="101010"/>
              </a:buClr>
              <a:buSzPts val="1000"/>
              <a:buFont typeface="Arial" panose="020B0604020202020204" pitchFamily="34" charset="0"/>
              <a:buAutoNum type="arabicPeriod"/>
              <a:defRPr/>
            </a:pPr>
            <a:r>
              <a:rPr lang="en-US" sz="1200"/>
              <a:t>Partner with team leaders to define criteria on skills and measurement of performance.</a:t>
            </a:r>
          </a:p>
          <a:p>
            <a:pPr marL="228600" indent="-228600">
              <a:spcBef>
                <a:spcPts val="0"/>
              </a:spcBef>
              <a:buClr>
                <a:srgbClr val="101010"/>
              </a:buClr>
              <a:buSzPts val="1000"/>
              <a:buFont typeface="Arial" panose="020B0604020202020204" pitchFamily="34" charset="0"/>
              <a:buAutoNum type="arabicPeriod"/>
              <a:defRPr/>
            </a:pPr>
            <a:r>
              <a:rPr lang="en-US" sz="1200"/>
              <a:t>Apply a unified performance management tool quarterly for consistent employee and manager evaluations.</a:t>
            </a:r>
            <a:endParaRPr lang="en-US" sz="1200">
              <a:solidFill>
                <a:srgbClr val="101010"/>
              </a:solidFill>
              <a:latin typeface="Arial"/>
            </a:endParaRPr>
          </a:p>
          <a:p>
            <a:pPr marL="228600" indent="-228600">
              <a:spcBef>
                <a:spcPts val="0"/>
              </a:spcBef>
              <a:buClr>
                <a:srgbClr val="101010"/>
              </a:buClr>
              <a:buSzPts val="1000"/>
              <a:buAutoNum type="arabicPeriod"/>
              <a:defRPr/>
            </a:pPr>
            <a:r>
              <a:rPr lang="en-US" sz="1200"/>
              <a:t>Support and help facilitate a centralized OKR tracking tool to ensure visibility and alignment across teams for leaders and individual goals.</a:t>
            </a:r>
            <a:endParaRPr lang="en-US" sz="1200">
              <a:solidFill>
                <a:srgbClr val="101010"/>
              </a:solidFill>
              <a:latin typeface="Arial"/>
              <a:cs typeface="Arial"/>
            </a:endParaRPr>
          </a:p>
        </p:txBody>
      </p:sp>
    </p:spTree>
    <p:extLst>
      <p:ext uri="{BB962C8B-B14F-4D97-AF65-F5344CB8AC3E}">
        <p14:creationId xmlns:p14="http://schemas.microsoft.com/office/powerpoint/2010/main" val="698950226"/>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D7B3C-F56C-C013-BD75-B05F3478D3EB}"/>
            </a:ext>
          </a:extLst>
        </p:cNvPr>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7B837759-75B5-F9C2-D00F-0471A695A6AC}"/>
              </a:ext>
            </a:extLst>
          </p:cNvPr>
          <p:cNvGraphicFramePr/>
          <p:nvPr>
            <p:extLst>
              <p:ext uri="{D42A27DB-BD31-4B8C-83A1-F6EECF244321}">
                <p14:modId xmlns:p14="http://schemas.microsoft.com/office/powerpoint/2010/main" val="3080393063"/>
              </p:ext>
            </p:extLst>
          </p:nvPr>
        </p:nvGraphicFramePr>
        <p:xfrm>
          <a:off x="482259" y="-1471635"/>
          <a:ext cx="11376659" cy="66232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0F73A5F2-B48F-95CE-D28B-65221005CE2A}"/>
              </a:ext>
            </a:extLst>
          </p:cNvPr>
          <p:cNvSpPr>
            <a:spLocks noGrp="1"/>
          </p:cNvSpPr>
          <p:nvPr>
            <p:ph type="title"/>
          </p:nvPr>
        </p:nvSpPr>
        <p:spPr>
          <a:xfrm>
            <a:off x="482259" y="192477"/>
            <a:ext cx="11170919" cy="731520"/>
          </a:xfrm>
        </p:spPr>
        <p:txBody>
          <a:bodyPr/>
          <a:lstStyle/>
          <a:p>
            <a:r>
              <a:rPr lang="en-GB">
                <a:solidFill>
                  <a:srgbClr val="7D7AE8"/>
                </a:solidFill>
                <a:latin typeface="Geist"/>
              </a:rPr>
              <a:t>P&amp;C Roadmap milestones</a:t>
            </a:r>
          </a:p>
        </p:txBody>
      </p:sp>
      <p:sp>
        <p:nvSpPr>
          <p:cNvPr id="7" name="TextBox 6">
            <a:extLst>
              <a:ext uri="{FF2B5EF4-FFF2-40B4-BE49-F238E27FC236}">
                <a16:creationId xmlns:a16="http://schemas.microsoft.com/office/drawing/2014/main" id="{FEE30CD0-B825-60FF-744B-C0210BAF9D86}"/>
              </a:ext>
            </a:extLst>
          </p:cNvPr>
          <p:cNvSpPr txBox="1"/>
          <p:nvPr/>
        </p:nvSpPr>
        <p:spPr>
          <a:xfrm>
            <a:off x="482259" y="2995403"/>
            <a:ext cx="2801715" cy="1620893"/>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US" sz="1000"/>
              <a:t>Define and validate </a:t>
            </a:r>
            <a:r>
              <a:rPr lang="en-US" sz="1000" b="1"/>
              <a:t>role-based skill and performance criteria</a:t>
            </a:r>
            <a:r>
              <a:rPr lang="en-US" sz="1000"/>
              <a:t> with team leaders.</a:t>
            </a:r>
          </a:p>
          <a:p>
            <a:pPr marL="227965" indent="-227965">
              <a:spcAft>
                <a:spcPts val="600"/>
              </a:spcAft>
              <a:buClr>
                <a:srgbClr val="7D7AE8"/>
              </a:buClr>
              <a:buFont typeface="Arial" panose="020B0604020202020204" pitchFamily="34" charset="0"/>
              <a:buChar char="•"/>
            </a:pPr>
            <a:r>
              <a:rPr lang="en-US" sz="1000">
                <a:cs typeface="Arial"/>
              </a:rPr>
              <a:t>Rollout performance reviews- self evaluation and manager evaluation</a:t>
            </a:r>
            <a:r>
              <a:rPr lang="en-CA" sz="1000">
                <a:cs typeface="Arial"/>
              </a:rPr>
              <a:t> </a:t>
            </a:r>
          </a:p>
          <a:p>
            <a:pPr marL="227965" indent="-227965">
              <a:spcAft>
                <a:spcPts val="600"/>
              </a:spcAft>
              <a:buClr>
                <a:srgbClr val="7D7AE8"/>
              </a:buClr>
              <a:buFont typeface="Arial" panose="020B0604020202020204" pitchFamily="34" charset="0"/>
              <a:buChar char="•"/>
            </a:pPr>
            <a:r>
              <a:rPr lang="en-CA" sz="1000">
                <a:cs typeface="Arial"/>
              </a:rPr>
              <a:t>Support OKR tracking and ensuring Q2 OKR’s are set and aligned</a:t>
            </a:r>
          </a:p>
          <a:p>
            <a:pPr marL="227965" indent="-227965">
              <a:spcAft>
                <a:spcPts val="600"/>
              </a:spcAft>
              <a:buClr>
                <a:srgbClr val="7D7AE8"/>
              </a:buClr>
              <a:buFont typeface="Arial" panose="020B0604020202020204" pitchFamily="34" charset="0"/>
              <a:buChar char="•"/>
            </a:pPr>
            <a:endParaRPr lang="en-GB" sz="1000" b="0" i="0" u="none" strike="noStrike" kern="1200" cap="none" spc="0" normalizeH="0" baseline="0" noProof="0">
              <a:ln>
                <a:noFill/>
              </a:ln>
              <a:effectLst/>
              <a:uLnTx/>
              <a:uFillTx/>
              <a:cs typeface="Arial"/>
            </a:endParaRPr>
          </a:p>
          <a:p>
            <a:pPr marL="227965" indent="-227965">
              <a:buFont typeface="Arial" panose="020B0604020202020204" pitchFamily="34" charset="0"/>
              <a:buChar char="•"/>
            </a:pPr>
            <a:endParaRPr lang="en-GB" sz="933">
              <a:solidFill>
                <a:schemeClr val="bg1">
                  <a:lumMod val="75000"/>
                </a:schemeClr>
              </a:solidFill>
              <a:cs typeface="Arial"/>
            </a:endParaRPr>
          </a:p>
        </p:txBody>
      </p:sp>
      <p:sp>
        <p:nvSpPr>
          <p:cNvPr id="8" name="TextBox 7">
            <a:extLst>
              <a:ext uri="{FF2B5EF4-FFF2-40B4-BE49-F238E27FC236}">
                <a16:creationId xmlns:a16="http://schemas.microsoft.com/office/drawing/2014/main" id="{B4D3ADD6-1E38-C3D7-9BB4-FB51B690BE58}"/>
              </a:ext>
            </a:extLst>
          </p:cNvPr>
          <p:cNvSpPr txBox="1"/>
          <p:nvPr/>
        </p:nvSpPr>
        <p:spPr>
          <a:xfrm>
            <a:off x="3364114" y="2995404"/>
            <a:ext cx="2654709" cy="1169551"/>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000">
                <a:cs typeface="Arial"/>
              </a:rPr>
              <a:t>Support people leaders on identifying any skill and training gaps</a:t>
            </a:r>
          </a:p>
          <a:p>
            <a:pPr marL="227965" indent="-227965">
              <a:spcAft>
                <a:spcPts val="600"/>
              </a:spcAft>
              <a:buClr>
                <a:srgbClr val="7D7AE8"/>
              </a:buClr>
              <a:buFont typeface="Arial" panose="020B0604020202020204" pitchFamily="34" charset="0"/>
              <a:buChar char="•"/>
            </a:pPr>
            <a:r>
              <a:rPr lang="en-CA" sz="1000">
                <a:cs typeface="Arial"/>
              </a:rPr>
              <a:t>Develop and launch training plan addressing gaps identified</a:t>
            </a:r>
          </a:p>
          <a:p>
            <a:pPr marL="227965" indent="-227965">
              <a:spcAft>
                <a:spcPts val="600"/>
              </a:spcAft>
              <a:buClr>
                <a:srgbClr val="7D7AE8"/>
              </a:buClr>
              <a:buFont typeface="Arial" panose="020B0604020202020204" pitchFamily="34" charset="0"/>
              <a:buChar char="•"/>
            </a:pPr>
            <a:r>
              <a:rPr lang="en-CA" sz="1000"/>
              <a:t>Refresh </a:t>
            </a:r>
            <a:r>
              <a:rPr lang="en-CA" sz="1000" b="1"/>
              <a:t>OKR alignment</a:t>
            </a:r>
            <a:r>
              <a:rPr lang="en-CA" sz="1000"/>
              <a:t> for Q3 priorities.</a:t>
            </a:r>
            <a:endParaRPr lang="en-US" sz="1000">
              <a:cs typeface="Arial"/>
            </a:endParaRPr>
          </a:p>
        </p:txBody>
      </p:sp>
      <p:sp>
        <p:nvSpPr>
          <p:cNvPr id="9" name="TextBox 8">
            <a:extLst>
              <a:ext uri="{FF2B5EF4-FFF2-40B4-BE49-F238E27FC236}">
                <a16:creationId xmlns:a16="http://schemas.microsoft.com/office/drawing/2014/main" id="{33C87EE0-45A1-EEC5-6A68-C895522A24F7}"/>
              </a:ext>
            </a:extLst>
          </p:cNvPr>
          <p:cNvSpPr txBox="1"/>
          <p:nvPr/>
        </p:nvSpPr>
        <p:spPr>
          <a:xfrm>
            <a:off x="6207800" y="2983620"/>
            <a:ext cx="2654709" cy="1477328"/>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US" sz="1000"/>
              <a:t>Launch </a:t>
            </a:r>
            <a:r>
              <a:rPr lang="en-US" sz="1000" b="1"/>
              <a:t>targeted training and development programs</a:t>
            </a:r>
            <a:r>
              <a:rPr lang="en-US" sz="1000"/>
              <a:t> (technical &amp; leadership).</a:t>
            </a:r>
            <a:r>
              <a:rPr lang="en-CA" sz="1000">
                <a:cs typeface="Arial"/>
              </a:rPr>
              <a:t>Project 2 milestone C </a:t>
            </a:r>
          </a:p>
          <a:p>
            <a:pPr marL="227965" indent="-227965">
              <a:spcAft>
                <a:spcPts val="600"/>
              </a:spcAft>
              <a:buClr>
                <a:srgbClr val="7D7AE8"/>
              </a:buClr>
              <a:buFont typeface="Arial" panose="020B0604020202020204" pitchFamily="34" charset="0"/>
              <a:buChar char="•"/>
            </a:pPr>
            <a:r>
              <a:rPr lang="en-US" sz="1000"/>
              <a:t>Conduct </a:t>
            </a:r>
            <a:r>
              <a:rPr lang="en-US" sz="1000" b="1"/>
              <a:t>midyear OKR and performance review</a:t>
            </a:r>
            <a:r>
              <a:rPr lang="en-US" sz="1000"/>
              <a:t>; recognize high performers.</a:t>
            </a:r>
          </a:p>
          <a:p>
            <a:pPr marL="227965" indent="-227965">
              <a:spcAft>
                <a:spcPts val="600"/>
              </a:spcAft>
              <a:buClr>
                <a:srgbClr val="7D7AE8"/>
              </a:buClr>
              <a:buFont typeface="Arial" panose="020B0604020202020204" pitchFamily="34" charset="0"/>
              <a:buChar char="•"/>
            </a:pPr>
            <a:r>
              <a:rPr lang="en-US" sz="1000"/>
              <a:t>Optimize OKR and performance management tools based on feedback.</a:t>
            </a:r>
            <a:endParaRPr lang="en-GB" sz="1000">
              <a:cs typeface="Arial"/>
            </a:endParaRPr>
          </a:p>
        </p:txBody>
      </p:sp>
      <p:sp>
        <p:nvSpPr>
          <p:cNvPr id="10" name="TextBox 9">
            <a:extLst>
              <a:ext uri="{FF2B5EF4-FFF2-40B4-BE49-F238E27FC236}">
                <a16:creationId xmlns:a16="http://schemas.microsoft.com/office/drawing/2014/main" id="{D62632F2-1DD0-68FA-661E-CAE2D185B6AB}"/>
              </a:ext>
            </a:extLst>
          </p:cNvPr>
          <p:cNvSpPr txBox="1"/>
          <p:nvPr/>
        </p:nvSpPr>
        <p:spPr>
          <a:xfrm>
            <a:off x="9163571" y="2920357"/>
            <a:ext cx="2884324" cy="3241721"/>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US" sz="1000"/>
              <a:t>Complete </a:t>
            </a:r>
            <a:r>
              <a:rPr lang="en-US" sz="1000" b="1"/>
              <a:t>year-end performance evaluations</a:t>
            </a:r>
            <a:r>
              <a:rPr lang="en-US" sz="1000"/>
              <a:t> and finalize ratings.</a:t>
            </a:r>
            <a:r>
              <a:rPr lang="en-CA" sz="1000">
                <a:cs typeface="Arial"/>
              </a:rPr>
              <a:t>Project 2 milestone D </a:t>
            </a:r>
          </a:p>
          <a:p>
            <a:pPr marL="227965" indent="-227965">
              <a:spcAft>
                <a:spcPts val="600"/>
              </a:spcAft>
              <a:buClr>
                <a:srgbClr val="7D7AE8"/>
              </a:buClr>
              <a:buFont typeface="Arial" panose="020B0604020202020204" pitchFamily="34" charset="0"/>
              <a:buChar char="•"/>
            </a:pPr>
            <a:r>
              <a:rPr lang="en-US" sz="1000"/>
              <a:t>Gather feedback from leaders and employees to refine programs and tools.</a:t>
            </a:r>
          </a:p>
          <a:p>
            <a:pPr marL="227965" indent="-227965">
              <a:spcAft>
                <a:spcPts val="600"/>
              </a:spcAft>
              <a:buClr>
                <a:srgbClr val="7D7AE8"/>
              </a:buClr>
              <a:buFont typeface="Arial" panose="020B0604020202020204" pitchFamily="34" charset="0"/>
              <a:buChar char="•"/>
            </a:pPr>
            <a:r>
              <a:rPr lang="en-US" sz="1000"/>
              <a:t>Define </a:t>
            </a:r>
            <a:r>
              <a:rPr lang="en-US" sz="1000" b="1"/>
              <a:t>next-year priorities</a:t>
            </a:r>
            <a:r>
              <a:rPr lang="en-US" sz="1000"/>
              <a:t> for people, culture, and leadership enablement.</a:t>
            </a:r>
          </a:p>
          <a:p>
            <a:pPr marL="227965" indent="-227965">
              <a:spcAft>
                <a:spcPts val="600"/>
              </a:spcAft>
              <a:buClr>
                <a:srgbClr val="7D7AE8"/>
              </a:buClr>
              <a:buFont typeface="Arial" panose="020B0604020202020204" pitchFamily="34" charset="0"/>
              <a:buChar char="•"/>
            </a:pPr>
            <a:r>
              <a:rPr lang="en-US" sz="1000"/>
              <a:t>Measure against key results: competency completion, performance ratio, OKR alignment.</a:t>
            </a:r>
            <a:endParaRPr lang="en-GB" sz="1000">
              <a:cs typeface="Arial"/>
            </a:endParaRPr>
          </a:p>
          <a:p>
            <a:pPr marL="227965" indent="-227965">
              <a:spcAft>
                <a:spcPts val="600"/>
              </a:spcAft>
              <a:buClr>
                <a:srgbClr val="7D7AE8"/>
              </a:buClr>
              <a:buFont typeface="Arial" panose="020B0604020202020204" pitchFamily="34" charset="0"/>
              <a:buChar char="•"/>
            </a:pPr>
            <a:endParaRPr lang="en-GB" sz="1000">
              <a:cs typeface="Arial"/>
            </a:endParaRPr>
          </a:p>
          <a:p>
            <a:pPr marL="227965" indent="-227965">
              <a:spcAft>
                <a:spcPts val="600"/>
              </a:spcAft>
              <a:buFont typeface="Arial" panose="020B0604020202020204" pitchFamily="34" charset="0"/>
              <a:buChar char="•"/>
            </a:pPr>
            <a:endParaRPr lang="en-GB" sz="1000">
              <a:cs typeface="Arial"/>
            </a:endParaRPr>
          </a:p>
          <a:p>
            <a:pPr marL="227965" indent="-227965">
              <a:spcAft>
                <a:spcPts val="1600"/>
              </a:spcAft>
              <a:buFont typeface="Arial" panose="020B0604020202020204" pitchFamily="34" charset="0"/>
              <a:buChar char="•"/>
            </a:pPr>
            <a:endParaRPr lang="en-GB" sz="933">
              <a:cs typeface="Arial"/>
            </a:endParaRPr>
          </a:p>
          <a:p>
            <a:pPr marL="227965" indent="-227965">
              <a:spcAft>
                <a:spcPts val="1600"/>
              </a:spcAft>
              <a:buFont typeface="Arial" panose="020B0604020202020204" pitchFamily="34" charset="0"/>
              <a:buChar char="•"/>
            </a:pPr>
            <a:endParaRPr lang="en-GB" sz="933">
              <a:cs typeface="Arial"/>
            </a:endParaRPr>
          </a:p>
          <a:p>
            <a:pPr marL="227965" indent="-227965">
              <a:spcAft>
                <a:spcPts val="1600"/>
              </a:spcAft>
              <a:buFont typeface="Arial" panose="020B0604020202020204" pitchFamily="34" charset="0"/>
              <a:buChar char="•"/>
            </a:pPr>
            <a:endParaRPr lang="en-GB" sz="933">
              <a:cs typeface="Arial"/>
            </a:endParaRPr>
          </a:p>
        </p:txBody>
      </p:sp>
      <p:sp>
        <p:nvSpPr>
          <p:cNvPr id="11" name="TextBox 10">
            <a:extLst>
              <a:ext uri="{FF2B5EF4-FFF2-40B4-BE49-F238E27FC236}">
                <a16:creationId xmlns:a16="http://schemas.microsoft.com/office/drawing/2014/main" id="{1AB7810C-69AD-75AC-5CD8-16A19B024AB2}"/>
              </a:ext>
            </a:extLst>
          </p:cNvPr>
          <p:cNvSpPr txBox="1"/>
          <p:nvPr/>
        </p:nvSpPr>
        <p:spPr>
          <a:xfrm>
            <a:off x="905783" y="874780"/>
            <a:ext cx="1154483" cy="256545"/>
          </a:xfrm>
          <a:prstGeom prst="rect">
            <a:avLst/>
          </a:prstGeom>
          <a:noFill/>
        </p:spPr>
        <p:txBody>
          <a:bodyPr wrap="none" rtlCol="0">
            <a:spAutoFit/>
          </a:bodyPr>
          <a:lstStyle/>
          <a:p>
            <a:r>
              <a:rPr lang="en-GB" sz="1067"/>
              <a:t>To 30 Nov 2025</a:t>
            </a:r>
          </a:p>
        </p:txBody>
      </p:sp>
      <p:sp>
        <p:nvSpPr>
          <p:cNvPr id="12" name="TextBox 11">
            <a:extLst>
              <a:ext uri="{FF2B5EF4-FFF2-40B4-BE49-F238E27FC236}">
                <a16:creationId xmlns:a16="http://schemas.microsoft.com/office/drawing/2014/main" id="{BD50900F-FFD7-5FE4-9B21-9DF791063385}"/>
              </a:ext>
            </a:extLst>
          </p:cNvPr>
          <p:cNvSpPr txBox="1"/>
          <p:nvPr/>
        </p:nvSpPr>
        <p:spPr>
          <a:xfrm>
            <a:off x="3793190" y="874780"/>
            <a:ext cx="1144865" cy="256545"/>
          </a:xfrm>
          <a:prstGeom prst="rect">
            <a:avLst/>
          </a:prstGeom>
          <a:noFill/>
        </p:spPr>
        <p:txBody>
          <a:bodyPr wrap="none" rtlCol="0">
            <a:spAutoFit/>
          </a:bodyPr>
          <a:lstStyle/>
          <a:p>
            <a:r>
              <a:rPr lang="en-GB" sz="1067"/>
              <a:t>To 28 Feb 2026</a:t>
            </a:r>
          </a:p>
        </p:txBody>
      </p:sp>
      <p:sp>
        <p:nvSpPr>
          <p:cNvPr id="13" name="TextBox 12">
            <a:extLst>
              <a:ext uri="{FF2B5EF4-FFF2-40B4-BE49-F238E27FC236}">
                <a16:creationId xmlns:a16="http://schemas.microsoft.com/office/drawing/2014/main" id="{17E0AEF3-CDA5-A06B-E17C-F2E0352EB726}"/>
              </a:ext>
            </a:extLst>
          </p:cNvPr>
          <p:cNvSpPr txBox="1"/>
          <p:nvPr/>
        </p:nvSpPr>
        <p:spPr>
          <a:xfrm>
            <a:off x="6685660" y="959587"/>
            <a:ext cx="1168910" cy="256545"/>
          </a:xfrm>
          <a:prstGeom prst="rect">
            <a:avLst/>
          </a:prstGeom>
          <a:noFill/>
        </p:spPr>
        <p:txBody>
          <a:bodyPr wrap="none" rtlCol="0">
            <a:spAutoFit/>
          </a:bodyPr>
          <a:lstStyle/>
          <a:p>
            <a:r>
              <a:rPr lang="en-GB" sz="1067"/>
              <a:t>To 31 May 2026</a:t>
            </a:r>
          </a:p>
        </p:txBody>
      </p:sp>
      <p:sp>
        <p:nvSpPr>
          <p:cNvPr id="14" name="TextBox 13">
            <a:extLst>
              <a:ext uri="{FF2B5EF4-FFF2-40B4-BE49-F238E27FC236}">
                <a16:creationId xmlns:a16="http://schemas.microsoft.com/office/drawing/2014/main" id="{2FD8D515-63F1-D171-4953-A10FB4292212}"/>
              </a:ext>
            </a:extLst>
          </p:cNvPr>
          <p:cNvSpPr txBox="1"/>
          <p:nvPr/>
        </p:nvSpPr>
        <p:spPr>
          <a:xfrm>
            <a:off x="9575995" y="959587"/>
            <a:ext cx="1152880" cy="256545"/>
          </a:xfrm>
          <a:prstGeom prst="rect">
            <a:avLst/>
          </a:prstGeom>
          <a:noFill/>
        </p:spPr>
        <p:txBody>
          <a:bodyPr wrap="none" rtlCol="0">
            <a:spAutoFit/>
          </a:bodyPr>
          <a:lstStyle/>
          <a:p>
            <a:r>
              <a:rPr lang="en-GB" sz="1067"/>
              <a:t>To 31 Aug 2026</a:t>
            </a:r>
          </a:p>
        </p:txBody>
      </p:sp>
      <p:sp>
        <p:nvSpPr>
          <p:cNvPr id="3" name="Slide Number Placeholder 2">
            <a:extLst>
              <a:ext uri="{FF2B5EF4-FFF2-40B4-BE49-F238E27FC236}">
                <a16:creationId xmlns:a16="http://schemas.microsoft.com/office/drawing/2014/main" id="{1AFD9E63-C3C9-E15C-DC02-85B8B2EE6259}"/>
              </a:ext>
            </a:extLst>
          </p:cNvPr>
          <p:cNvSpPr>
            <a:spLocks noGrp="1"/>
          </p:cNvSpPr>
          <p:nvPr>
            <p:ph type="sldNum" sz="quarter" idx="10"/>
          </p:nvPr>
        </p:nvSpPr>
        <p:spPr/>
        <p:txBody>
          <a:bodyPr/>
          <a:lstStyle/>
          <a:p>
            <a:fld id="{4AF1CB10-4EE0-4482-BBF6-B71BD01DA370}" type="slidenum">
              <a:rPr lang="en-US" smtClean="0"/>
              <a:pPr/>
              <a:t>16</a:t>
            </a:fld>
            <a:endParaRPr lang="en-US"/>
          </a:p>
        </p:txBody>
      </p:sp>
    </p:spTree>
    <p:extLst>
      <p:ext uri="{BB962C8B-B14F-4D97-AF65-F5344CB8AC3E}">
        <p14:creationId xmlns:p14="http://schemas.microsoft.com/office/powerpoint/2010/main" val="2022266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FC952-19D5-54F2-52E8-616DB11210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B137D4-7B8B-F64B-4FCC-7A215CFF0B0F}"/>
              </a:ext>
            </a:extLst>
          </p:cNvPr>
          <p:cNvSpPr>
            <a:spLocks noGrp="1"/>
          </p:cNvSpPr>
          <p:nvPr>
            <p:ph type="title"/>
          </p:nvPr>
        </p:nvSpPr>
        <p:spPr/>
        <p:txBody>
          <a:bodyPr/>
          <a:lstStyle/>
          <a:p>
            <a:r>
              <a:rPr lang="en-US"/>
              <a:t>Channel Partners (Vicki)</a:t>
            </a:r>
          </a:p>
        </p:txBody>
      </p:sp>
      <p:sp>
        <p:nvSpPr>
          <p:cNvPr id="3" name="Content Placeholder 2">
            <a:extLst>
              <a:ext uri="{FF2B5EF4-FFF2-40B4-BE49-F238E27FC236}">
                <a16:creationId xmlns:a16="http://schemas.microsoft.com/office/drawing/2014/main" id="{0C822223-97B7-0F8C-73D5-0D35AE31DA9F}"/>
              </a:ext>
            </a:extLst>
          </p:cNvPr>
          <p:cNvSpPr>
            <a:spLocks noGrp="1"/>
          </p:cNvSpPr>
          <p:nvPr>
            <p:ph idx="1"/>
          </p:nvPr>
        </p:nvSpPr>
        <p:spPr/>
        <p:txBody>
          <a:bodyPr vert="horz" lIns="91440" tIns="45720" rIns="91440" bIns="45720" rtlCol="0" anchor="t">
            <a:noAutofit/>
          </a:bodyPr>
          <a:lstStyle/>
          <a:p>
            <a:pPr>
              <a:spcBef>
                <a:spcPts val="1800"/>
              </a:spcBef>
              <a:spcAft>
                <a:spcPts val="1000"/>
              </a:spcAft>
              <a:buClr>
                <a:srgbClr val="101010"/>
              </a:buClr>
              <a:buSzPts val="1000"/>
              <a:defRPr/>
            </a:pPr>
            <a:r>
              <a:rPr lang="en-US" sz="1400">
                <a:solidFill>
                  <a:srgbClr val="7D7AE8"/>
                </a:solidFill>
                <a:latin typeface="Arial"/>
                <a:sym typeface="Montserrat"/>
              </a:rPr>
              <a:t>Objectives:</a:t>
            </a:r>
          </a:p>
          <a:p>
            <a:pPr marL="182880" indent="-182880">
              <a:spcBef>
                <a:spcPts val="0"/>
              </a:spcBef>
              <a:buClr>
                <a:srgbClr val="101010"/>
              </a:buClr>
              <a:buSzPts val="1000"/>
              <a:buFont typeface="Arial"/>
              <a:buAutoNum type="arabicPeriod"/>
              <a:defRPr/>
            </a:pPr>
            <a:r>
              <a:rPr lang="en-US" sz="1200">
                <a:solidFill>
                  <a:srgbClr val="101010"/>
                </a:solidFill>
                <a:latin typeface="Arial"/>
              </a:rPr>
              <a:t>Be known as the Go-To for hybrid cloud solutions in the Channels we have identified</a:t>
            </a:r>
            <a:endParaRPr lang="en-US" sz="1200">
              <a:solidFill>
                <a:srgbClr val="101010"/>
              </a:solidFill>
              <a:latin typeface="Arial"/>
              <a:cs typeface="Arial"/>
            </a:endParaRPr>
          </a:p>
          <a:p>
            <a:pPr marL="182880" indent="-182880">
              <a:spcBef>
                <a:spcPts val="0"/>
              </a:spcBef>
              <a:buClr>
                <a:srgbClr val="101010"/>
              </a:buClr>
              <a:buSzPts val="1000"/>
              <a:buFont typeface="Arial"/>
              <a:buAutoNum type="arabicPeriod"/>
              <a:defRPr/>
            </a:pPr>
            <a:r>
              <a:rPr lang="en-US" sz="1200">
                <a:solidFill>
                  <a:srgbClr val="101010"/>
                </a:solidFill>
                <a:latin typeface="Arial"/>
              </a:rPr>
              <a:t>Increase number of qualified leads from Channels</a:t>
            </a:r>
            <a:endParaRPr lang="en-US" sz="1200">
              <a:solidFill>
                <a:srgbClr val="101010"/>
              </a:solidFill>
              <a:latin typeface="Arial"/>
              <a:cs typeface="Arial"/>
            </a:endParaRPr>
          </a:p>
          <a:p>
            <a:pPr marL="182880" indent="-182880">
              <a:spcBef>
                <a:spcPts val="0"/>
              </a:spcBef>
              <a:buClr>
                <a:srgbClr val="101010"/>
              </a:buClr>
              <a:buSzPts val="1000"/>
              <a:buFont typeface="Arial"/>
              <a:buAutoNum type="arabicPeriod"/>
              <a:defRPr/>
            </a:pPr>
            <a:r>
              <a:rPr lang="en-US" sz="1200">
                <a:solidFill>
                  <a:srgbClr val="101010"/>
                </a:solidFill>
                <a:latin typeface="Arial"/>
              </a:rPr>
              <a:t>Increase average deal size across the company</a:t>
            </a:r>
            <a:endParaRPr lang="en-US" sz="1200">
              <a:solidFill>
                <a:srgbClr val="101010"/>
              </a:solidFill>
              <a:latin typeface="Arial"/>
              <a:cs typeface="Arial"/>
            </a:endParaRPr>
          </a:p>
          <a:p>
            <a:pPr marL="182880" indent="-182880">
              <a:spcBef>
                <a:spcPts val="0"/>
              </a:spcBef>
              <a:buClr>
                <a:srgbClr val="101010"/>
              </a:buClr>
              <a:buSzPts val="1000"/>
              <a:buFont typeface="Arial"/>
              <a:buAutoNum type="arabicPeriod"/>
              <a:defRPr/>
            </a:pPr>
            <a:r>
              <a:rPr lang="en-US" sz="1200">
                <a:solidFill>
                  <a:srgbClr val="101010"/>
                </a:solidFill>
                <a:latin typeface="Arial"/>
              </a:rPr>
              <a:t>Increase overall company revenue</a:t>
            </a:r>
            <a:endParaRPr lang="en-US" sz="1200">
              <a:solidFill>
                <a:srgbClr val="101010"/>
              </a:solidFill>
              <a:latin typeface="Arial"/>
              <a:cs typeface="Arial"/>
            </a:endParaRPr>
          </a:p>
          <a:p>
            <a:pPr lvl="0">
              <a:spcBef>
                <a:spcPts val="1800"/>
              </a:spcBef>
              <a:spcAft>
                <a:spcPts val="1000"/>
              </a:spcAft>
              <a:buClr>
                <a:srgbClr val="101010"/>
              </a:buClr>
              <a:buSzPts val="1000"/>
              <a:defRPr/>
            </a:pPr>
            <a:r>
              <a:rPr lang="en-US" sz="1400">
                <a:solidFill>
                  <a:srgbClr val="7D7AE8"/>
                </a:solidFill>
                <a:latin typeface="Arial"/>
                <a:sym typeface="Montserrat"/>
              </a:rPr>
              <a:t>Key Results:</a:t>
            </a:r>
            <a:endParaRPr lang="en-US" sz="1400">
              <a:solidFill>
                <a:srgbClr val="7D7AE8"/>
              </a:solidFill>
              <a:latin typeface="Arial"/>
              <a:cs typeface="Arial"/>
            </a:endParaRPr>
          </a:p>
          <a:p>
            <a:pPr marL="182880" indent="-182880">
              <a:spcBef>
                <a:spcPts val="0"/>
              </a:spcBef>
              <a:buClr>
                <a:srgbClr val="101010"/>
              </a:buClr>
              <a:buSzPts val="1000"/>
              <a:buFont typeface="Arial"/>
              <a:buAutoNum type="arabicPeriod"/>
              <a:defRPr/>
            </a:pPr>
            <a:r>
              <a:rPr lang="en-US" sz="1200">
                <a:solidFill>
                  <a:srgbClr val="101010"/>
                </a:solidFill>
                <a:latin typeface="Arial"/>
              </a:rPr>
              <a:t>12 qualified channel leads per month</a:t>
            </a:r>
            <a:endParaRPr lang="en-US" sz="1200">
              <a:solidFill>
                <a:srgbClr val="101010"/>
              </a:solidFill>
              <a:latin typeface="Arial"/>
              <a:cs typeface="Arial"/>
            </a:endParaRPr>
          </a:p>
          <a:p>
            <a:pPr marL="182880" indent="-182880">
              <a:spcBef>
                <a:spcPts val="0"/>
              </a:spcBef>
              <a:buClr>
                <a:srgbClr val="101010"/>
              </a:buClr>
              <a:buSzPts val="1000"/>
              <a:buFont typeface="Arial"/>
              <a:buAutoNum type="arabicPeriod"/>
              <a:defRPr/>
            </a:pPr>
            <a:r>
              <a:rPr lang="en-US" sz="1200">
                <a:solidFill>
                  <a:srgbClr val="101010"/>
                </a:solidFill>
                <a:latin typeface="Arial"/>
              </a:rPr>
              <a:t>70% conversion rate lead to </a:t>
            </a:r>
            <a:r>
              <a:rPr lang="en-US" sz="1200" err="1">
                <a:solidFill>
                  <a:srgbClr val="101010"/>
                </a:solidFill>
                <a:latin typeface="Arial"/>
              </a:rPr>
              <a:t>opp</a:t>
            </a:r>
            <a:endParaRPr lang="en-US" sz="1200" err="1">
              <a:solidFill>
                <a:srgbClr val="101010"/>
              </a:solidFill>
              <a:latin typeface="Arial"/>
              <a:cs typeface="Arial"/>
            </a:endParaRPr>
          </a:p>
          <a:p>
            <a:pPr marL="182880" indent="-182880">
              <a:spcBef>
                <a:spcPts val="0"/>
              </a:spcBef>
              <a:buClr>
                <a:srgbClr val="101010"/>
              </a:buClr>
              <a:buSzPts val="1000"/>
              <a:buFont typeface="Arial"/>
              <a:buAutoNum type="arabicPeriod"/>
              <a:defRPr/>
            </a:pPr>
            <a:r>
              <a:rPr lang="en-US" sz="1200">
                <a:solidFill>
                  <a:srgbClr val="101010"/>
                </a:solidFill>
                <a:latin typeface="Arial"/>
              </a:rPr>
              <a:t>30% close rate </a:t>
            </a:r>
            <a:r>
              <a:rPr lang="en-US" sz="1200" err="1">
                <a:solidFill>
                  <a:srgbClr val="101010"/>
                </a:solidFill>
                <a:latin typeface="Arial"/>
              </a:rPr>
              <a:t>opp</a:t>
            </a:r>
            <a:r>
              <a:rPr lang="en-US" sz="1200">
                <a:solidFill>
                  <a:srgbClr val="101010"/>
                </a:solidFill>
                <a:latin typeface="Arial"/>
              </a:rPr>
              <a:t> to closed/won</a:t>
            </a:r>
            <a:endParaRPr lang="en-US" sz="1200">
              <a:solidFill>
                <a:srgbClr val="101010"/>
              </a:solidFill>
              <a:latin typeface="Arial"/>
              <a:cs typeface="Arial"/>
            </a:endParaRPr>
          </a:p>
          <a:p>
            <a:pPr>
              <a:spcBef>
                <a:spcPts val="1800"/>
              </a:spcBef>
              <a:spcAft>
                <a:spcPts val="1000"/>
              </a:spcAft>
              <a:buClr>
                <a:srgbClr val="101010"/>
              </a:buClr>
              <a:buSzPts val="1000"/>
              <a:defRPr/>
            </a:pPr>
            <a:r>
              <a:rPr lang="en-US" sz="1400">
                <a:solidFill>
                  <a:srgbClr val="7D7AE8"/>
                </a:solidFill>
                <a:latin typeface="Arial"/>
              </a:rPr>
              <a:t>Activities:</a:t>
            </a:r>
            <a:endParaRPr lang="en-US" sz="1400">
              <a:solidFill>
                <a:srgbClr val="7D7AE8"/>
              </a:solidFill>
              <a:latin typeface="Arial"/>
              <a:cs typeface="Arial"/>
            </a:endParaRPr>
          </a:p>
          <a:p>
            <a:pPr marL="182880" indent="-182880">
              <a:spcBef>
                <a:spcPts val="0"/>
              </a:spcBef>
              <a:buClr>
                <a:srgbClr val="101010"/>
              </a:buClr>
              <a:buSzPts val="1000"/>
              <a:buFont typeface="Arial"/>
              <a:buAutoNum type="arabicPeriod"/>
              <a:defRPr/>
            </a:pPr>
            <a:r>
              <a:rPr lang="en-US" sz="1200">
                <a:solidFill>
                  <a:srgbClr val="101010"/>
                </a:solidFill>
                <a:latin typeface="Arial"/>
              </a:rPr>
              <a:t>Consistent communications to partners through face-to-face meetings and events, phone calls, email and LinkedIn</a:t>
            </a:r>
            <a:endParaRPr lang="en-US" sz="1200">
              <a:solidFill>
                <a:srgbClr val="101010"/>
              </a:solidFill>
              <a:latin typeface="Arial"/>
              <a:cs typeface="Arial"/>
            </a:endParaRPr>
          </a:p>
          <a:p>
            <a:pPr marL="182880" indent="-182880">
              <a:spcBef>
                <a:spcPts val="0"/>
              </a:spcBef>
              <a:buClr>
                <a:srgbClr val="101010"/>
              </a:buClr>
              <a:buSzPts val="1000"/>
              <a:buFont typeface="Arial"/>
              <a:buAutoNum type="arabicPeriod"/>
              <a:defRPr/>
            </a:pPr>
            <a:r>
              <a:rPr lang="en-US" sz="1200">
                <a:solidFill>
                  <a:srgbClr val="101010"/>
                </a:solidFill>
                <a:latin typeface="Arial"/>
              </a:rPr>
              <a:t>New Partner Recruitment: match </a:t>
            </a:r>
            <a:r>
              <a:rPr lang="en-US" sz="1200" err="1">
                <a:solidFill>
                  <a:srgbClr val="101010"/>
                </a:solidFill>
                <a:latin typeface="Arial"/>
              </a:rPr>
              <a:t>Aptum</a:t>
            </a:r>
            <a:r>
              <a:rPr lang="en-US" sz="1200">
                <a:solidFill>
                  <a:srgbClr val="101010"/>
                </a:solidFill>
                <a:latin typeface="Arial"/>
              </a:rPr>
              <a:t> ICP to partner ICP to find focus partners</a:t>
            </a:r>
            <a:endParaRPr lang="en-US" sz="1200">
              <a:solidFill>
                <a:srgbClr val="101010"/>
              </a:solidFill>
              <a:latin typeface="Arial"/>
              <a:cs typeface="Arial"/>
            </a:endParaRPr>
          </a:p>
          <a:p>
            <a:pPr marL="182880" indent="-182880">
              <a:spcBef>
                <a:spcPts val="0"/>
              </a:spcBef>
              <a:buClr>
                <a:srgbClr val="101010"/>
              </a:buClr>
              <a:buSzPts val="1000"/>
              <a:buAutoNum type="arabicPeriod"/>
              <a:defRPr/>
            </a:pPr>
            <a:r>
              <a:rPr lang="en-US" sz="1200">
                <a:solidFill>
                  <a:srgbClr val="101010"/>
                </a:solidFill>
                <a:latin typeface="Arial"/>
                <a:cs typeface="Arial"/>
              </a:rPr>
              <a:t>Align New Logo Account Execs and Leadership to strategic partners</a:t>
            </a:r>
            <a:endParaRPr lang="en-US" sz="1200">
              <a:solidFill>
                <a:srgbClr val="101010"/>
              </a:solidFill>
              <a:latin typeface="Arial"/>
            </a:endParaRPr>
          </a:p>
          <a:p>
            <a:pPr marL="182880" indent="-182880">
              <a:spcBef>
                <a:spcPts val="0"/>
              </a:spcBef>
              <a:buClr>
                <a:srgbClr val="101010"/>
              </a:buClr>
              <a:buSzPts val="1000"/>
              <a:buFont typeface="Arial"/>
              <a:buAutoNum type="arabicPeriod"/>
              <a:defRPr/>
            </a:pPr>
            <a:r>
              <a:rPr lang="en-US" sz="1200">
                <a:solidFill>
                  <a:srgbClr val="101010"/>
                </a:solidFill>
                <a:latin typeface="Arial"/>
              </a:rPr>
              <a:t>Build partnership and GTM strategy with </a:t>
            </a:r>
            <a:r>
              <a:rPr lang="en-US" sz="1200" err="1">
                <a:solidFill>
                  <a:srgbClr val="101010"/>
                </a:solidFill>
                <a:latin typeface="Arial"/>
              </a:rPr>
              <a:t>SpectroCloud</a:t>
            </a:r>
            <a:r>
              <a:rPr lang="en-US" sz="1200">
                <a:solidFill>
                  <a:srgbClr val="101010"/>
                </a:solidFill>
                <a:latin typeface="Arial"/>
              </a:rPr>
              <a:t>, CAST AI, </a:t>
            </a:r>
            <a:r>
              <a:rPr lang="en-US" sz="1200" err="1">
                <a:solidFill>
                  <a:srgbClr val="101010"/>
                </a:solidFill>
                <a:latin typeface="Arial"/>
              </a:rPr>
              <a:t>eStruxture</a:t>
            </a:r>
            <a:r>
              <a:rPr lang="en-US" sz="1200">
                <a:solidFill>
                  <a:srgbClr val="101010"/>
                </a:solidFill>
                <a:latin typeface="Arial"/>
              </a:rPr>
              <a:t>, Beanfield</a:t>
            </a:r>
            <a:endParaRPr lang="en-US" sz="1200">
              <a:solidFill>
                <a:srgbClr val="101010"/>
              </a:solidFill>
              <a:latin typeface="Arial"/>
              <a:cs typeface="Arial"/>
            </a:endParaRPr>
          </a:p>
          <a:p>
            <a:pPr marL="182880" indent="-182880">
              <a:spcBef>
                <a:spcPts val="0"/>
              </a:spcBef>
              <a:buClr>
                <a:srgbClr val="101010"/>
              </a:buClr>
              <a:buSzPts val="1000"/>
              <a:buFont typeface="Arial"/>
              <a:buAutoNum type="arabicPeriod"/>
              <a:defRPr/>
            </a:pPr>
            <a:r>
              <a:rPr lang="en-US" sz="1200">
                <a:solidFill>
                  <a:srgbClr val="101010"/>
                </a:solidFill>
                <a:latin typeface="Arial"/>
              </a:rPr>
              <a:t>Expand partnerships with Expedient, Akamai and </a:t>
            </a:r>
            <a:r>
              <a:rPr lang="en-US" sz="1200" err="1">
                <a:solidFill>
                  <a:srgbClr val="101010"/>
                </a:solidFill>
                <a:latin typeface="Arial"/>
              </a:rPr>
              <a:t>ThinkOn</a:t>
            </a:r>
            <a:endParaRPr lang="en-US" sz="1200" err="1">
              <a:solidFill>
                <a:srgbClr val="101010"/>
              </a:solidFill>
              <a:latin typeface="Arial"/>
              <a:cs typeface="Arial"/>
            </a:endParaRPr>
          </a:p>
          <a:p>
            <a:pPr>
              <a:defRPr/>
            </a:pPr>
            <a:endParaRPr lang="en-US" sz="1800">
              <a:solidFill>
                <a:srgbClr val="7D7AE8"/>
              </a:solidFill>
              <a:cs typeface="Arial"/>
            </a:endParaRPr>
          </a:p>
        </p:txBody>
      </p:sp>
    </p:spTree>
    <p:extLst>
      <p:ext uri="{BB962C8B-B14F-4D97-AF65-F5344CB8AC3E}">
        <p14:creationId xmlns:p14="http://schemas.microsoft.com/office/powerpoint/2010/main" val="12689587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2FDE4-5FF7-1E15-024E-47A32ACF28D9}"/>
            </a:ext>
          </a:extLst>
        </p:cNvPr>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5671AF82-315B-F70B-0AF7-119DD3341E85}"/>
              </a:ext>
            </a:extLst>
          </p:cNvPr>
          <p:cNvGraphicFramePr/>
          <p:nvPr/>
        </p:nvGraphicFramePr>
        <p:xfrm>
          <a:off x="482259" y="-1471635"/>
          <a:ext cx="11376659" cy="66232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CCAF26EA-3EDF-FEFF-8C30-6680AAD0331F}"/>
              </a:ext>
            </a:extLst>
          </p:cNvPr>
          <p:cNvSpPr>
            <a:spLocks noGrp="1"/>
          </p:cNvSpPr>
          <p:nvPr>
            <p:ph type="title"/>
          </p:nvPr>
        </p:nvSpPr>
        <p:spPr>
          <a:xfrm>
            <a:off x="482259" y="192477"/>
            <a:ext cx="11170919" cy="731520"/>
          </a:xfrm>
        </p:spPr>
        <p:txBody>
          <a:bodyPr/>
          <a:lstStyle/>
          <a:p>
            <a:r>
              <a:rPr lang="en-GB">
                <a:solidFill>
                  <a:srgbClr val="7D7AE8"/>
                </a:solidFill>
                <a:latin typeface="Geist"/>
              </a:rPr>
              <a:t>Roadmap milestones – Partners - FY26</a:t>
            </a:r>
          </a:p>
        </p:txBody>
      </p:sp>
      <p:sp>
        <p:nvSpPr>
          <p:cNvPr id="7" name="TextBox 6">
            <a:extLst>
              <a:ext uri="{FF2B5EF4-FFF2-40B4-BE49-F238E27FC236}">
                <a16:creationId xmlns:a16="http://schemas.microsoft.com/office/drawing/2014/main" id="{31026BF1-3587-BB5A-B2EB-4A1035442110}"/>
              </a:ext>
            </a:extLst>
          </p:cNvPr>
          <p:cNvSpPr txBox="1"/>
          <p:nvPr/>
        </p:nvSpPr>
        <p:spPr>
          <a:xfrm>
            <a:off x="482259" y="2995403"/>
            <a:ext cx="2654709" cy="2775055"/>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000">
                <a:cs typeface="Arial"/>
              </a:rPr>
              <a:t>STG Partner – Prospect Dinner in NYC with multiple other Partners such as </a:t>
            </a:r>
            <a:r>
              <a:rPr lang="en-CA" sz="1000" err="1">
                <a:cs typeface="Arial"/>
              </a:rPr>
              <a:t>SpectroCloud</a:t>
            </a:r>
            <a:r>
              <a:rPr lang="en-CA" sz="1000">
                <a:cs typeface="Arial"/>
              </a:rPr>
              <a:t> and Akamai</a:t>
            </a:r>
            <a:endParaRPr lang="en-US"/>
          </a:p>
          <a:p>
            <a:pPr marL="227965" indent="-227965">
              <a:spcAft>
                <a:spcPts val="600"/>
              </a:spcAft>
              <a:buClr>
                <a:srgbClr val="7D7AE8"/>
              </a:buClr>
              <a:buFont typeface="Arial" panose="020B0604020202020204" pitchFamily="34" charset="0"/>
              <a:buChar char="•"/>
            </a:pPr>
            <a:r>
              <a:rPr lang="en-CA" sz="1000">
                <a:cs typeface="Arial"/>
              </a:rPr>
              <a:t>Botterill Partner – Prospect Dinner in Calgary with </a:t>
            </a:r>
            <a:r>
              <a:rPr lang="en-CA" sz="1000" err="1">
                <a:cs typeface="Arial"/>
              </a:rPr>
              <a:t>eStruxture</a:t>
            </a:r>
            <a:r>
              <a:rPr lang="en-CA" sz="1000">
                <a:cs typeface="Arial"/>
              </a:rPr>
              <a:t> and Akamai</a:t>
            </a:r>
          </a:p>
          <a:p>
            <a:pPr marL="227965" indent="-227965">
              <a:spcAft>
                <a:spcPts val="600"/>
              </a:spcAft>
              <a:buClr>
                <a:srgbClr val="7D7AE8"/>
              </a:buClr>
              <a:buFont typeface="Arial" panose="020B0604020202020204" pitchFamily="34" charset="0"/>
              <a:buChar char="•"/>
            </a:pPr>
            <a:r>
              <a:rPr lang="en-CA" sz="1000">
                <a:cs typeface="Arial"/>
              </a:rPr>
              <a:t>TSD Enablement Sessions – Toronto and VA</a:t>
            </a:r>
            <a:endParaRPr lang="en-CA"/>
          </a:p>
          <a:p>
            <a:pPr marL="227965" indent="-227965">
              <a:spcAft>
                <a:spcPts val="600"/>
              </a:spcAft>
              <a:buClr>
                <a:srgbClr val="7D7AE8"/>
              </a:buClr>
              <a:buFont typeface="Arial" panose="020B0604020202020204" pitchFamily="34" charset="0"/>
              <a:buChar char="•"/>
            </a:pPr>
            <a:r>
              <a:rPr lang="en-CA" sz="1000">
                <a:cs typeface="Arial"/>
              </a:rPr>
              <a:t>Continued enablement and communications with TAs</a:t>
            </a:r>
          </a:p>
          <a:p>
            <a:pPr marL="227965" indent="-227965">
              <a:spcAft>
                <a:spcPts val="600"/>
              </a:spcAft>
              <a:buClr>
                <a:srgbClr val="7D7AE8"/>
              </a:buClr>
              <a:buFont typeface="Arial" panose="020B0604020202020204" pitchFamily="34" charset="0"/>
              <a:buChar char="•"/>
            </a:pPr>
            <a:r>
              <a:rPr lang="en-CA" sz="1000">
                <a:cs typeface="Arial"/>
              </a:rPr>
              <a:t>Complete </a:t>
            </a:r>
            <a:r>
              <a:rPr lang="en-CA" sz="1000" err="1">
                <a:cs typeface="Arial"/>
              </a:rPr>
              <a:t>eStruxture</a:t>
            </a:r>
            <a:r>
              <a:rPr lang="en-CA" sz="1000">
                <a:cs typeface="Arial"/>
              </a:rPr>
              <a:t> PARTNER agreement</a:t>
            </a:r>
            <a:endParaRPr lang="en-CA" sz="1000" b="0" i="0" u="none" strike="noStrike" kern="1200" cap="none" spc="0" normalizeH="0" baseline="0" noProof="0">
              <a:ln>
                <a:noFill/>
              </a:ln>
              <a:effectLst/>
              <a:uLnTx/>
              <a:uFillTx/>
              <a:cs typeface="Arial"/>
            </a:endParaRPr>
          </a:p>
          <a:p>
            <a:pPr marL="227965" indent="-227965">
              <a:spcAft>
                <a:spcPts val="600"/>
              </a:spcAft>
              <a:buClr>
                <a:srgbClr val="7D7AE8"/>
              </a:buClr>
              <a:buFont typeface="Arial" panose="020B0604020202020204" pitchFamily="34" charset="0"/>
              <a:buChar char="•"/>
            </a:pPr>
            <a:r>
              <a:rPr lang="en-CA" sz="1000">
                <a:solidFill>
                  <a:srgbClr val="101010"/>
                </a:solidFill>
                <a:cs typeface="Arial"/>
              </a:rPr>
              <a:t>Complete Expedient Addendum</a:t>
            </a:r>
          </a:p>
          <a:p>
            <a:pPr marL="227965" indent="-227965">
              <a:spcAft>
                <a:spcPts val="600"/>
              </a:spcAft>
              <a:buClr>
                <a:srgbClr val="7D7AE8"/>
              </a:buClr>
              <a:buFont typeface="Arial" panose="020B0604020202020204" pitchFamily="34" charset="0"/>
              <a:buChar char="•"/>
            </a:pPr>
            <a:endParaRPr lang="en-GB" sz="1000">
              <a:solidFill>
                <a:srgbClr val="101010"/>
              </a:solidFill>
              <a:cs typeface="Arial"/>
            </a:endParaRPr>
          </a:p>
          <a:p>
            <a:pPr marL="227965" indent="-227965">
              <a:buFont typeface="Arial" panose="020B0604020202020204" pitchFamily="34" charset="0"/>
              <a:buChar char="•"/>
            </a:pPr>
            <a:endParaRPr lang="en-GB" sz="933">
              <a:solidFill>
                <a:schemeClr val="bg1">
                  <a:lumMod val="75000"/>
                </a:schemeClr>
              </a:solidFill>
              <a:cs typeface="Arial"/>
            </a:endParaRPr>
          </a:p>
        </p:txBody>
      </p:sp>
      <p:sp>
        <p:nvSpPr>
          <p:cNvPr id="8" name="TextBox 7">
            <a:extLst>
              <a:ext uri="{FF2B5EF4-FFF2-40B4-BE49-F238E27FC236}">
                <a16:creationId xmlns:a16="http://schemas.microsoft.com/office/drawing/2014/main" id="{C3DE04DE-ED25-5BA1-DCDD-AB6C70D0939B}"/>
              </a:ext>
            </a:extLst>
          </p:cNvPr>
          <p:cNvSpPr txBox="1"/>
          <p:nvPr/>
        </p:nvSpPr>
        <p:spPr>
          <a:xfrm>
            <a:off x="3364114" y="2995404"/>
            <a:ext cx="2654709" cy="2169825"/>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000">
                <a:cs typeface="Arial"/>
              </a:rPr>
              <a:t>Salesforce – campaign tracking working with Marketing and Ops</a:t>
            </a:r>
          </a:p>
          <a:p>
            <a:pPr marL="227965" indent="-227965">
              <a:spcAft>
                <a:spcPts val="600"/>
              </a:spcAft>
              <a:buClr>
                <a:srgbClr val="7D7AE8"/>
              </a:buClr>
              <a:buFont typeface="Arial" panose="020B0604020202020204" pitchFamily="34" charset="0"/>
              <a:buChar char="•"/>
            </a:pPr>
            <a:r>
              <a:rPr lang="en-CA" sz="1000">
                <a:cs typeface="Arial"/>
              </a:rPr>
              <a:t>GTM Strategy with Expedient – proactive v. reactive</a:t>
            </a:r>
            <a:endParaRPr lang="en-CA"/>
          </a:p>
          <a:p>
            <a:pPr marL="227965" indent="-227965">
              <a:spcAft>
                <a:spcPts val="600"/>
              </a:spcAft>
              <a:buClr>
                <a:srgbClr val="7D7AE8"/>
              </a:buClr>
              <a:buFont typeface="Arial" panose="020B0604020202020204" pitchFamily="34" charset="0"/>
              <a:buChar char="•"/>
            </a:pPr>
            <a:r>
              <a:rPr lang="en-CA" sz="1000">
                <a:cs typeface="Arial"/>
              </a:rPr>
              <a:t>Targeted Partner – Prospect Dinners </a:t>
            </a:r>
          </a:p>
          <a:p>
            <a:pPr marL="227965" indent="-227965">
              <a:spcAft>
                <a:spcPts val="600"/>
              </a:spcAft>
              <a:buClr>
                <a:srgbClr val="7D7AE8"/>
              </a:buClr>
              <a:buFont typeface="Arial" panose="020B0604020202020204" pitchFamily="34" charset="0"/>
              <a:buChar char="•"/>
            </a:pPr>
            <a:r>
              <a:rPr lang="en-CA" sz="1000">
                <a:cs typeface="Arial"/>
              </a:rPr>
              <a:t>Targeted Partner Cloud Hangover campaigns</a:t>
            </a:r>
          </a:p>
          <a:p>
            <a:pPr marL="227965" indent="-227965">
              <a:spcAft>
                <a:spcPts val="600"/>
              </a:spcAft>
              <a:buClr>
                <a:srgbClr val="7D7AE8"/>
              </a:buClr>
              <a:buFont typeface="Arial" panose="020B0604020202020204" pitchFamily="34" charset="0"/>
              <a:buChar char="•"/>
            </a:pPr>
            <a:r>
              <a:rPr lang="en-CA" sz="1000">
                <a:cs typeface="Arial"/>
              </a:rPr>
              <a:t>Continued enablement and communications with TAs (Win Wires)</a:t>
            </a:r>
          </a:p>
          <a:p>
            <a:pPr marL="227965" indent="-227965">
              <a:buFont typeface="Arial" panose="020B0604020202020204" pitchFamily="34" charset="0"/>
              <a:buChar char="•"/>
            </a:pPr>
            <a:endParaRPr lang="en-US" sz="1000">
              <a:cs typeface="Arial"/>
            </a:endParaRPr>
          </a:p>
          <a:p>
            <a:pPr marL="227965" indent="-227965">
              <a:buFont typeface="Arial" panose="020B0604020202020204" pitchFamily="34" charset="0"/>
              <a:buChar char="•"/>
            </a:pPr>
            <a:endParaRPr lang="en-US" sz="1000">
              <a:cs typeface="Arial"/>
            </a:endParaRPr>
          </a:p>
        </p:txBody>
      </p:sp>
      <p:sp>
        <p:nvSpPr>
          <p:cNvPr id="9" name="TextBox 8">
            <a:extLst>
              <a:ext uri="{FF2B5EF4-FFF2-40B4-BE49-F238E27FC236}">
                <a16:creationId xmlns:a16="http://schemas.microsoft.com/office/drawing/2014/main" id="{D6DD65A6-A357-49AE-773B-D6F5DA3158FE}"/>
              </a:ext>
            </a:extLst>
          </p:cNvPr>
          <p:cNvSpPr txBox="1"/>
          <p:nvPr/>
        </p:nvSpPr>
        <p:spPr>
          <a:xfrm>
            <a:off x="6207800" y="2983620"/>
            <a:ext cx="2654709" cy="1554272"/>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000">
                <a:cs typeface="Arial"/>
              </a:rPr>
              <a:t>Channel Partner Conference – full meeting schedule with key partners</a:t>
            </a:r>
          </a:p>
          <a:p>
            <a:pPr marL="227965" indent="-227965">
              <a:spcAft>
                <a:spcPts val="600"/>
              </a:spcAft>
              <a:buClr>
                <a:srgbClr val="7D7AE8"/>
              </a:buClr>
              <a:buFont typeface="Arial" panose="020B0604020202020204" pitchFamily="34" charset="0"/>
              <a:buChar char="•"/>
            </a:pPr>
            <a:r>
              <a:rPr lang="en-CA" sz="1000">
                <a:cs typeface="Arial"/>
              </a:rPr>
              <a:t>Targeted Partner – Prospect Dinners  </a:t>
            </a:r>
          </a:p>
          <a:p>
            <a:pPr marL="227965" indent="-227965">
              <a:spcAft>
                <a:spcPts val="600"/>
              </a:spcAft>
              <a:buClr>
                <a:srgbClr val="7D7AE8"/>
              </a:buClr>
              <a:buFont typeface="Arial" panose="020B0604020202020204" pitchFamily="34" charset="0"/>
              <a:buChar char="•"/>
            </a:pPr>
            <a:r>
              <a:rPr lang="en-CA" sz="1000">
                <a:cs typeface="Arial"/>
              </a:rPr>
              <a:t>Targeted Partner Cloud Hangover campaigns</a:t>
            </a:r>
          </a:p>
          <a:p>
            <a:pPr marL="227965" indent="-227965">
              <a:spcAft>
                <a:spcPts val="600"/>
              </a:spcAft>
              <a:buClr>
                <a:srgbClr val="7D7AE8"/>
              </a:buClr>
              <a:buFont typeface="Arial" panose="020B0604020202020204" pitchFamily="34" charset="0"/>
              <a:buChar char="•"/>
            </a:pPr>
            <a:r>
              <a:rPr lang="en-CA" sz="1000">
                <a:cs typeface="Arial"/>
              </a:rPr>
              <a:t>…</a:t>
            </a:r>
          </a:p>
          <a:p>
            <a:pPr marL="227965" indent="-227965">
              <a:spcBef>
                <a:spcPts val="600"/>
              </a:spcBef>
              <a:buFont typeface="Arial" panose="020B0604020202020204" pitchFamily="34" charset="0"/>
              <a:buChar char="•"/>
            </a:pPr>
            <a:endParaRPr lang="en-GB" sz="1000">
              <a:cs typeface="Arial"/>
            </a:endParaRPr>
          </a:p>
        </p:txBody>
      </p:sp>
      <p:sp>
        <p:nvSpPr>
          <p:cNvPr id="10" name="TextBox 9">
            <a:extLst>
              <a:ext uri="{FF2B5EF4-FFF2-40B4-BE49-F238E27FC236}">
                <a16:creationId xmlns:a16="http://schemas.microsoft.com/office/drawing/2014/main" id="{C761F14F-3607-5EA6-FE2D-A00B552F3761}"/>
              </a:ext>
            </a:extLst>
          </p:cNvPr>
          <p:cNvSpPr txBox="1"/>
          <p:nvPr/>
        </p:nvSpPr>
        <p:spPr>
          <a:xfrm>
            <a:off x="9163571" y="2920357"/>
            <a:ext cx="2884324" cy="2087559"/>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000" err="1">
                <a:cs typeface="Arial"/>
              </a:rPr>
              <a:t>tbd</a:t>
            </a:r>
            <a:endParaRPr lang="en-US" err="1"/>
          </a:p>
          <a:p>
            <a:pPr marL="227965" indent="-227965">
              <a:spcAft>
                <a:spcPts val="600"/>
              </a:spcAft>
              <a:buClr>
                <a:srgbClr val="7D7AE8"/>
              </a:buClr>
              <a:buFont typeface="Arial" panose="020B0604020202020204" pitchFamily="34" charset="0"/>
              <a:buChar char="•"/>
            </a:pPr>
            <a:r>
              <a:rPr lang="en-CA" sz="1000">
                <a:cs typeface="Arial"/>
              </a:rPr>
              <a:t>…</a:t>
            </a:r>
          </a:p>
          <a:p>
            <a:pPr marL="227965" indent="-227965">
              <a:spcAft>
                <a:spcPts val="600"/>
              </a:spcAft>
              <a:buClr>
                <a:srgbClr val="7D7AE8"/>
              </a:buClr>
              <a:buFont typeface="Arial" panose="020B0604020202020204" pitchFamily="34" charset="0"/>
              <a:buChar char="•"/>
            </a:pPr>
            <a:endParaRPr lang="en-GB" sz="1000">
              <a:cs typeface="Arial"/>
            </a:endParaRPr>
          </a:p>
          <a:p>
            <a:pPr marL="227965" indent="-227965">
              <a:spcAft>
                <a:spcPts val="600"/>
              </a:spcAft>
              <a:buClr>
                <a:srgbClr val="7D7AE8"/>
              </a:buClr>
              <a:buFont typeface="Arial" panose="020B0604020202020204" pitchFamily="34" charset="0"/>
              <a:buChar char="•"/>
            </a:pPr>
            <a:endParaRPr lang="en-GB" sz="1000">
              <a:cs typeface="Arial"/>
            </a:endParaRPr>
          </a:p>
          <a:p>
            <a:pPr marL="227965" indent="-227965">
              <a:spcAft>
                <a:spcPts val="600"/>
              </a:spcAft>
              <a:buFont typeface="Arial" panose="020B0604020202020204" pitchFamily="34" charset="0"/>
              <a:buChar char="•"/>
            </a:pPr>
            <a:endParaRPr lang="en-GB" sz="1000">
              <a:cs typeface="Arial"/>
            </a:endParaRPr>
          </a:p>
          <a:p>
            <a:pPr marL="227965" indent="-227965">
              <a:spcAft>
                <a:spcPts val="1600"/>
              </a:spcAft>
              <a:buFont typeface="Arial" panose="020B0604020202020204" pitchFamily="34" charset="0"/>
              <a:buChar char="•"/>
            </a:pPr>
            <a:endParaRPr lang="en-GB" sz="933">
              <a:cs typeface="Arial"/>
            </a:endParaRPr>
          </a:p>
          <a:p>
            <a:pPr marL="227965" indent="-227965">
              <a:spcAft>
                <a:spcPts val="1600"/>
              </a:spcAft>
              <a:buFont typeface="Arial" panose="020B0604020202020204" pitchFamily="34" charset="0"/>
              <a:buChar char="•"/>
            </a:pPr>
            <a:endParaRPr lang="en-GB" sz="933">
              <a:cs typeface="Arial"/>
            </a:endParaRPr>
          </a:p>
          <a:p>
            <a:pPr marL="227965" indent="-227965">
              <a:spcAft>
                <a:spcPts val="1600"/>
              </a:spcAft>
              <a:buFont typeface="Arial" panose="020B0604020202020204" pitchFamily="34" charset="0"/>
              <a:buChar char="•"/>
            </a:pPr>
            <a:endParaRPr lang="en-GB" sz="933">
              <a:cs typeface="Arial"/>
            </a:endParaRPr>
          </a:p>
        </p:txBody>
      </p:sp>
      <p:sp>
        <p:nvSpPr>
          <p:cNvPr id="11" name="TextBox 10">
            <a:extLst>
              <a:ext uri="{FF2B5EF4-FFF2-40B4-BE49-F238E27FC236}">
                <a16:creationId xmlns:a16="http://schemas.microsoft.com/office/drawing/2014/main" id="{25A49D4B-17DE-C643-DD00-7793158814D2}"/>
              </a:ext>
            </a:extLst>
          </p:cNvPr>
          <p:cNvSpPr txBox="1"/>
          <p:nvPr/>
        </p:nvSpPr>
        <p:spPr>
          <a:xfrm>
            <a:off x="905783" y="874780"/>
            <a:ext cx="1154483" cy="256545"/>
          </a:xfrm>
          <a:prstGeom prst="rect">
            <a:avLst/>
          </a:prstGeom>
          <a:noFill/>
        </p:spPr>
        <p:txBody>
          <a:bodyPr wrap="none" rtlCol="0">
            <a:spAutoFit/>
          </a:bodyPr>
          <a:lstStyle/>
          <a:p>
            <a:r>
              <a:rPr lang="en-GB" sz="1067"/>
              <a:t>To 30 Nov 2025</a:t>
            </a:r>
          </a:p>
        </p:txBody>
      </p:sp>
      <p:sp>
        <p:nvSpPr>
          <p:cNvPr id="12" name="TextBox 11">
            <a:extLst>
              <a:ext uri="{FF2B5EF4-FFF2-40B4-BE49-F238E27FC236}">
                <a16:creationId xmlns:a16="http://schemas.microsoft.com/office/drawing/2014/main" id="{D319338E-8BED-9142-1CC0-28981A447BB1}"/>
              </a:ext>
            </a:extLst>
          </p:cNvPr>
          <p:cNvSpPr txBox="1"/>
          <p:nvPr/>
        </p:nvSpPr>
        <p:spPr>
          <a:xfrm>
            <a:off x="3793190" y="874780"/>
            <a:ext cx="1144865" cy="256545"/>
          </a:xfrm>
          <a:prstGeom prst="rect">
            <a:avLst/>
          </a:prstGeom>
          <a:noFill/>
        </p:spPr>
        <p:txBody>
          <a:bodyPr wrap="none" rtlCol="0">
            <a:spAutoFit/>
          </a:bodyPr>
          <a:lstStyle/>
          <a:p>
            <a:r>
              <a:rPr lang="en-GB" sz="1067"/>
              <a:t>To 28 Feb 2026</a:t>
            </a:r>
          </a:p>
        </p:txBody>
      </p:sp>
      <p:sp>
        <p:nvSpPr>
          <p:cNvPr id="13" name="TextBox 12">
            <a:extLst>
              <a:ext uri="{FF2B5EF4-FFF2-40B4-BE49-F238E27FC236}">
                <a16:creationId xmlns:a16="http://schemas.microsoft.com/office/drawing/2014/main" id="{10445CC8-D64D-21D1-36EC-C3731CD3350F}"/>
              </a:ext>
            </a:extLst>
          </p:cNvPr>
          <p:cNvSpPr txBox="1"/>
          <p:nvPr/>
        </p:nvSpPr>
        <p:spPr>
          <a:xfrm>
            <a:off x="6685660" y="959587"/>
            <a:ext cx="1168910" cy="256545"/>
          </a:xfrm>
          <a:prstGeom prst="rect">
            <a:avLst/>
          </a:prstGeom>
          <a:noFill/>
        </p:spPr>
        <p:txBody>
          <a:bodyPr wrap="none" rtlCol="0">
            <a:spAutoFit/>
          </a:bodyPr>
          <a:lstStyle/>
          <a:p>
            <a:r>
              <a:rPr lang="en-GB" sz="1067"/>
              <a:t>To 31 May 2026</a:t>
            </a:r>
          </a:p>
        </p:txBody>
      </p:sp>
      <p:sp>
        <p:nvSpPr>
          <p:cNvPr id="14" name="TextBox 13">
            <a:extLst>
              <a:ext uri="{FF2B5EF4-FFF2-40B4-BE49-F238E27FC236}">
                <a16:creationId xmlns:a16="http://schemas.microsoft.com/office/drawing/2014/main" id="{28FDC501-7B33-BD4A-FEA3-47F61709CAF9}"/>
              </a:ext>
            </a:extLst>
          </p:cNvPr>
          <p:cNvSpPr txBox="1"/>
          <p:nvPr/>
        </p:nvSpPr>
        <p:spPr>
          <a:xfrm>
            <a:off x="9575995" y="959587"/>
            <a:ext cx="1152880" cy="256545"/>
          </a:xfrm>
          <a:prstGeom prst="rect">
            <a:avLst/>
          </a:prstGeom>
          <a:noFill/>
        </p:spPr>
        <p:txBody>
          <a:bodyPr wrap="none" rtlCol="0">
            <a:spAutoFit/>
          </a:bodyPr>
          <a:lstStyle/>
          <a:p>
            <a:r>
              <a:rPr lang="en-GB" sz="1067"/>
              <a:t>To 31 Aug 2026</a:t>
            </a:r>
          </a:p>
        </p:txBody>
      </p:sp>
      <p:sp>
        <p:nvSpPr>
          <p:cNvPr id="3" name="Slide Number Placeholder 2">
            <a:extLst>
              <a:ext uri="{FF2B5EF4-FFF2-40B4-BE49-F238E27FC236}">
                <a16:creationId xmlns:a16="http://schemas.microsoft.com/office/drawing/2014/main" id="{9E069B7D-240A-1287-5A71-03CB2194EC4B}"/>
              </a:ext>
            </a:extLst>
          </p:cNvPr>
          <p:cNvSpPr>
            <a:spLocks noGrp="1"/>
          </p:cNvSpPr>
          <p:nvPr>
            <p:ph type="sldNum" sz="quarter" idx="10"/>
          </p:nvPr>
        </p:nvSpPr>
        <p:spPr/>
        <p:txBody>
          <a:bodyPr/>
          <a:lstStyle/>
          <a:p>
            <a:fld id="{4AF1CB10-4EE0-4482-BBF6-B71BD01DA370}" type="slidenum">
              <a:rPr lang="en-US" smtClean="0"/>
              <a:pPr/>
              <a:t>18</a:t>
            </a:fld>
            <a:endParaRPr lang="en-US"/>
          </a:p>
        </p:txBody>
      </p:sp>
    </p:spTree>
    <p:extLst>
      <p:ext uri="{BB962C8B-B14F-4D97-AF65-F5344CB8AC3E}">
        <p14:creationId xmlns:p14="http://schemas.microsoft.com/office/powerpoint/2010/main" val="6567123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flip="none" rotWithShape="1">
          <a:gsLst>
            <a:gs pos="78000">
              <a:schemeClr val="bg2"/>
            </a:gs>
            <a:gs pos="100000">
              <a:schemeClr val="accent1">
                <a:lumMod val="30000"/>
                <a:lumOff val="70000"/>
              </a:schemeClr>
            </a:gs>
          </a:gsLst>
          <a:lin ang="18900000" scaled="1"/>
          <a:tileRect/>
        </a:gradFill>
        <a:effectLst/>
      </p:bgPr>
    </p:bg>
    <p:spTree>
      <p:nvGrpSpPr>
        <p:cNvPr id="1" name="">
          <a:extLst>
            <a:ext uri="{FF2B5EF4-FFF2-40B4-BE49-F238E27FC236}">
              <a16:creationId xmlns:a16="http://schemas.microsoft.com/office/drawing/2014/main" id="{8095DAA6-0DF4-D3B0-AC3A-DAA8FD591839}"/>
            </a:ext>
          </a:extLst>
        </p:cNvPr>
        <p:cNvGrpSpPr/>
        <p:nvPr/>
      </p:nvGrpSpPr>
      <p:grpSpPr>
        <a:xfrm>
          <a:off x="0" y="0"/>
          <a:ext cx="0" cy="0"/>
          <a:chOff x="0" y="0"/>
          <a:chExt cx="0" cy="0"/>
        </a:xfrm>
      </p:grpSpPr>
      <p:sp>
        <p:nvSpPr>
          <p:cNvPr id="21" name="Title 1">
            <a:extLst>
              <a:ext uri="{FF2B5EF4-FFF2-40B4-BE49-F238E27FC236}">
                <a16:creationId xmlns:a16="http://schemas.microsoft.com/office/drawing/2014/main" id="{25A1E094-8CA6-F14D-B42A-C6724E675570}"/>
              </a:ext>
            </a:extLst>
          </p:cNvPr>
          <p:cNvSpPr>
            <a:spLocks noGrp="1"/>
          </p:cNvSpPr>
          <p:nvPr>
            <p:ph type="title"/>
          </p:nvPr>
        </p:nvSpPr>
        <p:spPr/>
        <p:txBody>
          <a:bodyPr/>
          <a:lstStyle/>
          <a:p>
            <a:r>
              <a:rPr lang="en-US"/>
              <a:t>Data Center (George) - Updated</a:t>
            </a:r>
          </a:p>
        </p:txBody>
      </p:sp>
      <p:sp>
        <p:nvSpPr>
          <p:cNvPr id="17" name="Content Placeholder 16">
            <a:extLst>
              <a:ext uri="{FF2B5EF4-FFF2-40B4-BE49-F238E27FC236}">
                <a16:creationId xmlns:a16="http://schemas.microsoft.com/office/drawing/2014/main" id="{EBC3213C-B3F7-8CF1-4588-7B7963771702}"/>
              </a:ext>
            </a:extLst>
          </p:cNvPr>
          <p:cNvSpPr>
            <a:spLocks noGrp="1"/>
          </p:cNvSpPr>
          <p:nvPr>
            <p:ph idx="1"/>
          </p:nvPr>
        </p:nvSpPr>
        <p:spPr>
          <a:xfrm>
            <a:off x="510541" y="1123407"/>
            <a:ext cx="11170918" cy="5042262"/>
          </a:xfrm>
        </p:spPr>
        <p:txBody>
          <a:bodyPr vert="horz" lIns="91440" tIns="45720" rIns="91440" bIns="45720" rtlCol="0" anchor="t">
            <a:noAutofit/>
          </a:bodyPr>
          <a:lstStyle/>
          <a:p>
            <a:pPr marR="0" lvl="0" fontAlgn="auto">
              <a:spcBef>
                <a:spcPts val="1800"/>
              </a:spcBef>
              <a:spcAft>
                <a:spcPts val="1000"/>
              </a:spcAft>
              <a:buClr>
                <a:srgbClr val="101010"/>
              </a:buClr>
              <a:buSzPts val="1000"/>
              <a:tabLst/>
              <a:defRPr/>
            </a:pPr>
            <a:r>
              <a:rPr lang="en-US" sz="1400">
                <a:solidFill>
                  <a:srgbClr val="7D7AE8"/>
                </a:solidFill>
                <a:latin typeface="Arial"/>
                <a:sym typeface="Montserrat"/>
              </a:rPr>
              <a:t>Objectives:</a:t>
            </a:r>
          </a:p>
          <a:p>
            <a:pPr marL="182880" indent="-182880">
              <a:spcBef>
                <a:spcPts val="0"/>
              </a:spcBef>
              <a:buClr>
                <a:srgbClr val="101010"/>
              </a:buClr>
              <a:buSzPts val="1000"/>
              <a:buFont typeface="Arial"/>
              <a:buAutoNum type="arabicPeriod"/>
              <a:defRPr/>
            </a:pPr>
            <a:r>
              <a:rPr lang="en-US" sz="1200"/>
              <a:t>Realize the benefits of a 5-year DC strategy</a:t>
            </a:r>
            <a:endParaRPr lang="en-US" sz="1200">
              <a:cs typeface="Arial"/>
            </a:endParaRPr>
          </a:p>
          <a:p>
            <a:pPr marL="182880" lvl="0" indent="-182880">
              <a:spcBef>
                <a:spcPts val="0"/>
              </a:spcBef>
              <a:buClr>
                <a:srgbClr val="101010"/>
              </a:buClr>
              <a:buSzPts val="1000"/>
              <a:buAutoNum type="arabicPeriod"/>
              <a:defRPr/>
            </a:pPr>
            <a:r>
              <a:rPr lang="en-US" sz="1200">
                <a:solidFill>
                  <a:srgbClr val="101010"/>
                </a:solidFill>
                <a:latin typeface="Arial"/>
              </a:rPr>
              <a:t>Mitigate Infrastructure risks to ensure facility uptime</a:t>
            </a:r>
            <a:endParaRPr lang="en-US"/>
          </a:p>
          <a:p>
            <a:pPr marL="182880" lvl="0" indent="-182880">
              <a:spcBef>
                <a:spcPts val="0"/>
              </a:spcBef>
              <a:buClr>
                <a:srgbClr val="101010"/>
              </a:buClr>
              <a:buSzPts val="1000"/>
              <a:buFont typeface="Arial"/>
              <a:buAutoNum type="arabicPeriod"/>
              <a:defRPr/>
            </a:pPr>
            <a:r>
              <a:rPr lang="en-US" sz="1200">
                <a:solidFill>
                  <a:srgbClr val="101010"/>
                </a:solidFill>
                <a:latin typeface="Arial"/>
              </a:rPr>
              <a:t>Optimize Direct costs to improve Operating margins</a:t>
            </a:r>
            <a:endParaRPr lang="en-US" sz="1200">
              <a:solidFill>
                <a:srgbClr val="101010"/>
              </a:solidFill>
              <a:latin typeface="Arial"/>
              <a:cs typeface="Arial"/>
            </a:endParaRPr>
          </a:p>
          <a:p>
            <a:pPr>
              <a:spcBef>
                <a:spcPts val="1800"/>
              </a:spcBef>
              <a:spcAft>
                <a:spcPts val="1000"/>
              </a:spcAft>
              <a:buClr>
                <a:srgbClr val="101010"/>
              </a:buClr>
              <a:buSzPts val="1000"/>
              <a:defRPr/>
            </a:pPr>
            <a:r>
              <a:rPr lang="en-US" sz="1400">
                <a:solidFill>
                  <a:srgbClr val="7D7AE8"/>
                </a:solidFill>
                <a:latin typeface="Arial"/>
                <a:sym typeface="Montserrat"/>
              </a:rPr>
              <a:t>Key Results:</a:t>
            </a:r>
            <a:endParaRPr lang="en-US" sz="1400">
              <a:solidFill>
                <a:srgbClr val="7D7AE8"/>
              </a:solidFill>
              <a:latin typeface="Arial"/>
            </a:endParaRPr>
          </a:p>
          <a:p>
            <a:pPr marL="182880" indent="-182880">
              <a:spcBef>
                <a:spcPts val="0"/>
              </a:spcBef>
              <a:buClr>
                <a:srgbClr val="101010"/>
              </a:buClr>
              <a:buSzPts val="1000"/>
              <a:buFont typeface="Arial"/>
              <a:buAutoNum type="arabicPeriod"/>
              <a:defRPr/>
            </a:pPr>
            <a:r>
              <a:rPr lang="en-US" sz="1200">
                <a:solidFill>
                  <a:srgbClr val="101010"/>
                </a:solidFill>
                <a:latin typeface="Arial"/>
              </a:rPr>
              <a:t>Optimized capacity and reduced operating costs - $680k</a:t>
            </a:r>
            <a:endParaRPr lang="en-US" sz="1200">
              <a:solidFill>
                <a:srgbClr val="101010"/>
              </a:solidFill>
              <a:latin typeface="Arial"/>
              <a:cs typeface="Arial"/>
            </a:endParaRPr>
          </a:p>
          <a:p>
            <a:pPr marL="182880" indent="-182880">
              <a:spcBef>
                <a:spcPts val="0"/>
              </a:spcBef>
              <a:buClr>
                <a:srgbClr val="101010"/>
              </a:buClr>
              <a:buSzPts val="1000"/>
              <a:buFont typeface="Arial"/>
              <a:buAutoNum type="arabicPeriod"/>
              <a:defRPr/>
            </a:pPr>
            <a:r>
              <a:rPr lang="en-US" sz="1200">
                <a:solidFill>
                  <a:srgbClr val="101010"/>
                </a:solidFill>
                <a:latin typeface="Arial"/>
              </a:rPr>
              <a:t>Achieve 99.999% uptime across all critical systems.</a:t>
            </a:r>
            <a:endParaRPr lang="en-US" sz="1200">
              <a:solidFill>
                <a:srgbClr val="101010"/>
              </a:solidFill>
              <a:latin typeface="Arial"/>
              <a:cs typeface="Arial"/>
            </a:endParaRPr>
          </a:p>
          <a:p>
            <a:pPr marL="182880" indent="-182880">
              <a:spcBef>
                <a:spcPts val="0"/>
              </a:spcBef>
              <a:buClr>
                <a:srgbClr val="101010"/>
              </a:buClr>
              <a:buSzPts val="1000"/>
              <a:buFont typeface="Arial"/>
              <a:buAutoNum type="arabicPeriod"/>
              <a:defRPr/>
            </a:pPr>
            <a:r>
              <a:rPr lang="en-US" sz="1200">
                <a:solidFill>
                  <a:srgbClr val="101010"/>
                </a:solidFill>
                <a:latin typeface="Arial"/>
              </a:rPr>
              <a:t>Improve operational responsiveness to achieve 98% SLA standards</a:t>
            </a:r>
            <a:endParaRPr lang="en-US" sz="1200" err="1">
              <a:solidFill>
                <a:srgbClr val="101010"/>
              </a:solidFill>
              <a:latin typeface="Arial"/>
              <a:cs typeface="Arial"/>
            </a:endParaRPr>
          </a:p>
          <a:p>
            <a:pPr marL="182880" indent="-182880">
              <a:spcBef>
                <a:spcPts val="0"/>
              </a:spcBef>
              <a:buClr>
                <a:srgbClr val="101010"/>
              </a:buClr>
              <a:buSzPts val="1000"/>
              <a:buFont typeface="Arial"/>
              <a:buAutoNum type="arabicPeriod"/>
              <a:defRPr/>
            </a:pPr>
            <a:r>
              <a:rPr lang="en-US" sz="1200">
                <a:solidFill>
                  <a:srgbClr val="101010"/>
                </a:solidFill>
                <a:latin typeface="Arial"/>
              </a:rPr>
              <a:t>Reduce Repair and Maintenance costs by 10%, ensuring no degradation in service quality or uptime.</a:t>
            </a:r>
            <a:endParaRPr lang="en-US" sz="1200">
              <a:solidFill>
                <a:srgbClr val="101010"/>
              </a:solidFill>
              <a:latin typeface="Arial"/>
              <a:cs typeface="Arial"/>
            </a:endParaRPr>
          </a:p>
          <a:p>
            <a:pPr marR="0" lvl="0">
              <a:spcBef>
                <a:spcPts val="1800"/>
              </a:spcBef>
              <a:spcAft>
                <a:spcPts val="1000"/>
              </a:spcAft>
              <a:buClr>
                <a:srgbClr val="101010"/>
              </a:buClr>
              <a:buSzPts val="1000"/>
              <a:tabLst/>
              <a:defRPr/>
            </a:pPr>
            <a:r>
              <a:rPr lang="en-US" sz="1400">
                <a:solidFill>
                  <a:srgbClr val="7D7AE8"/>
                </a:solidFill>
                <a:latin typeface="Arial"/>
                <a:sym typeface="Montserrat"/>
              </a:rPr>
              <a:t>Activities:</a:t>
            </a:r>
            <a:endParaRPr lang="en-US" sz="1400">
              <a:solidFill>
                <a:srgbClr val="7D7AE8"/>
              </a:solidFill>
              <a:latin typeface="Arial"/>
            </a:endParaRPr>
          </a:p>
          <a:p>
            <a:pPr marL="182880" indent="-182880">
              <a:spcBef>
                <a:spcPts val="0"/>
              </a:spcBef>
              <a:buClr>
                <a:srgbClr val="101010"/>
              </a:buClr>
              <a:buSzPts val="1000"/>
              <a:buFont typeface="Arial"/>
              <a:buAutoNum type="arabicPeriod"/>
              <a:defRPr/>
            </a:pPr>
            <a:r>
              <a:rPr lang="en-US" sz="1200">
                <a:solidFill>
                  <a:srgbClr val="101010"/>
                </a:solidFill>
                <a:latin typeface="Arial"/>
                <a:cs typeface="Arial"/>
              </a:rPr>
              <a:t>Improve critical infrastructure operational documentation</a:t>
            </a:r>
            <a:endParaRPr lang="en-US" sz="1200">
              <a:solidFill>
                <a:srgbClr val="101010"/>
              </a:solidFill>
              <a:latin typeface="Arial"/>
            </a:endParaRPr>
          </a:p>
          <a:p>
            <a:pPr marL="182880" indent="-182880">
              <a:spcBef>
                <a:spcPts val="0"/>
              </a:spcBef>
              <a:buClr>
                <a:srgbClr val="101010"/>
              </a:buClr>
              <a:buSzPts val="1000"/>
              <a:buAutoNum type="arabicPeriod"/>
              <a:defRPr/>
            </a:pPr>
            <a:r>
              <a:rPr lang="en-US" sz="1200">
                <a:solidFill>
                  <a:srgbClr val="101010"/>
                </a:solidFill>
                <a:latin typeface="Arial"/>
              </a:rPr>
              <a:t>Consolidate space/power within DC footprints to improve densities and costs</a:t>
            </a:r>
            <a:endParaRPr lang="en-US"/>
          </a:p>
          <a:p>
            <a:pPr marL="182880" indent="-182880">
              <a:spcBef>
                <a:spcPts val="0"/>
              </a:spcBef>
              <a:buClr>
                <a:srgbClr val="101010"/>
              </a:buClr>
              <a:buSzPts val="1000"/>
              <a:buFont typeface="Arial"/>
              <a:buAutoNum type="arabicPeriod"/>
              <a:defRPr/>
            </a:pPr>
            <a:r>
              <a:rPr lang="en-US" sz="1200">
                <a:solidFill>
                  <a:srgbClr val="101010"/>
                </a:solidFill>
                <a:latin typeface="Arial"/>
              </a:rPr>
              <a:t>Negotiate new lease agreements – </a:t>
            </a:r>
            <a:r>
              <a:rPr lang="en-US" sz="1200" err="1">
                <a:solidFill>
                  <a:srgbClr val="101010"/>
                </a:solidFill>
                <a:latin typeface="Arial"/>
              </a:rPr>
              <a:t>eStruxture</a:t>
            </a:r>
            <a:r>
              <a:rPr lang="en-US" sz="1200">
                <a:solidFill>
                  <a:srgbClr val="101010"/>
                </a:solidFill>
                <a:latin typeface="Arial"/>
              </a:rPr>
              <a:t>, IAD, Miami</a:t>
            </a:r>
            <a:endParaRPr lang="en-US" sz="1200">
              <a:solidFill>
                <a:srgbClr val="101010"/>
              </a:solidFill>
              <a:latin typeface="Arial"/>
              <a:cs typeface="Arial"/>
            </a:endParaRPr>
          </a:p>
          <a:p>
            <a:pPr marL="182880" indent="-182880">
              <a:spcBef>
                <a:spcPts val="0"/>
              </a:spcBef>
              <a:buClr>
                <a:srgbClr val="101010"/>
              </a:buClr>
              <a:buSzPts val="1000"/>
              <a:buFont typeface="Arial"/>
              <a:buAutoNum type="arabicPeriod"/>
              <a:defRPr/>
            </a:pPr>
            <a:r>
              <a:rPr lang="en-US" sz="1200">
                <a:solidFill>
                  <a:srgbClr val="101010"/>
                </a:solidFill>
                <a:latin typeface="Arial"/>
              </a:rPr>
              <a:t>Negotiate new Maintenance agreements to reduce cadence and costs</a:t>
            </a:r>
            <a:endParaRPr lang="en-US" sz="1200">
              <a:solidFill>
                <a:srgbClr val="101010"/>
              </a:solidFill>
              <a:latin typeface="Arial"/>
              <a:cs typeface="Arial"/>
            </a:endParaRPr>
          </a:p>
        </p:txBody>
      </p:sp>
    </p:spTree>
    <p:extLst>
      <p:ext uri="{BB962C8B-B14F-4D97-AF65-F5344CB8AC3E}">
        <p14:creationId xmlns:p14="http://schemas.microsoft.com/office/powerpoint/2010/main" val="933098288"/>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B0336-6A24-9B5E-613F-3D68EA3E25F0}"/>
            </a:ext>
          </a:extLst>
        </p:cNvPr>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434A2CC3-7F3E-E692-6C48-665B4631E0AA}"/>
              </a:ext>
            </a:extLst>
          </p:cNvPr>
          <p:cNvGraphicFramePr/>
          <p:nvPr/>
        </p:nvGraphicFramePr>
        <p:xfrm>
          <a:off x="482259" y="-1471635"/>
          <a:ext cx="11376659" cy="66232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46E3160C-A9A7-010E-9848-B56EF70B1FBD}"/>
              </a:ext>
            </a:extLst>
          </p:cNvPr>
          <p:cNvSpPr>
            <a:spLocks noGrp="1"/>
          </p:cNvSpPr>
          <p:nvPr>
            <p:ph type="title"/>
          </p:nvPr>
        </p:nvSpPr>
        <p:spPr>
          <a:xfrm>
            <a:off x="482259" y="192477"/>
            <a:ext cx="11170919" cy="731520"/>
          </a:xfrm>
        </p:spPr>
        <p:txBody>
          <a:bodyPr/>
          <a:lstStyle/>
          <a:p>
            <a:r>
              <a:rPr lang="en-GB">
                <a:solidFill>
                  <a:srgbClr val="7D7AE8"/>
                </a:solidFill>
                <a:latin typeface="Geist"/>
              </a:rPr>
              <a:t>Roadmap milestones – Data Centre</a:t>
            </a:r>
          </a:p>
        </p:txBody>
      </p:sp>
      <p:sp>
        <p:nvSpPr>
          <p:cNvPr id="7" name="TextBox 6">
            <a:extLst>
              <a:ext uri="{FF2B5EF4-FFF2-40B4-BE49-F238E27FC236}">
                <a16:creationId xmlns:a16="http://schemas.microsoft.com/office/drawing/2014/main" id="{508DA173-FEF8-BBAF-C12D-4BFDC2F95803}"/>
              </a:ext>
            </a:extLst>
          </p:cNvPr>
          <p:cNvSpPr txBox="1"/>
          <p:nvPr/>
        </p:nvSpPr>
        <p:spPr>
          <a:xfrm>
            <a:off x="482259" y="2995403"/>
            <a:ext cx="2654709" cy="2005614"/>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000" b="0" i="0" u="none" strike="noStrike" kern="1200" cap="none" spc="0" normalizeH="0" baseline="0" noProof="0">
                <a:ln>
                  <a:noFill/>
                </a:ln>
                <a:solidFill>
                  <a:srgbClr val="FFC000"/>
                </a:solidFill>
                <a:effectLst/>
                <a:uLnTx/>
                <a:uFillTx/>
                <a:cs typeface="Arial"/>
              </a:rPr>
              <a:t>Complete new </a:t>
            </a:r>
            <a:r>
              <a:rPr lang="en-CA" sz="1000" b="0" i="0" u="none" strike="noStrike" kern="1200" cap="none" spc="0" normalizeH="0" baseline="0" noProof="0" err="1">
                <a:ln>
                  <a:noFill/>
                </a:ln>
                <a:solidFill>
                  <a:srgbClr val="FFC000"/>
                </a:solidFill>
                <a:effectLst/>
                <a:uLnTx/>
                <a:uFillTx/>
                <a:cs typeface="Arial"/>
              </a:rPr>
              <a:t>eStruxture</a:t>
            </a:r>
            <a:r>
              <a:rPr lang="en-CA" sz="1000" b="0" i="0" u="none" strike="noStrike" kern="1200" cap="none" spc="0" normalizeH="0" baseline="0" noProof="0">
                <a:ln>
                  <a:noFill/>
                </a:ln>
                <a:solidFill>
                  <a:srgbClr val="FFC000"/>
                </a:solidFill>
                <a:effectLst/>
                <a:uLnTx/>
                <a:uFillTx/>
                <a:cs typeface="Arial"/>
              </a:rPr>
              <a:t> Agreement</a:t>
            </a:r>
            <a:endParaRPr lang="en-CA" sz="1000">
              <a:solidFill>
                <a:srgbClr val="FFC000"/>
              </a:solidFill>
              <a:cs typeface="Arial"/>
            </a:endParaRPr>
          </a:p>
          <a:p>
            <a:pPr marL="227965" indent="-227965">
              <a:spcAft>
                <a:spcPts val="600"/>
              </a:spcAft>
              <a:buClr>
                <a:srgbClr val="7D7AE8"/>
              </a:buClr>
              <a:buFont typeface="Arial" panose="020B0604020202020204" pitchFamily="34" charset="0"/>
              <a:buChar char="•"/>
            </a:pPr>
            <a:r>
              <a:rPr lang="en-CA" sz="1000">
                <a:solidFill>
                  <a:srgbClr val="00B050"/>
                </a:solidFill>
                <a:cs typeface="Arial"/>
              </a:rPr>
              <a:t>Sign Herndon Renewal</a:t>
            </a:r>
          </a:p>
          <a:p>
            <a:pPr marL="227965" indent="-227965">
              <a:spcAft>
                <a:spcPts val="600"/>
              </a:spcAft>
              <a:buClr>
                <a:srgbClr val="7D7AE8"/>
              </a:buClr>
              <a:buFont typeface="Arial" panose="020B0604020202020204" pitchFamily="34" charset="0"/>
              <a:buChar char="•"/>
            </a:pPr>
            <a:r>
              <a:rPr lang="en-CA" sz="1000">
                <a:solidFill>
                  <a:srgbClr val="00B050"/>
                </a:solidFill>
                <a:cs typeface="Arial"/>
              </a:rPr>
              <a:t>Basis Relocation Proposal</a:t>
            </a:r>
          </a:p>
          <a:p>
            <a:pPr marL="227965" indent="-227965">
              <a:spcAft>
                <a:spcPts val="600"/>
              </a:spcAft>
              <a:buClr>
                <a:srgbClr val="7D7AE8"/>
              </a:buClr>
              <a:buFont typeface="Arial" panose="020B0604020202020204" pitchFamily="34" charset="0"/>
              <a:buChar char="•"/>
            </a:pPr>
            <a:r>
              <a:rPr lang="en-CA" sz="1000">
                <a:solidFill>
                  <a:srgbClr val="00B050"/>
                </a:solidFill>
                <a:cs typeface="Arial"/>
              </a:rPr>
              <a:t>Succession Planning (Portsmouth)</a:t>
            </a:r>
          </a:p>
          <a:p>
            <a:pPr marL="227965" indent="-227965">
              <a:spcAft>
                <a:spcPts val="600"/>
              </a:spcAft>
              <a:buClr>
                <a:srgbClr val="7D7AE8"/>
              </a:buClr>
              <a:buFont typeface="Arial" panose="020B0604020202020204" pitchFamily="34" charset="0"/>
              <a:buChar char="•"/>
            </a:pPr>
            <a:r>
              <a:rPr lang="en-CA" sz="1000">
                <a:solidFill>
                  <a:srgbClr val="00B050"/>
                </a:solidFill>
                <a:cs typeface="Arial"/>
              </a:rPr>
              <a:t>Negotiate new Maintenance agreements</a:t>
            </a:r>
          </a:p>
          <a:p>
            <a:pPr>
              <a:spcAft>
                <a:spcPts val="600"/>
              </a:spcAft>
              <a:buClr>
                <a:srgbClr val="7D7AE8"/>
              </a:buClr>
            </a:pPr>
            <a:endParaRPr lang="en-CA" sz="1000">
              <a:cs typeface="Arial"/>
            </a:endParaRPr>
          </a:p>
          <a:p>
            <a:pPr marL="227965" indent="-227965">
              <a:spcAft>
                <a:spcPts val="600"/>
              </a:spcAft>
              <a:buClr>
                <a:srgbClr val="7D7AE8"/>
              </a:buClr>
              <a:buFont typeface="Arial" panose="020B0604020202020204" pitchFamily="34" charset="0"/>
              <a:buChar char="•"/>
            </a:pPr>
            <a:endParaRPr lang="en-GB" sz="1000" b="0" i="0" u="none" strike="noStrike" kern="1200" cap="none" spc="0" normalizeH="0" baseline="0" noProof="0">
              <a:ln>
                <a:noFill/>
              </a:ln>
              <a:effectLst/>
              <a:uLnTx/>
              <a:uFillTx/>
              <a:cs typeface="Arial"/>
            </a:endParaRPr>
          </a:p>
          <a:p>
            <a:pPr marL="227965" indent="-227965">
              <a:buFont typeface="Arial" panose="020B0604020202020204" pitchFamily="34" charset="0"/>
              <a:buChar char="•"/>
            </a:pPr>
            <a:endParaRPr lang="en-GB" sz="933">
              <a:solidFill>
                <a:schemeClr val="bg1">
                  <a:lumMod val="75000"/>
                </a:schemeClr>
              </a:solidFill>
              <a:cs typeface="Arial"/>
            </a:endParaRPr>
          </a:p>
        </p:txBody>
      </p:sp>
      <p:sp>
        <p:nvSpPr>
          <p:cNvPr id="8" name="TextBox 7">
            <a:extLst>
              <a:ext uri="{FF2B5EF4-FFF2-40B4-BE49-F238E27FC236}">
                <a16:creationId xmlns:a16="http://schemas.microsoft.com/office/drawing/2014/main" id="{369FA580-EA53-525B-4B02-73E192435A88}"/>
              </a:ext>
            </a:extLst>
          </p:cNvPr>
          <p:cNvSpPr txBox="1"/>
          <p:nvPr/>
        </p:nvSpPr>
        <p:spPr>
          <a:xfrm>
            <a:off x="3364114" y="2995404"/>
            <a:ext cx="2654709" cy="1400383"/>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000">
                <a:solidFill>
                  <a:srgbClr val="FFC000"/>
                </a:solidFill>
                <a:cs typeface="Arial"/>
              </a:rPr>
              <a:t>Consolidation of </a:t>
            </a:r>
            <a:r>
              <a:rPr lang="en-CA" sz="1000" err="1">
                <a:solidFill>
                  <a:srgbClr val="FFC000"/>
                </a:solidFill>
                <a:cs typeface="Arial"/>
              </a:rPr>
              <a:t>eStruxture</a:t>
            </a:r>
            <a:r>
              <a:rPr lang="en-CA" sz="1000">
                <a:solidFill>
                  <a:srgbClr val="FFC000"/>
                </a:solidFill>
                <a:cs typeface="Arial"/>
              </a:rPr>
              <a:t> Space DH4</a:t>
            </a:r>
          </a:p>
          <a:p>
            <a:pPr marL="227965" indent="-227965">
              <a:spcAft>
                <a:spcPts val="600"/>
              </a:spcAft>
              <a:buClr>
                <a:srgbClr val="7D7AE8"/>
              </a:buClr>
              <a:buFont typeface="Arial" panose="020B0604020202020204" pitchFamily="34" charset="0"/>
              <a:buChar char="•"/>
            </a:pPr>
            <a:r>
              <a:rPr lang="en-CA" sz="1000">
                <a:solidFill>
                  <a:srgbClr val="FFC000"/>
                </a:solidFill>
                <a:cs typeface="Arial"/>
              </a:rPr>
              <a:t>Shut down </a:t>
            </a:r>
            <a:r>
              <a:rPr lang="en-CA" sz="1000" err="1">
                <a:solidFill>
                  <a:srgbClr val="FFC000"/>
                </a:solidFill>
                <a:cs typeface="Arial"/>
              </a:rPr>
              <a:t>eStruxture</a:t>
            </a:r>
            <a:r>
              <a:rPr lang="en-CA" sz="1000">
                <a:solidFill>
                  <a:srgbClr val="FFC000"/>
                </a:solidFill>
                <a:cs typeface="Arial"/>
              </a:rPr>
              <a:t> Locations </a:t>
            </a:r>
          </a:p>
          <a:p>
            <a:pPr marL="227965" indent="-227965">
              <a:spcAft>
                <a:spcPts val="600"/>
              </a:spcAft>
              <a:buClr>
                <a:srgbClr val="7D7AE8"/>
              </a:buClr>
              <a:buFont typeface="Arial" panose="020B0604020202020204" pitchFamily="34" charset="0"/>
              <a:buChar char="•"/>
            </a:pPr>
            <a:r>
              <a:rPr lang="en-CA" sz="1000">
                <a:solidFill>
                  <a:srgbClr val="00B050"/>
                </a:solidFill>
                <a:cs typeface="Arial"/>
              </a:rPr>
              <a:t>Miami Options – Analysis/Notification</a:t>
            </a:r>
          </a:p>
          <a:p>
            <a:pPr marL="227965" indent="-227965">
              <a:spcAft>
                <a:spcPts val="600"/>
              </a:spcAft>
              <a:buClr>
                <a:srgbClr val="7D7AE8"/>
              </a:buClr>
              <a:buFont typeface="Arial" panose="020B0604020202020204" pitchFamily="34" charset="0"/>
              <a:buChar char="•"/>
            </a:pPr>
            <a:r>
              <a:rPr lang="en-CA" sz="1000">
                <a:cs typeface="Arial"/>
              </a:rPr>
              <a:t>Evaluate DC efficiency Options</a:t>
            </a:r>
          </a:p>
          <a:p>
            <a:pPr marL="227965" indent="-227965">
              <a:spcAft>
                <a:spcPts val="600"/>
              </a:spcAft>
              <a:buClr>
                <a:srgbClr val="7D7AE8"/>
              </a:buClr>
              <a:buFont typeface="Arial" panose="020B0604020202020204" pitchFamily="34" charset="0"/>
              <a:buChar char="•"/>
            </a:pPr>
            <a:r>
              <a:rPr lang="en-CA" sz="1000">
                <a:solidFill>
                  <a:srgbClr val="FFC000"/>
                </a:solidFill>
                <a:cs typeface="Arial"/>
              </a:rPr>
              <a:t>Portsmouth Relocation Proposal</a:t>
            </a:r>
            <a:endParaRPr lang="en-US" sz="1000">
              <a:solidFill>
                <a:srgbClr val="FFC000"/>
              </a:solidFill>
              <a:cs typeface="Arial"/>
            </a:endParaRPr>
          </a:p>
          <a:p>
            <a:pPr marL="227965" indent="-227965">
              <a:buFont typeface="Arial" panose="020B0604020202020204" pitchFamily="34" charset="0"/>
              <a:buChar char="•"/>
            </a:pPr>
            <a:endParaRPr lang="en-US" sz="1000">
              <a:cs typeface="Arial"/>
            </a:endParaRPr>
          </a:p>
        </p:txBody>
      </p:sp>
      <p:sp>
        <p:nvSpPr>
          <p:cNvPr id="9" name="TextBox 8">
            <a:extLst>
              <a:ext uri="{FF2B5EF4-FFF2-40B4-BE49-F238E27FC236}">
                <a16:creationId xmlns:a16="http://schemas.microsoft.com/office/drawing/2014/main" id="{B0570130-7388-89BA-F86B-540F7D3FAFE9}"/>
              </a:ext>
            </a:extLst>
          </p:cNvPr>
          <p:cNvSpPr txBox="1"/>
          <p:nvPr/>
        </p:nvSpPr>
        <p:spPr>
          <a:xfrm>
            <a:off x="6207800" y="2983620"/>
            <a:ext cx="2654709" cy="1631216"/>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000">
                <a:cs typeface="Arial"/>
              </a:rPr>
              <a:t>Shut down eStruxture locations</a:t>
            </a:r>
          </a:p>
          <a:p>
            <a:pPr marL="227965" indent="-227965">
              <a:spcAft>
                <a:spcPts val="600"/>
              </a:spcAft>
              <a:buClr>
                <a:srgbClr val="7D7AE8"/>
              </a:buClr>
              <a:buFont typeface="Arial" panose="020B0604020202020204" pitchFamily="34" charset="0"/>
              <a:buChar char="•"/>
            </a:pPr>
            <a:r>
              <a:rPr lang="en-CA" sz="1000">
                <a:cs typeface="Arial"/>
              </a:rPr>
              <a:t>Hyperview Monitoring/Reporting</a:t>
            </a:r>
          </a:p>
          <a:p>
            <a:pPr marL="227965" indent="-227965">
              <a:spcAft>
                <a:spcPts val="600"/>
              </a:spcAft>
              <a:buClr>
                <a:srgbClr val="7D7AE8"/>
              </a:buClr>
              <a:buFont typeface="Arial" panose="020B0604020202020204" pitchFamily="34" charset="0"/>
              <a:buChar char="•"/>
            </a:pPr>
            <a:r>
              <a:rPr lang="en-CA" sz="1000">
                <a:cs typeface="Arial"/>
              </a:rPr>
              <a:t>Basis Migration Activities</a:t>
            </a:r>
          </a:p>
          <a:p>
            <a:pPr marL="227965" indent="-227965">
              <a:spcAft>
                <a:spcPts val="600"/>
              </a:spcAft>
              <a:buClr>
                <a:srgbClr val="7D7AE8"/>
              </a:buClr>
              <a:buFont typeface="Arial" panose="020B0604020202020204" pitchFamily="34" charset="0"/>
              <a:buChar char="•"/>
            </a:pPr>
            <a:r>
              <a:rPr lang="en-CA" sz="1000">
                <a:cs typeface="Arial"/>
              </a:rPr>
              <a:t>Review/Improve Operational Documentation</a:t>
            </a:r>
          </a:p>
          <a:p>
            <a:pPr>
              <a:spcAft>
                <a:spcPts val="600"/>
              </a:spcAft>
              <a:buClr>
                <a:srgbClr val="7D7AE8"/>
              </a:buClr>
            </a:pPr>
            <a:endParaRPr lang="en-CA" sz="1000">
              <a:cs typeface="Arial"/>
            </a:endParaRPr>
          </a:p>
          <a:p>
            <a:pPr marL="227965" indent="-227965">
              <a:spcBef>
                <a:spcPts val="600"/>
              </a:spcBef>
              <a:buFont typeface="Arial" panose="020B0604020202020204" pitchFamily="34" charset="0"/>
              <a:buChar char="•"/>
            </a:pPr>
            <a:endParaRPr lang="en-GB" sz="1000">
              <a:cs typeface="Arial"/>
            </a:endParaRPr>
          </a:p>
        </p:txBody>
      </p:sp>
      <p:sp>
        <p:nvSpPr>
          <p:cNvPr id="10" name="TextBox 9">
            <a:extLst>
              <a:ext uri="{FF2B5EF4-FFF2-40B4-BE49-F238E27FC236}">
                <a16:creationId xmlns:a16="http://schemas.microsoft.com/office/drawing/2014/main" id="{F04C01DB-D750-FCCC-97F2-CA551087782D}"/>
              </a:ext>
            </a:extLst>
          </p:cNvPr>
          <p:cNvSpPr txBox="1"/>
          <p:nvPr/>
        </p:nvSpPr>
        <p:spPr>
          <a:xfrm>
            <a:off x="9201740" y="2946885"/>
            <a:ext cx="2884324" cy="938719"/>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000">
                <a:cs typeface="Arial"/>
              </a:rPr>
              <a:t>Basis Migration Activities</a:t>
            </a:r>
          </a:p>
          <a:p>
            <a:pPr marL="227965" indent="-227965">
              <a:spcAft>
                <a:spcPts val="600"/>
              </a:spcAft>
              <a:buClr>
                <a:srgbClr val="7D7AE8"/>
              </a:buClr>
              <a:buFont typeface="Arial" panose="020B0604020202020204" pitchFamily="34" charset="0"/>
              <a:buChar char="•"/>
            </a:pPr>
            <a:r>
              <a:rPr lang="en-CA" sz="1000">
                <a:cs typeface="Arial"/>
              </a:rPr>
              <a:t>Miami Lease negotiations</a:t>
            </a:r>
          </a:p>
          <a:p>
            <a:pPr marL="227965" indent="-227965">
              <a:spcAft>
                <a:spcPts val="600"/>
              </a:spcAft>
              <a:buClr>
                <a:srgbClr val="7D7AE8"/>
              </a:buClr>
              <a:buFont typeface="Arial" panose="020B0604020202020204" pitchFamily="34" charset="0"/>
              <a:buChar char="•"/>
            </a:pPr>
            <a:r>
              <a:rPr lang="en-CA" sz="1000">
                <a:cs typeface="Arial"/>
              </a:rPr>
              <a:t>Heathrow renewal</a:t>
            </a:r>
          </a:p>
          <a:p>
            <a:pPr marL="227965" indent="-227965">
              <a:spcAft>
                <a:spcPts val="600"/>
              </a:spcAft>
              <a:buClr>
                <a:srgbClr val="7D7AE8"/>
              </a:buClr>
              <a:buFont typeface="Arial" panose="020B0604020202020204" pitchFamily="34" charset="0"/>
              <a:buChar char="•"/>
            </a:pPr>
            <a:r>
              <a:rPr lang="en-CA" sz="1000">
                <a:cs typeface="Arial"/>
              </a:rPr>
              <a:t>LAX Planning/Strategy</a:t>
            </a:r>
          </a:p>
        </p:txBody>
      </p:sp>
      <p:sp>
        <p:nvSpPr>
          <p:cNvPr id="11" name="TextBox 10">
            <a:extLst>
              <a:ext uri="{FF2B5EF4-FFF2-40B4-BE49-F238E27FC236}">
                <a16:creationId xmlns:a16="http://schemas.microsoft.com/office/drawing/2014/main" id="{BD896188-BE39-0C65-6950-6485144AB3AE}"/>
              </a:ext>
            </a:extLst>
          </p:cNvPr>
          <p:cNvSpPr txBox="1"/>
          <p:nvPr/>
        </p:nvSpPr>
        <p:spPr>
          <a:xfrm>
            <a:off x="905783" y="874780"/>
            <a:ext cx="1154483" cy="256545"/>
          </a:xfrm>
          <a:prstGeom prst="rect">
            <a:avLst/>
          </a:prstGeom>
          <a:noFill/>
        </p:spPr>
        <p:txBody>
          <a:bodyPr wrap="none" rtlCol="0">
            <a:spAutoFit/>
          </a:bodyPr>
          <a:lstStyle/>
          <a:p>
            <a:r>
              <a:rPr lang="en-GB" sz="1067"/>
              <a:t>To 30 Nov 2025</a:t>
            </a:r>
          </a:p>
        </p:txBody>
      </p:sp>
      <p:sp>
        <p:nvSpPr>
          <p:cNvPr id="12" name="TextBox 11">
            <a:extLst>
              <a:ext uri="{FF2B5EF4-FFF2-40B4-BE49-F238E27FC236}">
                <a16:creationId xmlns:a16="http://schemas.microsoft.com/office/drawing/2014/main" id="{47C6C180-59E6-72E2-9110-145ECD852837}"/>
              </a:ext>
            </a:extLst>
          </p:cNvPr>
          <p:cNvSpPr txBox="1"/>
          <p:nvPr/>
        </p:nvSpPr>
        <p:spPr>
          <a:xfrm>
            <a:off x="3793190" y="874780"/>
            <a:ext cx="1144865" cy="256545"/>
          </a:xfrm>
          <a:prstGeom prst="rect">
            <a:avLst/>
          </a:prstGeom>
          <a:noFill/>
        </p:spPr>
        <p:txBody>
          <a:bodyPr wrap="none" rtlCol="0">
            <a:spAutoFit/>
          </a:bodyPr>
          <a:lstStyle/>
          <a:p>
            <a:r>
              <a:rPr lang="en-GB" sz="1067"/>
              <a:t>To 28 Feb 2026</a:t>
            </a:r>
          </a:p>
        </p:txBody>
      </p:sp>
      <p:sp>
        <p:nvSpPr>
          <p:cNvPr id="13" name="TextBox 12">
            <a:extLst>
              <a:ext uri="{FF2B5EF4-FFF2-40B4-BE49-F238E27FC236}">
                <a16:creationId xmlns:a16="http://schemas.microsoft.com/office/drawing/2014/main" id="{7E93EFEA-81FF-539F-EF5A-68E5BD7E93F0}"/>
              </a:ext>
            </a:extLst>
          </p:cNvPr>
          <p:cNvSpPr txBox="1"/>
          <p:nvPr/>
        </p:nvSpPr>
        <p:spPr>
          <a:xfrm>
            <a:off x="6685660" y="959587"/>
            <a:ext cx="1168910" cy="256545"/>
          </a:xfrm>
          <a:prstGeom prst="rect">
            <a:avLst/>
          </a:prstGeom>
          <a:noFill/>
        </p:spPr>
        <p:txBody>
          <a:bodyPr wrap="none" rtlCol="0">
            <a:spAutoFit/>
          </a:bodyPr>
          <a:lstStyle/>
          <a:p>
            <a:r>
              <a:rPr lang="en-GB" sz="1067"/>
              <a:t>To 31 May 2026</a:t>
            </a:r>
          </a:p>
        </p:txBody>
      </p:sp>
      <p:sp>
        <p:nvSpPr>
          <p:cNvPr id="14" name="TextBox 13">
            <a:extLst>
              <a:ext uri="{FF2B5EF4-FFF2-40B4-BE49-F238E27FC236}">
                <a16:creationId xmlns:a16="http://schemas.microsoft.com/office/drawing/2014/main" id="{B93BAC0A-F69F-1763-B7BC-8E1187BD238F}"/>
              </a:ext>
            </a:extLst>
          </p:cNvPr>
          <p:cNvSpPr txBox="1"/>
          <p:nvPr/>
        </p:nvSpPr>
        <p:spPr>
          <a:xfrm>
            <a:off x="9575995" y="959587"/>
            <a:ext cx="1152880" cy="256545"/>
          </a:xfrm>
          <a:prstGeom prst="rect">
            <a:avLst/>
          </a:prstGeom>
          <a:noFill/>
        </p:spPr>
        <p:txBody>
          <a:bodyPr wrap="none" rtlCol="0">
            <a:spAutoFit/>
          </a:bodyPr>
          <a:lstStyle/>
          <a:p>
            <a:r>
              <a:rPr lang="en-GB" sz="1067"/>
              <a:t>To 31 Aug 2026</a:t>
            </a:r>
          </a:p>
        </p:txBody>
      </p:sp>
      <p:sp>
        <p:nvSpPr>
          <p:cNvPr id="3" name="Slide Number Placeholder 2">
            <a:extLst>
              <a:ext uri="{FF2B5EF4-FFF2-40B4-BE49-F238E27FC236}">
                <a16:creationId xmlns:a16="http://schemas.microsoft.com/office/drawing/2014/main" id="{BEB936E7-DD09-1E7E-C98A-3DCE8DAC114B}"/>
              </a:ext>
            </a:extLst>
          </p:cNvPr>
          <p:cNvSpPr>
            <a:spLocks noGrp="1"/>
          </p:cNvSpPr>
          <p:nvPr>
            <p:ph type="sldNum" sz="quarter" idx="10"/>
          </p:nvPr>
        </p:nvSpPr>
        <p:spPr/>
        <p:txBody>
          <a:bodyPr/>
          <a:lstStyle/>
          <a:p>
            <a:fld id="{4AF1CB10-4EE0-4482-BBF6-B71BD01DA370}" type="slidenum">
              <a:rPr lang="en-US" smtClean="0"/>
              <a:pPr/>
              <a:t>20</a:t>
            </a:fld>
            <a:endParaRPr lang="en-US"/>
          </a:p>
        </p:txBody>
      </p:sp>
    </p:spTree>
    <p:extLst>
      <p:ext uri="{BB962C8B-B14F-4D97-AF65-F5344CB8AC3E}">
        <p14:creationId xmlns:p14="http://schemas.microsoft.com/office/powerpoint/2010/main" val="20970196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flip="none" rotWithShape="1">
          <a:gsLst>
            <a:gs pos="78000">
              <a:schemeClr val="bg2"/>
            </a:gs>
            <a:gs pos="100000">
              <a:schemeClr val="accent1">
                <a:lumMod val="30000"/>
                <a:lumOff val="70000"/>
              </a:schemeClr>
            </a:gs>
          </a:gsLst>
          <a:lin ang="18900000" scaled="1"/>
          <a:tileRect/>
        </a:gradFill>
        <a:effectLst/>
      </p:bgPr>
    </p:bg>
    <p:spTree>
      <p:nvGrpSpPr>
        <p:cNvPr id="1" name="">
          <a:extLst>
            <a:ext uri="{FF2B5EF4-FFF2-40B4-BE49-F238E27FC236}">
              <a16:creationId xmlns:a16="http://schemas.microsoft.com/office/drawing/2014/main" id="{2C631F93-7F0A-A68F-430A-2A4BB400E9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928B23-8068-40CA-947D-0C9260AEAFCA}"/>
              </a:ext>
            </a:extLst>
          </p:cNvPr>
          <p:cNvSpPr>
            <a:spLocks noGrp="1"/>
          </p:cNvSpPr>
          <p:nvPr>
            <p:ph type="title"/>
          </p:nvPr>
        </p:nvSpPr>
        <p:spPr/>
        <p:txBody>
          <a:bodyPr/>
          <a:lstStyle/>
          <a:p>
            <a:r>
              <a:rPr lang="en-US"/>
              <a:t>Networking (Ben) </a:t>
            </a:r>
            <a:r>
              <a:rPr lang="en-US">
                <a:sym typeface="Wingdings" panose="05000000000000000000" pitchFamily="2" charset="2"/>
              </a:rPr>
              <a:t>– FY26</a:t>
            </a:r>
            <a:endParaRPr lang="en-US"/>
          </a:p>
        </p:txBody>
      </p:sp>
      <p:sp>
        <p:nvSpPr>
          <p:cNvPr id="5" name="Content Placeholder 5">
            <a:extLst>
              <a:ext uri="{FF2B5EF4-FFF2-40B4-BE49-F238E27FC236}">
                <a16:creationId xmlns:a16="http://schemas.microsoft.com/office/drawing/2014/main" id="{4FF2709C-8ACE-8B5B-34F0-7E7F37A6B742}"/>
              </a:ext>
            </a:extLst>
          </p:cNvPr>
          <p:cNvSpPr>
            <a:spLocks noGrp="1"/>
          </p:cNvSpPr>
          <p:nvPr>
            <p:ph idx="1"/>
          </p:nvPr>
        </p:nvSpPr>
        <p:spPr>
          <a:xfrm>
            <a:off x="510540" y="1150568"/>
            <a:ext cx="11170919" cy="5042262"/>
          </a:xfrm>
        </p:spPr>
        <p:txBody>
          <a:bodyPr vert="horz" lIns="91440" tIns="45720" rIns="91440" bIns="45720" rtlCol="0" anchor="t">
            <a:noAutofit/>
          </a:bodyPr>
          <a:lstStyle/>
          <a:p>
            <a:pPr>
              <a:spcBef>
                <a:spcPts val="1800"/>
              </a:spcBef>
              <a:spcAft>
                <a:spcPts val="1000"/>
              </a:spcAft>
            </a:pPr>
            <a:r>
              <a:rPr lang="en-US" sz="1400">
                <a:solidFill>
                  <a:srgbClr val="7D7AE8"/>
                </a:solidFill>
              </a:rPr>
              <a:t>Objectives:</a:t>
            </a:r>
            <a:endParaRPr lang="en-US" sz="1400">
              <a:solidFill>
                <a:srgbClr val="7D7AE8"/>
              </a:solidFill>
              <a:cs typeface="Arial"/>
            </a:endParaRPr>
          </a:p>
          <a:p>
            <a:pPr marL="182880" indent="-182880">
              <a:spcBef>
                <a:spcPts val="0"/>
              </a:spcBef>
              <a:buClr>
                <a:srgbClr val="101010"/>
              </a:buClr>
              <a:buSzPts val="1000"/>
              <a:buFont typeface="Arial"/>
              <a:buAutoNum type="arabicPeriod"/>
              <a:defRPr/>
            </a:pPr>
            <a:r>
              <a:rPr lang="en-US" sz="1200">
                <a:solidFill>
                  <a:srgbClr val="101010"/>
                </a:solidFill>
                <a:latin typeface="Arial"/>
              </a:rPr>
              <a:t>Provide a reliable network to all </a:t>
            </a:r>
            <a:r>
              <a:rPr lang="en-US" sz="1200" err="1">
                <a:solidFill>
                  <a:srgbClr val="101010"/>
                </a:solidFill>
                <a:latin typeface="Arial"/>
              </a:rPr>
              <a:t>Aptum</a:t>
            </a:r>
            <a:r>
              <a:rPr lang="en-US" sz="1200">
                <a:solidFill>
                  <a:srgbClr val="101010"/>
                </a:solidFill>
                <a:latin typeface="Arial"/>
              </a:rPr>
              <a:t> customers</a:t>
            </a:r>
          </a:p>
          <a:p>
            <a:pPr marL="182880" indent="-182880">
              <a:spcBef>
                <a:spcPts val="0"/>
              </a:spcBef>
              <a:buClr>
                <a:srgbClr val="101010"/>
              </a:buClr>
              <a:buSzPts val="1000"/>
              <a:buFont typeface="Arial"/>
              <a:buAutoNum type="arabicPeriod"/>
              <a:defRPr/>
            </a:pPr>
            <a:r>
              <a:rPr lang="en-US" sz="1200">
                <a:solidFill>
                  <a:srgbClr val="101010"/>
                </a:solidFill>
                <a:latin typeface="Arial"/>
              </a:rPr>
              <a:t>Operate a network that delivers all services efficiently</a:t>
            </a:r>
          </a:p>
          <a:p>
            <a:pPr marL="182880" indent="-182880">
              <a:spcBef>
                <a:spcPts val="0"/>
              </a:spcBef>
              <a:buClr>
                <a:srgbClr val="101010"/>
              </a:buClr>
              <a:buSzPts val="1000"/>
              <a:buFont typeface="Arial"/>
              <a:buAutoNum type="arabicPeriod"/>
              <a:defRPr/>
            </a:pPr>
            <a:r>
              <a:rPr lang="en-US" sz="1200">
                <a:solidFill>
                  <a:srgbClr val="101010"/>
                </a:solidFill>
                <a:latin typeface="Arial"/>
              </a:rPr>
              <a:t>Provide clearly defined network services to customers</a:t>
            </a:r>
          </a:p>
          <a:p>
            <a:pPr>
              <a:spcBef>
                <a:spcPts val="0"/>
              </a:spcBef>
            </a:pPr>
            <a:endParaRPr lang="en-US" sz="800">
              <a:solidFill>
                <a:srgbClr val="7D7AE8"/>
              </a:solidFill>
              <a:cs typeface="Arial"/>
            </a:endParaRPr>
          </a:p>
          <a:p>
            <a:pPr>
              <a:spcBef>
                <a:spcPts val="0"/>
              </a:spcBef>
            </a:pPr>
            <a:r>
              <a:rPr lang="en-US" sz="1400">
                <a:solidFill>
                  <a:srgbClr val="7D7AE8"/>
                </a:solidFill>
                <a:cs typeface="Arial"/>
              </a:rPr>
              <a:t>Key</a:t>
            </a:r>
            <a:r>
              <a:rPr lang="en-US" sz="1400">
                <a:solidFill>
                  <a:srgbClr val="7D7AE8"/>
                </a:solidFill>
              </a:rPr>
              <a:t> Results:</a:t>
            </a:r>
            <a:endParaRPr lang="en-US" sz="1400">
              <a:solidFill>
                <a:srgbClr val="101010"/>
              </a:solidFill>
              <a:cs typeface="Arial"/>
            </a:endParaRPr>
          </a:p>
          <a:p>
            <a:pPr marL="182880" indent="-182880">
              <a:spcBef>
                <a:spcPts val="0"/>
              </a:spcBef>
              <a:buClr>
                <a:srgbClr val="101010"/>
              </a:buClr>
              <a:buSzPts val="1000"/>
              <a:buFont typeface="Arial"/>
              <a:buAutoNum type="arabicPeriod"/>
              <a:defRPr/>
            </a:pPr>
            <a:r>
              <a:rPr lang="en-US" sz="1200">
                <a:solidFill>
                  <a:srgbClr val="101010"/>
                </a:solidFill>
                <a:latin typeface="Arial"/>
              </a:rPr>
              <a:t>99.999% uptime for all connectivity services &amp; all audits passed</a:t>
            </a:r>
          </a:p>
          <a:p>
            <a:pPr marL="182880" indent="-182880">
              <a:spcBef>
                <a:spcPts val="0"/>
              </a:spcBef>
              <a:buClr>
                <a:srgbClr val="101010"/>
              </a:buClr>
              <a:buSzPts val="1000"/>
              <a:buFont typeface="Arial"/>
              <a:buAutoNum type="arabicPeriod"/>
              <a:defRPr/>
            </a:pPr>
            <a:r>
              <a:rPr lang="en-US" sz="1200">
                <a:solidFill>
                  <a:srgbClr val="101010"/>
                </a:solidFill>
                <a:latin typeface="Arial"/>
              </a:rPr>
              <a:t>Reduce the following costs: a) Vendor support - 60%;b) Backbone - 10%; c) Point-of-Presence - 75% </a:t>
            </a:r>
          </a:p>
          <a:p>
            <a:pPr marL="182880" indent="-182880">
              <a:spcBef>
                <a:spcPts val="0"/>
              </a:spcBef>
              <a:buClr>
                <a:srgbClr val="101010"/>
              </a:buClr>
              <a:buSzPts val="1000"/>
              <a:buFont typeface="Arial"/>
              <a:buAutoNum type="arabicPeriod"/>
              <a:defRPr/>
            </a:pPr>
            <a:r>
              <a:rPr lang="en-US" sz="1200">
                <a:solidFill>
                  <a:srgbClr val="101010"/>
                </a:solidFill>
                <a:latin typeface="Arial"/>
              </a:rPr>
              <a:t>a) All clients migrated off legacy connectivity SKUs in Ocean; b) Start collecting bandwidth overages on internet services; c) 1 (or more) up-to-date Network service datasheet available to customers</a:t>
            </a:r>
          </a:p>
          <a:p>
            <a:pPr>
              <a:spcBef>
                <a:spcPts val="0"/>
              </a:spcBef>
            </a:pPr>
            <a:endParaRPr lang="en-US" sz="800">
              <a:solidFill>
                <a:srgbClr val="7D7AE8"/>
              </a:solidFill>
              <a:cs typeface="Arial"/>
            </a:endParaRPr>
          </a:p>
          <a:p>
            <a:pPr>
              <a:spcBef>
                <a:spcPts val="0"/>
              </a:spcBef>
            </a:pPr>
            <a:r>
              <a:rPr lang="en-US" sz="1400">
                <a:solidFill>
                  <a:srgbClr val="7D7AE8"/>
                </a:solidFill>
                <a:cs typeface="Arial"/>
              </a:rPr>
              <a:t>Activities</a:t>
            </a:r>
            <a:r>
              <a:rPr lang="en-US" sz="1400">
                <a:solidFill>
                  <a:srgbClr val="7D7AE8"/>
                </a:solidFill>
              </a:rPr>
              <a:t>:</a:t>
            </a:r>
            <a:endParaRPr lang="en-US" sz="1400">
              <a:solidFill>
                <a:srgbClr val="101010"/>
              </a:solidFill>
              <a:cs typeface="Arial"/>
            </a:endParaRPr>
          </a:p>
          <a:p>
            <a:pPr marL="182880" indent="-182880">
              <a:spcBef>
                <a:spcPts val="0"/>
              </a:spcBef>
              <a:buClr>
                <a:srgbClr val="101010"/>
              </a:buClr>
              <a:buSzPts val="1000"/>
              <a:buFont typeface="Arial"/>
              <a:buAutoNum type="arabicPeriod"/>
              <a:defRPr/>
            </a:pPr>
            <a:r>
              <a:rPr lang="en-US" sz="1200">
                <a:solidFill>
                  <a:srgbClr val="101010"/>
                </a:solidFill>
                <a:latin typeface="Arial"/>
              </a:rPr>
              <a:t>Replace aging routing hardware. Update software on 85% of PCI devices. </a:t>
            </a:r>
          </a:p>
          <a:p>
            <a:pPr marL="182880" indent="-182880">
              <a:spcBef>
                <a:spcPts val="0"/>
              </a:spcBef>
              <a:buClr>
                <a:srgbClr val="101010"/>
              </a:buClr>
              <a:buSzPts val="1000"/>
              <a:buFont typeface="Arial"/>
              <a:buAutoNum type="arabicPeriod"/>
              <a:defRPr/>
            </a:pPr>
            <a:r>
              <a:rPr lang="en-US" sz="1200">
                <a:solidFill>
                  <a:srgbClr val="101010"/>
                </a:solidFill>
                <a:latin typeface="Arial"/>
              </a:rPr>
              <a:t>Simplify backbone router footprint</a:t>
            </a:r>
          </a:p>
          <a:p>
            <a:pPr marL="182880" indent="-182880">
              <a:spcBef>
                <a:spcPts val="0"/>
              </a:spcBef>
              <a:buClr>
                <a:srgbClr val="101010"/>
              </a:buClr>
              <a:buSzPts val="1000"/>
              <a:buFont typeface="Arial"/>
              <a:buAutoNum type="arabicPeriod"/>
              <a:defRPr/>
            </a:pPr>
            <a:r>
              <a:rPr lang="en-US" sz="1200">
                <a:solidFill>
                  <a:srgbClr val="101010"/>
                </a:solidFill>
                <a:latin typeface="Arial"/>
              </a:rPr>
              <a:t>a) Process change orders for impacted customers; b) Create BI report for bandwidth overages; c) Assess datasheets for Network services</a:t>
            </a:r>
          </a:p>
        </p:txBody>
      </p:sp>
    </p:spTree>
    <p:extLst>
      <p:ext uri="{BB962C8B-B14F-4D97-AF65-F5344CB8AC3E}">
        <p14:creationId xmlns:p14="http://schemas.microsoft.com/office/powerpoint/2010/main" val="894479648"/>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A0BBC-056B-9E8A-4584-CB41FE6FEDB4}"/>
            </a:ext>
          </a:extLst>
        </p:cNvPr>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70D8CBA2-D2B2-C3E9-5422-6B6B761F79DB}"/>
              </a:ext>
            </a:extLst>
          </p:cNvPr>
          <p:cNvGraphicFramePr/>
          <p:nvPr>
            <p:extLst>
              <p:ext uri="{D42A27DB-BD31-4B8C-83A1-F6EECF244321}">
                <p14:modId xmlns:p14="http://schemas.microsoft.com/office/powerpoint/2010/main" val="2887219384"/>
              </p:ext>
            </p:extLst>
          </p:nvPr>
        </p:nvGraphicFramePr>
        <p:xfrm>
          <a:off x="482259" y="-1471635"/>
          <a:ext cx="11376659" cy="66232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8A0860C6-B08B-76E0-125D-C9573FA172A5}"/>
              </a:ext>
            </a:extLst>
          </p:cNvPr>
          <p:cNvSpPr>
            <a:spLocks noGrp="1"/>
          </p:cNvSpPr>
          <p:nvPr>
            <p:ph type="title"/>
          </p:nvPr>
        </p:nvSpPr>
        <p:spPr>
          <a:xfrm>
            <a:off x="482259" y="192477"/>
            <a:ext cx="11170919" cy="731520"/>
          </a:xfrm>
        </p:spPr>
        <p:txBody>
          <a:bodyPr/>
          <a:lstStyle/>
          <a:p>
            <a:r>
              <a:rPr lang="en-GB">
                <a:solidFill>
                  <a:srgbClr val="7D7AE8"/>
                </a:solidFill>
                <a:latin typeface="Geist"/>
              </a:rPr>
              <a:t>Roadmap milestones – Networking (Ben) - FY26</a:t>
            </a:r>
          </a:p>
        </p:txBody>
      </p:sp>
      <p:sp>
        <p:nvSpPr>
          <p:cNvPr id="7" name="TextBox 6">
            <a:extLst>
              <a:ext uri="{FF2B5EF4-FFF2-40B4-BE49-F238E27FC236}">
                <a16:creationId xmlns:a16="http://schemas.microsoft.com/office/drawing/2014/main" id="{3BEFA6B6-89AA-B287-DBDA-1CB197E836AE}"/>
              </a:ext>
            </a:extLst>
          </p:cNvPr>
          <p:cNvSpPr txBox="1"/>
          <p:nvPr/>
        </p:nvSpPr>
        <p:spPr>
          <a:xfrm>
            <a:off x="482259" y="2995403"/>
            <a:ext cx="2654709" cy="1669688"/>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200" b="0" i="0" u="none" strike="noStrike" kern="1200" cap="none" spc="0" normalizeH="0" baseline="0" noProof="0">
                <a:ln>
                  <a:noFill/>
                </a:ln>
                <a:effectLst/>
                <a:uLnTx/>
                <a:uFillTx/>
                <a:cs typeface="Arial"/>
              </a:rPr>
              <a:t>DIA BW overage billing started</a:t>
            </a:r>
            <a:endParaRPr lang="en-CA" sz="1200">
              <a:cs typeface="Arial"/>
            </a:endParaRPr>
          </a:p>
          <a:p>
            <a:pPr marL="227965" indent="-227965">
              <a:spcAft>
                <a:spcPts val="600"/>
              </a:spcAft>
              <a:buClr>
                <a:srgbClr val="7D7AE8"/>
              </a:buClr>
              <a:buFont typeface="Arial" panose="020B0604020202020204" pitchFamily="34" charset="0"/>
              <a:buChar char="•"/>
            </a:pPr>
            <a:r>
              <a:rPr lang="en-CA" sz="1200">
                <a:cs typeface="Arial"/>
              </a:rPr>
              <a:t>Support renewals completed; vendor support costs reduced</a:t>
            </a:r>
          </a:p>
          <a:p>
            <a:pPr marL="227965" indent="-227965">
              <a:spcAft>
                <a:spcPts val="600"/>
              </a:spcAft>
              <a:buClr>
                <a:srgbClr val="7D7AE8"/>
              </a:buClr>
              <a:buFont typeface="Arial" panose="020B0604020202020204" pitchFamily="34" charset="0"/>
              <a:buChar char="•"/>
            </a:pPr>
            <a:r>
              <a:rPr lang="en-CA" sz="1200">
                <a:cs typeface="Arial"/>
              </a:rPr>
              <a:t>Purchase of new routers completed</a:t>
            </a:r>
          </a:p>
          <a:p>
            <a:pPr marL="227965" indent="-227965">
              <a:spcAft>
                <a:spcPts val="600"/>
              </a:spcAft>
              <a:buClr>
                <a:srgbClr val="7D7AE8"/>
              </a:buClr>
              <a:buFont typeface="Arial" panose="020B0604020202020204" pitchFamily="34" charset="0"/>
              <a:buChar char="•"/>
            </a:pPr>
            <a:endParaRPr lang="en-GB" sz="1200" b="0" i="0" u="none" strike="noStrike" kern="1200" cap="none" spc="0" normalizeH="0" baseline="0" noProof="0">
              <a:ln>
                <a:noFill/>
              </a:ln>
              <a:effectLst/>
              <a:uLnTx/>
              <a:uFillTx/>
              <a:cs typeface="Arial"/>
            </a:endParaRPr>
          </a:p>
          <a:p>
            <a:pPr marL="227965" indent="-227965">
              <a:buFont typeface="Arial" panose="020B0604020202020204" pitchFamily="34" charset="0"/>
              <a:buChar char="•"/>
            </a:pPr>
            <a:endParaRPr lang="en-GB" sz="1100">
              <a:solidFill>
                <a:schemeClr val="bg1">
                  <a:lumMod val="75000"/>
                </a:schemeClr>
              </a:solidFill>
              <a:cs typeface="Arial"/>
            </a:endParaRPr>
          </a:p>
        </p:txBody>
      </p:sp>
      <p:sp>
        <p:nvSpPr>
          <p:cNvPr id="8" name="TextBox 7">
            <a:extLst>
              <a:ext uri="{FF2B5EF4-FFF2-40B4-BE49-F238E27FC236}">
                <a16:creationId xmlns:a16="http://schemas.microsoft.com/office/drawing/2014/main" id="{5D1EFBAC-B6ED-4E38-B149-D4A5F72C8715}"/>
              </a:ext>
            </a:extLst>
          </p:cNvPr>
          <p:cNvSpPr txBox="1"/>
          <p:nvPr/>
        </p:nvSpPr>
        <p:spPr>
          <a:xfrm>
            <a:off x="3364114" y="2995404"/>
            <a:ext cx="2654709" cy="1169551"/>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200">
                <a:cs typeface="Arial"/>
              </a:rPr>
              <a:t>Equinix POPs turned down; POP costs reduced</a:t>
            </a:r>
          </a:p>
          <a:p>
            <a:pPr marL="227965" indent="-227965">
              <a:spcAft>
                <a:spcPts val="600"/>
              </a:spcAft>
              <a:buClr>
                <a:srgbClr val="7D7AE8"/>
              </a:buClr>
              <a:buFont typeface="Arial" panose="020B0604020202020204" pitchFamily="34" charset="0"/>
              <a:buChar char="•"/>
            </a:pPr>
            <a:r>
              <a:rPr lang="en-CA" sz="1200">
                <a:cs typeface="Arial"/>
              </a:rPr>
              <a:t>All legacy SKUs migrated off of</a:t>
            </a:r>
          </a:p>
          <a:p>
            <a:pPr marL="227965" indent="-227965">
              <a:buFont typeface="Arial" panose="020B0604020202020204" pitchFamily="34" charset="0"/>
              <a:buChar char="•"/>
            </a:pPr>
            <a:endParaRPr lang="en-US" sz="1200">
              <a:cs typeface="Arial"/>
            </a:endParaRPr>
          </a:p>
          <a:p>
            <a:pPr marL="227965" indent="-227965">
              <a:buFont typeface="Arial" panose="020B0604020202020204" pitchFamily="34" charset="0"/>
              <a:buChar char="•"/>
            </a:pPr>
            <a:endParaRPr lang="en-US" sz="1200">
              <a:cs typeface="Arial"/>
            </a:endParaRPr>
          </a:p>
        </p:txBody>
      </p:sp>
      <p:sp>
        <p:nvSpPr>
          <p:cNvPr id="9" name="TextBox 8">
            <a:extLst>
              <a:ext uri="{FF2B5EF4-FFF2-40B4-BE49-F238E27FC236}">
                <a16:creationId xmlns:a16="http://schemas.microsoft.com/office/drawing/2014/main" id="{7DD3F7C0-775B-553E-ACC3-573C625D4D7E}"/>
              </a:ext>
            </a:extLst>
          </p:cNvPr>
          <p:cNvSpPr txBox="1"/>
          <p:nvPr/>
        </p:nvSpPr>
        <p:spPr>
          <a:xfrm>
            <a:off x="6207800" y="2983620"/>
            <a:ext cx="2654709" cy="1692771"/>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200">
                <a:cs typeface="Arial"/>
              </a:rPr>
              <a:t>Final PCI upgrades completed (85% now done)</a:t>
            </a:r>
          </a:p>
          <a:p>
            <a:pPr marL="227965" indent="-227965">
              <a:spcAft>
                <a:spcPts val="600"/>
              </a:spcAft>
              <a:buClr>
                <a:srgbClr val="7D7AE8"/>
              </a:buClr>
              <a:buFont typeface="Arial" panose="020B0604020202020204" pitchFamily="34" charset="0"/>
              <a:buChar char="•"/>
            </a:pPr>
            <a:r>
              <a:rPr lang="en-CA" sz="1200">
                <a:cs typeface="Arial"/>
              </a:rPr>
              <a:t>PCI/ISO passed</a:t>
            </a:r>
          </a:p>
          <a:p>
            <a:pPr marL="227965" indent="-227965">
              <a:spcAft>
                <a:spcPts val="600"/>
              </a:spcAft>
              <a:buClr>
                <a:srgbClr val="7D7AE8"/>
              </a:buClr>
              <a:buFont typeface="Arial" panose="020B0604020202020204" pitchFamily="34" charset="0"/>
              <a:buChar char="•"/>
            </a:pPr>
            <a:r>
              <a:rPr lang="en-CA" sz="1200">
                <a:cs typeface="Arial"/>
              </a:rPr>
              <a:t>All planned connectivity changes complete – backbone costs reduced</a:t>
            </a:r>
          </a:p>
          <a:p>
            <a:pPr marL="227965" indent="-227965">
              <a:spcBef>
                <a:spcPts val="600"/>
              </a:spcBef>
              <a:buFont typeface="Arial" panose="020B0604020202020204" pitchFamily="34" charset="0"/>
              <a:buChar char="•"/>
            </a:pPr>
            <a:endParaRPr lang="en-GB" sz="1200">
              <a:cs typeface="Arial"/>
            </a:endParaRPr>
          </a:p>
        </p:txBody>
      </p:sp>
      <p:sp>
        <p:nvSpPr>
          <p:cNvPr id="10" name="TextBox 9">
            <a:extLst>
              <a:ext uri="{FF2B5EF4-FFF2-40B4-BE49-F238E27FC236}">
                <a16:creationId xmlns:a16="http://schemas.microsoft.com/office/drawing/2014/main" id="{FEA8BF9D-56C9-C885-B09F-A2A10942BADB}"/>
              </a:ext>
            </a:extLst>
          </p:cNvPr>
          <p:cNvSpPr txBox="1"/>
          <p:nvPr/>
        </p:nvSpPr>
        <p:spPr>
          <a:xfrm>
            <a:off x="9163571" y="2920357"/>
            <a:ext cx="2884324" cy="2549416"/>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200">
                <a:cs typeface="Arial"/>
              </a:rPr>
              <a:t>&gt;=1 Network Service datasheet(s) created</a:t>
            </a:r>
          </a:p>
          <a:p>
            <a:pPr marL="227965" indent="-227965">
              <a:spcAft>
                <a:spcPts val="600"/>
              </a:spcAft>
              <a:buClr>
                <a:srgbClr val="7D7AE8"/>
              </a:buClr>
              <a:buFont typeface="Arial" panose="020B0604020202020204" pitchFamily="34" charset="0"/>
              <a:buChar char="•"/>
            </a:pPr>
            <a:r>
              <a:rPr lang="en-CA" sz="1200">
                <a:cs typeface="Arial"/>
              </a:rPr>
              <a:t>All new routers installed</a:t>
            </a:r>
          </a:p>
          <a:p>
            <a:pPr marL="227965" indent="-227965">
              <a:spcAft>
                <a:spcPts val="600"/>
              </a:spcAft>
              <a:buClr>
                <a:srgbClr val="7D7AE8"/>
              </a:buClr>
              <a:buFont typeface="Arial" panose="020B0604020202020204" pitchFamily="34" charset="0"/>
              <a:buChar char="•"/>
            </a:pPr>
            <a:endParaRPr lang="en-GB" sz="1200">
              <a:cs typeface="Arial"/>
            </a:endParaRPr>
          </a:p>
          <a:p>
            <a:pPr marL="227965" indent="-227965">
              <a:spcAft>
                <a:spcPts val="600"/>
              </a:spcAft>
              <a:buClr>
                <a:srgbClr val="7D7AE8"/>
              </a:buClr>
              <a:buFont typeface="Arial" panose="020B0604020202020204" pitchFamily="34" charset="0"/>
              <a:buChar char="•"/>
            </a:pPr>
            <a:endParaRPr lang="en-GB" sz="1200">
              <a:cs typeface="Arial"/>
            </a:endParaRPr>
          </a:p>
          <a:p>
            <a:pPr marL="227965" indent="-227965">
              <a:spcAft>
                <a:spcPts val="600"/>
              </a:spcAft>
              <a:buFont typeface="Arial" panose="020B0604020202020204" pitchFamily="34" charset="0"/>
              <a:buChar char="•"/>
            </a:pPr>
            <a:endParaRPr lang="en-GB" sz="1200">
              <a:cs typeface="Arial"/>
            </a:endParaRPr>
          </a:p>
          <a:p>
            <a:pPr marL="227965" indent="-227965">
              <a:spcAft>
                <a:spcPts val="1600"/>
              </a:spcAft>
              <a:buFont typeface="Arial" panose="020B0604020202020204" pitchFamily="34" charset="0"/>
              <a:buChar char="•"/>
            </a:pPr>
            <a:endParaRPr lang="en-GB" sz="1200">
              <a:cs typeface="Arial"/>
            </a:endParaRPr>
          </a:p>
          <a:p>
            <a:pPr marL="227965" indent="-227965">
              <a:spcAft>
                <a:spcPts val="1600"/>
              </a:spcAft>
              <a:buFont typeface="Arial" panose="020B0604020202020204" pitchFamily="34" charset="0"/>
              <a:buChar char="•"/>
            </a:pPr>
            <a:endParaRPr lang="en-GB" sz="1200">
              <a:cs typeface="Arial"/>
            </a:endParaRPr>
          </a:p>
          <a:p>
            <a:pPr marL="227965" indent="-227965">
              <a:spcAft>
                <a:spcPts val="1600"/>
              </a:spcAft>
              <a:buFont typeface="Arial" panose="020B0604020202020204" pitchFamily="34" charset="0"/>
              <a:buChar char="•"/>
            </a:pPr>
            <a:endParaRPr lang="en-GB" sz="1200">
              <a:cs typeface="Arial"/>
            </a:endParaRPr>
          </a:p>
        </p:txBody>
      </p:sp>
      <p:sp>
        <p:nvSpPr>
          <p:cNvPr id="11" name="TextBox 10">
            <a:extLst>
              <a:ext uri="{FF2B5EF4-FFF2-40B4-BE49-F238E27FC236}">
                <a16:creationId xmlns:a16="http://schemas.microsoft.com/office/drawing/2014/main" id="{05FF2E30-C921-823D-C363-3666567F17E4}"/>
              </a:ext>
            </a:extLst>
          </p:cNvPr>
          <p:cNvSpPr txBox="1"/>
          <p:nvPr/>
        </p:nvSpPr>
        <p:spPr>
          <a:xfrm>
            <a:off x="905783" y="874780"/>
            <a:ext cx="1259255" cy="276999"/>
          </a:xfrm>
          <a:prstGeom prst="rect">
            <a:avLst/>
          </a:prstGeom>
          <a:noFill/>
        </p:spPr>
        <p:txBody>
          <a:bodyPr wrap="none" rtlCol="0">
            <a:spAutoFit/>
          </a:bodyPr>
          <a:lstStyle/>
          <a:p>
            <a:r>
              <a:rPr lang="en-GB" sz="1200"/>
              <a:t>To 30 Nov 2025</a:t>
            </a:r>
          </a:p>
        </p:txBody>
      </p:sp>
      <p:sp>
        <p:nvSpPr>
          <p:cNvPr id="12" name="TextBox 11">
            <a:extLst>
              <a:ext uri="{FF2B5EF4-FFF2-40B4-BE49-F238E27FC236}">
                <a16:creationId xmlns:a16="http://schemas.microsoft.com/office/drawing/2014/main" id="{BE723D38-1253-8DE3-A626-136F7398D6A4}"/>
              </a:ext>
            </a:extLst>
          </p:cNvPr>
          <p:cNvSpPr txBox="1"/>
          <p:nvPr/>
        </p:nvSpPr>
        <p:spPr>
          <a:xfrm>
            <a:off x="3793190" y="874780"/>
            <a:ext cx="1251240" cy="276999"/>
          </a:xfrm>
          <a:prstGeom prst="rect">
            <a:avLst/>
          </a:prstGeom>
          <a:noFill/>
        </p:spPr>
        <p:txBody>
          <a:bodyPr wrap="none" rtlCol="0">
            <a:spAutoFit/>
          </a:bodyPr>
          <a:lstStyle/>
          <a:p>
            <a:r>
              <a:rPr lang="en-GB" sz="1200"/>
              <a:t>To 28 Feb 2026</a:t>
            </a:r>
          </a:p>
        </p:txBody>
      </p:sp>
      <p:sp>
        <p:nvSpPr>
          <p:cNvPr id="13" name="TextBox 12">
            <a:extLst>
              <a:ext uri="{FF2B5EF4-FFF2-40B4-BE49-F238E27FC236}">
                <a16:creationId xmlns:a16="http://schemas.microsoft.com/office/drawing/2014/main" id="{C00FB32B-88B9-9EF1-B9F4-67FE6057DB12}"/>
              </a:ext>
            </a:extLst>
          </p:cNvPr>
          <p:cNvSpPr txBox="1"/>
          <p:nvPr/>
        </p:nvSpPr>
        <p:spPr>
          <a:xfrm>
            <a:off x="6685660" y="959587"/>
            <a:ext cx="1276888" cy="276999"/>
          </a:xfrm>
          <a:prstGeom prst="rect">
            <a:avLst/>
          </a:prstGeom>
          <a:noFill/>
        </p:spPr>
        <p:txBody>
          <a:bodyPr wrap="none" rtlCol="0">
            <a:spAutoFit/>
          </a:bodyPr>
          <a:lstStyle/>
          <a:p>
            <a:r>
              <a:rPr lang="en-GB" sz="1200"/>
              <a:t>To 31 May 2026</a:t>
            </a:r>
          </a:p>
        </p:txBody>
      </p:sp>
      <p:sp>
        <p:nvSpPr>
          <p:cNvPr id="14" name="TextBox 13">
            <a:extLst>
              <a:ext uri="{FF2B5EF4-FFF2-40B4-BE49-F238E27FC236}">
                <a16:creationId xmlns:a16="http://schemas.microsoft.com/office/drawing/2014/main" id="{FEA1A9C5-869F-6197-96B1-2F8FAC8010FD}"/>
              </a:ext>
            </a:extLst>
          </p:cNvPr>
          <p:cNvSpPr txBox="1"/>
          <p:nvPr/>
        </p:nvSpPr>
        <p:spPr>
          <a:xfrm>
            <a:off x="9575995" y="959587"/>
            <a:ext cx="1250792" cy="276999"/>
          </a:xfrm>
          <a:prstGeom prst="rect">
            <a:avLst/>
          </a:prstGeom>
          <a:noFill/>
        </p:spPr>
        <p:txBody>
          <a:bodyPr wrap="none" rtlCol="0">
            <a:spAutoFit/>
          </a:bodyPr>
          <a:lstStyle/>
          <a:p>
            <a:r>
              <a:rPr lang="en-GB" sz="1200"/>
              <a:t>To 31 Aug 2026</a:t>
            </a:r>
          </a:p>
        </p:txBody>
      </p:sp>
      <p:sp>
        <p:nvSpPr>
          <p:cNvPr id="3" name="Slide Number Placeholder 2">
            <a:extLst>
              <a:ext uri="{FF2B5EF4-FFF2-40B4-BE49-F238E27FC236}">
                <a16:creationId xmlns:a16="http://schemas.microsoft.com/office/drawing/2014/main" id="{09513A57-2AA8-961E-4C14-D905F829E83C}"/>
              </a:ext>
            </a:extLst>
          </p:cNvPr>
          <p:cNvSpPr>
            <a:spLocks noGrp="1"/>
          </p:cNvSpPr>
          <p:nvPr>
            <p:ph type="sldNum" sz="quarter" idx="10"/>
          </p:nvPr>
        </p:nvSpPr>
        <p:spPr/>
        <p:txBody>
          <a:bodyPr/>
          <a:lstStyle/>
          <a:p>
            <a:fld id="{4AF1CB10-4EE0-4482-BBF6-B71BD01DA370}" type="slidenum">
              <a:rPr lang="en-US" smtClean="0"/>
              <a:pPr/>
              <a:t>22</a:t>
            </a:fld>
            <a:endParaRPr lang="en-US"/>
          </a:p>
        </p:txBody>
      </p:sp>
    </p:spTree>
    <p:extLst>
      <p:ext uri="{BB962C8B-B14F-4D97-AF65-F5344CB8AC3E}">
        <p14:creationId xmlns:p14="http://schemas.microsoft.com/office/powerpoint/2010/main" val="19872757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2D940-B594-0CFE-9451-6C479842864C}"/>
            </a:ext>
          </a:extLst>
        </p:cNvPr>
        <p:cNvGrpSpPr/>
        <p:nvPr/>
      </p:nvGrpSpPr>
      <p:grpSpPr>
        <a:xfrm>
          <a:off x="0" y="0"/>
          <a:ext cx="0" cy="0"/>
          <a:chOff x="0" y="0"/>
          <a:chExt cx="0" cy="0"/>
        </a:xfrm>
      </p:grpSpPr>
      <p:sp>
        <p:nvSpPr>
          <p:cNvPr id="21" name="Title 1">
            <a:extLst>
              <a:ext uri="{FF2B5EF4-FFF2-40B4-BE49-F238E27FC236}">
                <a16:creationId xmlns:a16="http://schemas.microsoft.com/office/drawing/2014/main" id="{2DE8B18D-841A-6F92-4C09-C65E8B84122D}"/>
              </a:ext>
            </a:extLst>
          </p:cNvPr>
          <p:cNvSpPr>
            <a:spLocks noGrp="1"/>
          </p:cNvSpPr>
          <p:nvPr>
            <p:ph type="title"/>
          </p:nvPr>
        </p:nvSpPr>
        <p:spPr/>
        <p:txBody>
          <a:bodyPr/>
          <a:lstStyle/>
          <a:p>
            <a:r>
              <a:rPr lang="en-US"/>
              <a:t>IT &amp; Security (Will)</a:t>
            </a:r>
          </a:p>
        </p:txBody>
      </p:sp>
      <p:sp>
        <p:nvSpPr>
          <p:cNvPr id="17" name="Content Placeholder 16">
            <a:extLst>
              <a:ext uri="{FF2B5EF4-FFF2-40B4-BE49-F238E27FC236}">
                <a16:creationId xmlns:a16="http://schemas.microsoft.com/office/drawing/2014/main" id="{B5CD3759-9775-815A-BD84-C9ACC3A6E025}"/>
              </a:ext>
            </a:extLst>
          </p:cNvPr>
          <p:cNvSpPr>
            <a:spLocks noGrp="1"/>
          </p:cNvSpPr>
          <p:nvPr>
            <p:ph idx="1"/>
          </p:nvPr>
        </p:nvSpPr>
        <p:spPr>
          <a:xfrm>
            <a:off x="510540" y="936624"/>
            <a:ext cx="11170919" cy="5042262"/>
          </a:xfrm>
        </p:spPr>
        <p:txBody>
          <a:bodyPr vert="horz" lIns="91440" tIns="45720" rIns="91440" bIns="45720" rtlCol="0" anchor="t">
            <a:noAutofit/>
          </a:bodyPr>
          <a:lstStyle/>
          <a:p>
            <a:pPr marL="0" marR="0" lvl="0" indent="0" algn="l" defTabSz="914400" rtl="0" eaLnBrk="1" fontAlgn="auto" latinLnBrk="0" hangingPunct="1">
              <a:lnSpc>
                <a:spcPct val="100000"/>
              </a:lnSpc>
              <a:spcBef>
                <a:spcPts val="1800"/>
              </a:spcBef>
              <a:spcAft>
                <a:spcPts val="1000"/>
              </a:spcAft>
              <a:buClr>
                <a:srgbClr val="101010"/>
              </a:buClr>
              <a:buSzPts val="1000"/>
              <a:buFontTx/>
              <a:buNone/>
              <a:tabLst/>
              <a:defRPr/>
            </a:pPr>
            <a:r>
              <a:rPr kumimoji="0" lang="en-US" sz="1400" b="0" i="0" u="none" strike="noStrike" kern="1200" cap="none" spc="0" normalizeH="0" baseline="0" noProof="0">
                <a:ln>
                  <a:noFill/>
                </a:ln>
                <a:solidFill>
                  <a:srgbClr val="7D7AE8"/>
                </a:solidFill>
                <a:effectLst/>
                <a:uLnTx/>
                <a:uFillTx/>
                <a:latin typeface="Arial"/>
                <a:ea typeface="+mn-ea"/>
                <a:cs typeface="+mn-cs"/>
                <a:sym typeface="Montserrat"/>
              </a:rPr>
              <a:t>Objectives:</a:t>
            </a:r>
          </a:p>
          <a:p>
            <a:pPr marL="228600" marR="0" lvl="0" indent="-228600" algn="l" defTabSz="914400" rtl="0" eaLnBrk="1" fontAlgn="auto" latinLnBrk="0" hangingPunct="1">
              <a:lnSpc>
                <a:spcPct val="100000"/>
              </a:lnSpc>
              <a:spcBef>
                <a:spcPts val="0"/>
              </a:spcBef>
              <a:spcAft>
                <a:spcPts val="600"/>
              </a:spcAft>
              <a:buClr>
                <a:srgbClr val="101010"/>
              </a:buClr>
              <a:buSzPts val="1000"/>
              <a:buAutoNum type="arabicPeriod"/>
              <a:tabLst/>
              <a:defRPr/>
            </a:pPr>
            <a:r>
              <a:rPr kumimoji="0" lang="en-US" sz="1200" b="0" i="0" u="none" strike="noStrike" kern="1200" cap="none" spc="0" normalizeH="0" baseline="0" noProof="0">
                <a:ln>
                  <a:noFill/>
                </a:ln>
                <a:solidFill>
                  <a:srgbClr val="101010"/>
                </a:solidFill>
                <a:effectLst/>
                <a:uLnTx/>
                <a:uFillTx/>
                <a:latin typeface="Arial"/>
                <a:ea typeface="+mn-ea"/>
                <a:cs typeface="+mn-cs"/>
                <a:sym typeface="Montserrat"/>
              </a:rPr>
              <a:t>Ensure </a:t>
            </a:r>
            <a:r>
              <a:rPr lang="en-US" sz="1200" err="1">
                <a:solidFill>
                  <a:srgbClr val="101010"/>
                </a:solidFill>
                <a:latin typeface="Arial"/>
                <a:sym typeface="Montserrat"/>
              </a:rPr>
              <a:t>Aptum's</a:t>
            </a:r>
            <a:r>
              <a:rPr kumimoji="0" lang="en-US" sz="1200" b="0" i="0" u="none" strike="noStrike" kern="1200" cap="none" spc="0" normalizeH="0" baseline="0" noProof="0">
                <a:ln>
                  <a:noFill/>
                </a:ln>
                <a:solidFill>
                  <a:srgbClr val="101010"/>
                </a:solidFill>
                <a:effectLst/>
                <a:uLnTx/>
                <a:uFillTx/>
                <a:latin typeface="Arial"/>
                <a:ea typeface="+mn-ea"/>
                <a:cs typeface="+mn-cs"/>
                <a:sym typeface="Montserrat"/>
              </a:rPr>
              <a:t> infrastructure remains secure, compliant, and aligned with regulatory and industry standards.</a:t>
            </a:r>
            <a:endParaRPr lang="en-US" sz="1200" b="0" i="0" u="none" strike="noStrike" kern="1200" cap="none" spc="0" normalizeH="0" baseline="0" noProof="0">
              <a:ln>
                <a:noFill/>
              </a:ln>
              <a:solidFill>
                <a:srgbClr val="101010"/>
              </a:solidFill>
              <a:effectLst/>
              <a:uLnTx/>
              <a:uFillTx/>
              <a:latin typeface="Arial"/>
              <a:cs typeface="Arial"/>
            </a:endParaRPr>
          </a:p>
          <a:p>
            <a:pPr marL="228600" indent="-228600">
              <a:spcBef>
                <a:spcPts val="0"/>
              </a:spcBef>
              <a:buClr>
                <a:srgbClr val="101010"/>
              </a:buClr>
              <a:buSzPts val="1000"/>
              <a:buAutoNum type="arabicPeriod"/>
              <a:defRPr/>
            </a:pPr>
            <a:r>
              <a:rPr lang="en-US" sz="1200">
                <a:solidFill>
                  <a:srgbClr val="101010"/>
                </a:solidFill>
                <a:latin typeface="Arial"/>
                <a:sym typeface="Montserrat"/>
              </a:rPr>
              <a:t>Minimize</a:t>
            </a:r>
            <a:r>
              <a:rPr kumimoji="0" lang="en-US" sz="1200" b="0" i="0" u="none" strike="noStrike" kern="1200" cap="none" spc="0" normalizeH="0" baseline="0" noProof="0">
                <a:ln>
                  <a:noFill/>
                </a:ln>
                <a:solidFill>
                  <a:srgbClr val="101010"/>
                </a:solidFill>
                <a:effectLst/>
                <a:uLnTx/>
                <a:uFillTx/>
                <a:latin typeface="Arial"/>
                <a:ea typeface="+mn-ea"/>
                <a:cs typeface="+mn-cs"/>
                <a:sym typeface="Montserrat"/>
              </a:rPr>
              <a:t> technical debt and enhance </a:t>
            </a:r>
            <a:r>
              <a:rPr lang="en-US" sz="1200">
                <a:solidFill>
                  <a:srgbClr val="101010"/>
                </a:solidFill>
                <a:latin typeface="Arial"/>
                <a:sym typeface="Montserrat"/>
              </a:rPr>
              <a:t>operational and architectural</a:t>
            </a:r>
            <a:r>
              <a:rPr kumimoji="0" lang="en-US" sz="1200" b="0" i="0" u="none" strike="noStrike" kern="1200" cap="none" spc="0" normalizeH="0" baseline="0" noProof="0">
                <a:ln>
                  <a:noFill/>
                </a:ln>
                <a:solidFill>
                  <a:srgbClr val="101010"/>
                </a:solidFill>
                <a:effectLst/>
                <a:uLnTx/>
                <a:uFillTx/>
                <a:latin typeface="Arial"/>
                <a:ea typeface="+mn-ea"/>
                <a:cs typeface="+mn-cs"/>
                <a:sym typeface="Montserrat"/>
              </a:rPr>
              <a:t> efficiency.</a:t>
            </a:r>
            <a:endParaRPr lang="en-US" sz="1200" b="0" i="0" u="none" strike="noStrike" kern="1200" cap="none" spc="0" normalizeH="0" baseline="0" noProof="0">
              <a:ln>
                <a:noFill/>
              </a:ln>
              <a:solidFill>
                <a:srgbClr val="101010"/>
              </a:solidFill>
              <a:effectLst/>
              <a:uLnTx/>
              <a:uFillTx/>
              <a:latin typeface="Arial"/>
              <a:cs typeface="Arial"/>
            </a:endParaRPr>
          </a:p>
          <a:p>
            <a:pPr marL="228600" indent="-228600">
              <a:spcBef>
                <a:spcPts val="0"/>
              </a:spcBef>
              <a:buClr>
                <a:srgbClr val="101010"/>
              </a:buClr>
              <a:buSzPts val="1000"/>
              <a:buAutoNum type="arabicPeriod"/>
              <a:defRPr/>
            </a:pPr>
            <a:r>
              <a:rPr lang="en-US" sz="1200">
                <a:solidFill>
                  <a:srgbClr val="101010"/>
                </a:solidFill>
                <a:latin typeface="Arial"/>
                <a:sym typeface="Montserrat"/>
              </a:rPr>
              <a:t>Ensure</a:t>
            </a:r>
            <a:r>
              <a:rPr kumimoji="0" lang="en-US" sz="1200" b="0" i="0" u="none" strike="noStrike" kern="1200" cap="none" spc="0" normalizeH="0" baseline="0" noProof="0">
                <a:ln>
                  <a:noFill/>
                </a:ln>
                <a:solidFill>
                  <a:srgbClr val="101010"/>
                </a:solidFill>
                <a:effectLst/>
                <a:uLnTx/>
                <a:uFillTx/>
                <a:latin typeface="Arial"/>
                <a:ea typeface="+mn-ea"/>
                <a:cs typeface="+mn-cs"/>
                <a:sym typeface="Montserrat"/>
              </a:rPr>
              <a:t> the IT budget </a:t>
            </a:r>
            <a:r>
              <a:rPr lang="en-US" sz="1200">
                <a:solidFill>
                  <a:srgbClr val="101010"/>
                </a:solidFill>
                <a:latin typeface="Arial"/>
                <a:sym typeface="Montserrat"/>
              </a:rPr>
              <a:t>is visible</a:t>
            </a:r>
            <a:r>
              <a:rPr kumimoji="0" lang="en-US" sz="1200" b="0" i="0" u="none" strike="noStrike" kern="1200" cap="none" spc="0" normalizeH="0" baseline="0" noProof="0">
                <a:ln>
                  <a:noFill/>
                </a:ln>
                <a:solidFill>
                  <a:srgbClr val="101010"/>
                </a:solidFill>
                <a:effectLst/>
                <a:uLnTx/>
                <a:uFillTx/>
                <a:latin typeface="Arial"/>
                <a:ea typeface="+mn-ea"/>
                <a:cs typeface="+mn-cs"/>
                <a:sym typeface="Montserrat"/>
              </a:rPr>
              <a:t> and aligned with strategic goals.</a:t>
            </a:r>
            <a:endParaRPr lang="en-US" sz="1200" b="0" i="0" u="none" strike="noStrike" kern="1200" cap="none" spc="0" normalizeH="0" baseline="0" noProof="0">
              <a:ln>
                <a:noFill/>
              </a:ln>
              <a:solidFill>
                <a:srgbClr val="101010"/>
              </a:solidFill>
              <a:effectLst/>
              <a:uLnTx/>
              <a:uFillTx/>
              <a:latin typeface="Arial"/>
              <a:cs typeface="Arial"/>
            </a:endParaRPr>
          </a:p>
          <a:p>
            <a:pPr marR="0" lvl="0" algn="l" defTabSz="914400" rtl="0" eaLnBrk="1" fontAlgn="auto" latinLnBrk="0" hangingPunct="1">
              <a:lnSpc>
                <a:spcPct val="100000"/>
              </a:lnSpc>
              <a:spcBef>
                <a:spcPts val="1800"/>
              </a:spcBef>
              <a:spcAft>
                <a:spcPts val="1000"/>
              </a:spcAft>
              <a:buClr>
                <a:srgbClr val="101010"/>
              </a:buClr>
              <a:buSzPts val="1000"/>
              <a:tabLst/>
              <a:defRPr/>
            </a:pPr>
            <a:r>
              <a:rPr kumimoji="0" lang="en-US" sz="1400" b="0" i="0" u="none" strike="noStrike" kern="1200" cap="none" spc="0" normalizeH="0" baseline="0" noProof="0">
                <a:ln>
                  <a:noFill/>
                </a:ln>
                <a:solidFill>
                  <a:srgbClr val="7D7AE8"/>
                </a:solidFill>
                <a:effectLst/>
                <a:uLnTx/>
                <a:uFillTx/>
                <a:latin typeface="Arial"/>
                <a:ea typeface="+mn-ea"/>
                <a:cs typeface="+mn-cs"/>
                <a:sym typeface="Montserrat"/>
              </a:rPr>
              <a:t>Key Results:</a:t>
            </a:r>
            <a:endParaRPr lang="en-US" sz="1400" b="0" i="0" u="none" strike="noStrike" kern="1200" cap="none" spc="0" normalizeH="0" baseline="0" noProof="0">
              <a:ln>
                <a:noFill/>
              </a:ln>
              <a:solidFill>
                <a:srgbClr val="7D7AE8"/>
              </a:solidFill>
              <a:effectLst/>
              <a:uLnTx/>
              <a:uFillTx/>
              <a:latin typeface="Arial"/>
              <a:cs typeface="Arial"/>
            </a:endParaRPr>
          </a:p>
          <a:p>
            <a:pPr marL="182880" indent="-182880">
              <a:spcBef>
                <a:spcPts val="0"/>
              </a:spcBef>
              <a:buClr>
                <a:srgbClr val="101010"/>
              </a:buClr>
              <a:buSzPts val="1000"/>
              <a:buFont typeface="Arial"/>
              <a:buAutoNum type="arabicPeriod"/>
              <a:defRPr/>
            </a:pPr>
            <a:r>
              <a:rPr lang="en-US" sz="1200">
                <a:solidFill>
                  <a:srgbClr val="101010"/>
                </a:solidFill>
                <a:latin typeface="Arial"/>
                <a:sym typeface="Montserrat"/>
              </a:rPr>
              <a:t>Security awareness goals &gt;80%.</a:t>
            </a:r>
            <a:endParaRPr lang="en-US" sz="1200">
              <a:solidFill>
                <a:srgbClr val="101010"/>
              </a:solidFill>
              <a:latin typeface="Arial"/>
              <a:cs typeface="Arial"/>
            </a:endParaRPr>
          </a:p>
          <a:p>
            <a:pPr marL="182880" indent="-182880">
              <a:spcBef>
                <a:spcPts val="0"/>
              </a:spcBef>
              <a:buClr>
                <a:srgbClr val="101010"/>
              </a:buClr>
              <a:buSzPts val="1000"/>
              <a:buAutoNum type="arabicPeriod"/>
              <a:defRPr/>
            </a:pPr>
            <a:r>
              <a:rPr lang="en-US" sz="1200">
                <a:solidFill>
                  <a:srgbClr val="101010"/>
                </a:solidFill>
                <a:latin typeface="Arial"/>
                <a:cs typeface="Arial"/>
              </a:rPr>
              <a:t>At least 100 legacy end-of-life operating systems upgraded or retired.</a:t>
            </a:r>
            <a:endParaRPr lang="en-US" sz="1200">
              <a:solidFill>
                <a:srgbClr val="101010"/>
              </a:solidFill>
              <a:latin typeface="Arial"/>
              <a:sym typeface="Montserrat"/>
            </a:endParaRPr>
          </a:p>
          <a:p>
            <a:pPr marL="182880" indent="-182880">
              <a:spcBef>
                <a:spcPts val="0"/>
              </a:spcBef>
              <a:buClr>
                <a:srgbClr val="101010"/>
              </a:buClr>
              <a:buSzPts val="1000"/>
              <a:buAutoNum type="arabicPeriod"/>
              <a:defRPr/>
            </a:pPr>
            <a:r>
              <a:rPr lang="en-US" sz="1200">
                <a:solidFill>
                  <a:srgbClr val="101010"/>
                </a:solidFill>
                <a:latin typeface="Arial"/>
                <a:cs typeface="Arial"/>
              </a:rPr>
              <a:t>We have mapped 100% of the business functionality used to deliver our existing products and services.</a:t>
            </a:r>
            <a:endParaRPr lang="en-US" sz="1200">
              <a:solidFill>
                <a:srgbClr val="101010"/>
              </a:solidFill>
              <a:latin typeface="Arial"/>
              <a:sym typeface="Montserrat"/>
            </a:endParaRPr>
          </a:p>
          <a:p>
            <a:pPr marR="0" lvl="0" algn="l" defTabSz="914400" rtl="0">
              <a:lnSpc>
                <a:spcPct val="100000"/>
              </a:lnSpc>
              <a:spcBef>
                <a:spcPts val="1800"/>
              </a:spcBef>
              <a:spcAft>
                <a:spcPts val="1000"/>
              </a:spcAft>
              <a:buSzPts val="1000"/>
              <a:tabLst/>
              <a:defRPr/>
            </a:pPr>
            <a:r>
              <a:rPr lang="en-US" sz="1400">
                <a:solidFill>
                  <a:srgbClr val="7D7AE8"/>
                </a:solidFill>
                <a:latin typeface="Arial"/>
                <a:sym typeface="Montserrat"/>
              </a:rPr>
              <a:t>Activities</a:t>
            </a:r>
            <a:r>
              <a:rPr kumimoji="0" lang="en-US" sz="1400" b="0" i="0" u="none" strike="noStrike" kern="1200" cap="none" spc="0" normalizeH="0" baseline="0" noProof="0">
                <a:ln>
                  <a:noFill/>
                </a:ln>
                <a:solidFill>
                  <a:srgbClr val="7D7AE8"/>
                </a:solidFill>
                <a:effectLst/>
                <a:uLnTx/>
                <a:uFillTx/>
                <a:latin typeface="Arial"/>
                <a:ea typeface="+mn-ea"/>
                <a:cs typeface="+mn-cs"/>
                <a:sym typeface="Montserrat"/>
              </a:rPr>
              <a:t>:</a:t>
            </a:r>
            <a:endParaRPr lang="en-US" sz="1400" b="0" i="0" u="none" strike="noStrike" kern="1200" cap="none" spc="0" normalizeH="0" baseline="0" noProof="0">
              <a:ln>
                <a:noFill/>
              </a:ln>
              <a:solidFill>
                <a:srgbClr val="7D7AE8"/>
              </a:solidFill>
              <a:effectLst/>
              <a:uLnTx/>
              <a:uFillTx/>
              <a:latin typeface="Arial"/>
              <a:cs typeface="Arial"/>
            </a:endParaRPr>
          </a:p>
          <a:p>
            <a:pPr marL="182880" indent="-182880">
              <a:spcBef>
                <a:spcPts val="0"/>
              </a:spcBef>
              <a:buClr>
                <a:srgbClr val="101010"/>
              </a:buClr>
              <a:buSzPts val="1000"/>
              <a:buFont typeface="+mj-lt"/>
              <a:buAutoNum type="arabicPeriod"/>
              <a:defRPr/>
            </a:pPr>
            <a:r>
              <a:rPr lang="en-US" sz="1200">
                <a:solidFill>
                  <a:srgbClr val="101010"/>
                </a:solidFill>
                <a:latin typeface="Arial"/>
                <a:cs typeface="Arial"/>
              </a:rPr>
              <a:t>Promote ongoing security awareness by delivering continuous training and ensuring documentation is readily available.</a:t>
            </a:r>
          </a:p>
          <a:p>
            <a:pPr marL="182880" indent="-182880">
              <a:spcBef>
                <a:spcPts val="0"/>
              </a:spcBef>
              <a:buClr>
                <a:srgbClr val="101010"/>
              </a:buClr>
              <a:buSzPts val="1000"/>
              <a:buAutoNum type="arabicPeriod"/>
              <a:defRPr/>
            </a:pPr>
            <a:r>
              <a:rPr lang="en-US" sz="1200">
                <a:solidFill>
                  <a:srgbClr val="101010"/>
                </a:solidFill>
                <a:latin typeface="Arial"/>
                <a:cs typeface="Arial"/>
              </a:rPr>
              <a:t>Upgrading and/or retiring legacy end-of-life operating systems (approximately 600 in total).</a:t>
            </a:r>
          </a:p>
          <a:p>
            <a:pPr marL="182880" indent="-182880">
              <a:spcBef>
                <a:spcPts val="0"/>
              </a:spcBef>
              <a:buClr>
                <a:srgbClr val="101010"/>
              </a:buClr>
              <a:buSzPts val="1000"/>
              <a:buAutoNum type="arabicPeriod"/>
              <a:defRPr/>
            </a:pPr>
            <a:r>
              <a:rPr lang="en-US" sz="1200">
                <a:solidFill>
                  <a:srgbClr val="101010"/>
                </a:solidFill>
                <a:latin typeface="Arial"/>
                <a:cs typeface="Arial"/>
              </a:rPr>
              <a:t>Establish a dependency graph of the systems that the business functionality/process depends on which IT support/maintain.</a:t>
            </a:r>
          </a:p>
          <a:p>
            <a:pPr marL="182880" indent="-182880">
              <a:spcBef>
                <a:spcPts val="0"/>
              </a:spcBef>
              <a:buClr>
                <a:srgbClr val="101010"/>
              </a:buClr>
              <a:buSzPts val="1000"/>
              <a:buAutoNum type="arabicPeriod"/>
              <a:defRPr/>
            </a:pPr>
            <a:endParaRPr lang="en-US" sz="1200">
              <a:solidFill>
                <a:srgbClr val="101010"/>
              </a:solidFill>
              <a:latin typeface="Arial"/>
              <a:cs typeface="Arial"/>
            </a:endParaRPr>
          </a:p>
        </p:txBody>
      </p:sp>
    </p:spTree>
    <p:extLst>
      <p:ext uri="{BB962C8B-B14F-4D97-AF65-F5344CB8AC3E}">
        <p14:creationId xmlns:p14="http://schemas.microsoft.com/office/powerpoint/2010/main" val="6937601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7BC0B-2830-ABC7-D8ED-5E2BCA12A268}"/>
            </a:ext>
          </a:extLst>
        </p:cNvPr>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565992BA-EC1B-8D73-A9AB-57CEA89E1ACE}"/>
              </a:ext>
            </a:extLst>
          </p:cNvPr>
          <p:cNvGraphicFramePr/>
          <p:nvPr/>
        </p:nvGraphicFramePr>
        <p:xfrm>
          <a:off x="482259" y="-1471635"/>
          <a:ext cx="11376659" cy="66232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F2CA5491-88B1-1F90-0C5D-5E42D3FE3B9F}"/>
              </a:ext>
            </a:extLst>
          </p:cNvPr>
          <p:cNvSpPr>
            <a:spLocks noGrp="1"/>
          </p:cNvSpPr>
          <p:nvPr>
            <p:ph type="title"/>
          </p:nvPr>
        </p:nvSpPr>
        <p:spPr>
          <a:xfrm>
            <a:off x="482259" y="192477"/>
            <a:ext cx="11170919" cy="731520"/>
          </a:xfrm>
        </p:spPr>
        <p:txBody>
          <a:bodyPr/>
          <a:lstStyle/>
          <a:p>
            <a:r>
              <a:rPr lang="en-GB">
                <a:solidFill>
                  <a:srgbClr val="7D7AE8"/>
                </a:solidFill>
                <a:latin typeface="Geist"/>
              </a:rPr>
              <a:t>Roadmap milestones</a:t>
            </a:r>
          </a:p>
        </p:txBody>
      </p:sp>
      <p:sp>
        <p:nvSpPr>
          <p:cNvPr id="7" name="TextBox 6">
            <a:extLst>
              <a:ext uri="{FF2B5EF4-FFF2-40B4-BE49-F238E27FC236}">
                <a16:creationId xmlns:a16="http://schemas.microsoft.com/office/drawing/2014/main" id="{91F812D1-3191-3916-EA69-F51BF0F60737}"/>
              </a:ext>
            </a:extLst>
          </p:cNvPr>
          <p:cNvSpPr txBox="1"/>
          <p:nvPr/>
        </p:nvSpPr>
        <p:spPr>
          <a:xfrm>
            <a:off x="482259" y="2995403"/>
            <a:ext cx="2654709" cy="1928670"/>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000">
                <a:cs typeface="Arial"/>
              </a:rPr>
              <a:t>Finish removing </a:t>
            </a:r>
            <a:r>
              <a:rPr lang="en-CA" sz="1000" err="1">
                <a:cs typeface="Arial"/>
              </a:rPr>
              <a:t>ESXi</a:t>
            </a:r>
            <a:r>
              <a:rPr lang="en-CA" sz="1000">
                <a:cs typeface="Arial"/>
              </a:rPr>
              <a:t> hosts from IT use</a:t>
            </a:r>
          </a:p>
          <a:p>
            <a:pPr marL="227965" indent="-227965">
              <a:spcAft>
                <a:spcPts val="600"/>
              </a:spcAft>
              <a:buClr>
                <a:srgbClr val="7D7AE8"/>
              </a:buClr>
              <a:buFont typeface="Arial" panose="020B0604020202020204" pitchFamily="34" charset="0"/>
              <a:buChar char="•"/>
            </a:pPr>
            <a:r>
              <a:rPr lang="en-CA" sz="1000">
                <a:cs typeface="Arial"/>
              </a:rPr>
              <a:t>Laptops: Windows 10 &gt; Windows 11</a:t>
            </a:r>
          </a:p>
          <a:p>
            <a:pPr marL="227965" indent="-227965">
              <a:spcAft>
                <a:spcPts val="600"/>
              </a:spcAft>
              <a:buClr>
                <a:srgbClr val="7D7AE8"/>
              </a:buClr>
              <a:buFont typeface="Arial" panose="020B0604020202020204" pitchFamily="34" charset="0"/>
              <a:buChar char="•"/>
            </a:pPr>
            <a:r>
              <a:rPr lang="en-CA" sz="1000">
                <a:cs typeface="Arial"/>
              </a:rPr>
              <a:t>Upgrading </a:t>
            </a:r>
            <a:r>
              <a:rPr lang="en-CA" sz="1000" err="1">
                <a:cs typeface="Arial"/>
              </a:rPr>
              <a:t>SaltStack</a:t>
            </a:r>
            <a:r>
              <a:rPr lang="en-CA" sz="1000">
                <a:cs typeface="Arial"/>
              </a:rPr>
              <a:t> (response to CVE)</a:t>
            </a:r>
          </a:p>
          <a:p>
            <a:pPr marL="227965" indent="-227965">
              <a:spcAft>
                <a:spcPts val="600"/>
              </a:spcAft>
              <a:buClr>
                <a:srgbClr val="7D7AE8"/>
              </a:buClr>
              <a:buFont typeface="Arial" panose="020B0604020202020204" pitchFamily="34" charset="0"/>
              <a:buChar char="•"/>
            </a:pPr>
            <a:r>
              <a:rPr lang="en-CA" sz="1000">
                <a:cs typeface="Arial"/>
              </a:rPr>
              <a:t>New Abuse process delivered by Security</a:t>
            </a:r>
          </a:p>
          <a:p>
            <a:pPr marL="227965" indent="-227965">
              <a:spcAft>
                <a:spcPts val="600"/>
              </a:spcAft>
              <a:buClr>
                <a:srgbClr val="7D7AE8"/>
              </a:buClr>
              <a:buFont typeface="Arial" panose="020B0604020202020204" pitchFamily="34" charset="0"/>
              <a:buChar char="•"/>
            </a:pPr>
            <a:r>
              <a:rPr lang="en-CA" sz="1000">
                <a:cs typeface="Arial"/>
              </a:rPr>
              <a:t>Information Asset Risk Register annual review</a:t>
            </a:r>
            <a:endParaRPr lang="en-CA" sz="1000" b="0" i="0" u="none" strike="noStrike" kern="1200" cap="none" spc="0" normalizeH="0" baseline="0" noProof="0">
              <a:ln>
                <a:noFill/>
              </a:ln>
              <a:effectLst/>
              <a:uLnTx/>
              <a:uFillTx/>
              <a:cs typeface="Arial"/>
            </a:endParaRPr>
          </a:p>
          <a:p>
            <a:pPr marL="227965" indent="-227965">
              <a:spcAft>
                <a:spcPts val="600"/>
              </a:spcAft>
              <a:buClr>
                <a:srgbClr val="7D7AE8"/>
              </a:buClr>
              <a:buFont typeface="Arial" panose="020B0604020202020204" pitchFamily="34" charset="0"/>
              <a:buChar char="•"/>
            </a:pPr>
            <a:endParaRPr lang="en-GB" sz="1000">
              <a:solidFill>
                <a:srgbClr val="101010"/>
              </a:solidFill>
              <a:cs typeface="Arial"/>
            </a:endParaRPr>
          </a:p>
          <a:p>
            <a:pPr marL="227965" indent="-227965">
              <a:buFont typeface="Arial" panose="020B0604020202020204" pitchFamily="34" charset="0"/>
              <a:buChar char="•"/>
            </a:pPr>
            <a:endParaRPr lang="en-GB" sz="933">
              <a:solidFill>
                <a:schemeClr val="bg1">
                  <a:lumMod val="75000"/>
                </a:schemeClr>
              </a:solidFill>
              <a:cs typeface="Arial"/>
            </a:endParaRPr>
          </a:p>
        </p:txBody>
      </p:sp>
      <p:sp>
        <p:nvSpPr>
          <p:cNvPr id="8" name="TextBox 7">
            <a:extLst>
              <a:ext uri="{FF2B5EF4-FFF2-40B4-BE49-F238E27FC236}">
                <a16:creationId xmlns:a16="http://schemas.microsoft.com/office/drawing/2014/main" id="{77428299-BB15-15BD-E31E-9AFB872F0B77}"/>
              </a:ext>
            </a:extLst>
          </p:cNvPr>
          <p:cNvSpPr txBox="1"/>
          <p:nvPr/>
        </p:nvSpPr>
        <p:spPr>
          <a:xfrm>
            <a:off x="3364114" y="2995404"/>
            <a:ext cx="2654709" cy="1477328"/>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000">
                <a:cs typeface="Arial"/>
              </a:rPr>
              <a:t>Start mapping business system requirements</a:t>
            </a:r>
          </a:p>
          <a:p>
            <a:pPr marL="227965" indent="-227965">
              <a:spcAft>
                <a:spcPts val="600"/>
              </a:spcAft>
              <a:buClr>
                <a:srgbClr val="7D7AE8"/>
              </a:buClr>
              <a:buFont typeface="Arial" panose="020B0604020202020204" pitchFamily="34" charset="0"/>
              <a:buChar char="•"/>
            </a:pPr>
            <a:r>
              <a:rPr lang="en-CA" sz="1000">
                <a:cs typeface="Arial"/>
              </a:rPr>
              <a:t>Replace KnowBe4 (security training)</a:t>
            </a:r>
          </a:p>
          <a:p>
            <a:pPr marL="227965" indent="-227965">
              <a:spcAft>
                <a:spcPts val="600"/>
              </a:spcAft>
              <a:buClr>
                <a:srgbClr val="7D7AE8"/>
              </a:buClr>
              <a:buFont typeface="Arial" panose="020B0604020202020204" pitchFamily="34" charset="0"/>
              <a:buChar char="•"/>
            </a:pPr>
            <a:r>
              <a:rPr lang="en-CA" sz="1000">
                <a:cs typeface="Arial"/>
              </a:rPr>
              <a:t>Jira on-premises to Jira Cloud migration</a:t>
            </a:r>
          </a:p>
          <a:p>
            <a:pPr marL="227965" indent="-227965">
              <a:spcAft>
                <a:spcPts val="600"/>
              </a:spcAft>
              <a:buClr>
                <a:srgbClr val="7D7AE8"/>
              </a:buClr>
              <a:buFont typeface="Arial" panose="020B0604020202020204" pitchFamily="34" charset="0"/>
              <a:buChar char="•"/>
            </a:pPr>
            <a:r>
              <a:rPr lang="en-CA" sz="1000">
                <a:cs typeface="Arial"/>
              </a:rPr>
              <a:t>Move Abuse process to JSM</a:t>
            </a:r>
          </a:p>
          <a:p>
            <a:pPr marL="227965" indent="-227965">
              <a:buFont typeface="Arial" panose="020B0604020202020204" pitchFamily="34" charset="0"/>
              <a:buChar char="•"/>
            </a:pPr>
            <a:endParaRPr lang="en-US" sz="1000">
              <a:cs typeface="Arial"/>
            </a:endParaRPr>
          </a:p>
          <a:p>
            <a:pPr marL="227965" indent="-227965">
              <a:buFont typeface="Arial" panose="020B0604020202020204" pitchFamily="34" charset="0"/>
              <a:buChar char="•"/>
            </a:pPr>
            <a:endParaRPr lang="en-US" sz="1000">
              <a:cs typeface="Arial"/>
            </a:endParaRPr>
          </a:p>
        </p:txBody>
      </p:sp>
      <p:sp>
        <p:nvSpPr>
          <p:cNvPr id="9" name="TextBox 8">
            <a:extLst>
              <a:ext uri="{FF2B5EF4-FFF2-40B4-BE49-F238E27FC236}">
                <a16:creationId xmlns:a16="http://schemas.microsoft.com/office/drawing/2014/main" id="{5E72AC88-7AD1-346B-B3BC-0EA8752ADE40}"/>
              </a:ext>
            </a:extLst>
          </p:cNvPr>
          <p:cNvSpPr txBox="1"/>
          <p:nvPr/>
        </p:nvSpPr>
        <p:spPr>
          <a:xfrm>
            <a:off x="6207800" y="2983620"/>
            <a:ext cx="2654709" cy="1554272"/>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000">
                <a:cs typeface="Arial"/>
              </a:rPr>
              <a:t>Support monitoring platform re-evaluation / consolidation within </a:t>
            </a:r>
            <a:r>
              <a:rPr lang="en-CA" sz="1000" err="1">
                <a:cs typeface="Arial"/>
              </a:rPr>
              <a:t>Aptum</a:t>
            </a:r>
            <a:endParaRPr lang="en-CA" sz="1000">
              <a:cs typeface="Arial"/>
            </a:endParaRPr>
          </a:p>
          <a:p>
            <a:pPr marL="227965" indent="-227965">
              <a:spcAft>
                <a:spcPts val="600"/>
              </a:spcAft>
              <a:buClr>
                <a:srgbClr val="7D7AE8"/>
              </a:buClr>
              <a:buFont typeface="Arial" panose="020B0604020202020204" pitchFamily="34" charset="0"/>
              <a:buChar char="•"/>
            </a:pPr>
            <a:r>
              <a:rPr lang="en-CA" sz="1000">
                <a:cs typeface="Arial"/>
              </a:rPr>
              <a:t>Support Audit Season</a:t>
            </a:r>
          </a:p>
          <a:p>
            <a:pPr marL="227965" indent="-227965">
              <a:spcAft>
                <a:spcPts val="600"/>
              </a:spcAft>
              <a:buClr>
                <a:srgbClr val="7D7AE8"/>
              </a:buClr>
              <a:buFont typeface="Arial" panose="020B0604020202020204" pitchFamily="34" charset="0"/>
              <a:buChar char="•"/>
            </a:pPr>
            <a:r>
              <a:rPr lang="en-CA" sz="1000">
                <a:cs typeface="Arial"/>
              </a:rPr>
              <a:t>Bitbucket on-premises migration to another Git offering</a:t>
            </a:r>
          </a:p>
          <a:p>
            <a:pPr marL="227965" indent="-227965">
              <a:spcAft>
                <a:spcPts val="600"/>
              </a:spcAft>
              <a:buClr>
                <a:srgbClr val="7D7AE8"/>
              </a:buClr>
              <a:buFont typeface="Arial" panose="020B0604020202020204" pitchFamily="34" charset="0"/>
              <a:buChar char="•"/>
            </a:pPr>
            <a:r>
              <a:rPr lang="en-CA" sz="1000">
                <a:cs typeface="Arial"/>
              </a:rPr>
              <a:t>…</a:t>
            </a:r>
          </a:p>
          <a:p>
            <a:pPr marL="227965" indent="-227965">
              <a:spcBef>
                <a:spcPts val="600"/>
              </a:spcBef>
              <a:buFont typeface="Arial" panose="020B0604020202020204" pitchFamily="34" charset="0"/>
              <a:buChar char="•"/>
            </a:pPr>
            <a:endParaRPr lang="en-GB" sz="1000">
              <a:cs typeface="Arial"/>
            </a:endParaRPr>
          </a:p>
        </p:txBody>
      </p:sp>
      <p:sp>
        <p:nvSpPr>
          <p:cNvPr id="10" name="TextBox 9">
            <a:extLst>
              <a:ext uri="{FF2B5EF4-FFF2-40B4-BE49-F238E27FC236}">
                <a16:creationId xmlns:a16="http://schemas.microsoft.com/office/drawing/2014/main" id="{30FD84CE-DAA5-8B0A-2E5C-CAE793E2A34B}"/>
              </a:ext>
            </a:extLst>
          </p:cNvPr>
          <p:cNvSpPr txBox="1"/>
          <p:nvPr/>
        </p:nvSpPr>
        <p:spPr>
          <a:xfrm>
            <a:off x="9163571" y="2920357"/>
            <a:ext cx="2884324" cy="2549224"/>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000">
                <a:cs typeface="Arial"/>
              </a:rPr>
              <a:t>Support Audit Season</a:t>
            </a:r>
          </a:p>
          <a:p>
            <a:pPr marL="227965" indent="-227965">
              <a:spcAft>
                <a:spcPts val="600"/>
              </a:spcAft>
              <a:buClr>
                <a:srgbClr val="7D7AE8"/>
              </a:buClr>
              <a:buFont typeface="Arial" panose="020B0604020202020204" pitchFamily="34" charset="0"/>
              <a:buChar char="•"/>
            </a:pPr>
            <a:r>
              <a:rPr lang="en-CA" sz="1000">
                <a:cs typeface="Arial"/>
              </a:rPr>
              <a:t>Project 2 milestone D </a:t>
            </a:r>
          </a:p>
          <a:p>
            <a:pPr marL="227965" indent="-227965">
              <a:spcAft>
                <a:spcPts val="600"/>
              </a:spcAft>
              <a:buClr>
                <a:srgbClr val="7D7AE8"/>
              </a:buClr>
              <a:buFont typeface="Arial" panose="020B0604020202020204" pitchFamily="34" charset="0"/>
              <a:buChar char="•"/>
            </a:pPr>
            <a:r>
              <a:rPr lang="en-CA" sz="1000">
                <a:cs typeface="Arial"/>
              </a:rPr>
              <a:t>Project 3 milestone D</a:t>
            </a:r>
          </a:p>
          <a:p>
            <a:pPr marL="227965" indent="-227965">
              <a:spcAft>
                <a:spcPts val="600"/>
              </a:spcAft>
              <a:buClr>
                <a:srgbClr val="7D7AE8"/>
              </a:buClr>
              <a:buFont typeface="Arial" panose="020B0604020202020204" pitchFamily="34" charset="0"/>
              <a:buChar char="•"/>
            </a:pPr>
            <a:r>
              <a:rPr lang="en-CA" sz="1000">
                <a:cs typeface="Arial"/>
              </a:rPr>
              <a:t>…</a:t>
            </a:r>
          </a:p>
          <a:p>
            <a:pPr marL="227965" indent="-227965">
              <a:spcAft>
                <a:spcPts val="600"/>
              </a:spcAft>
              <a:buClr>
                <a:srgbClr val="7D7AE8"/>
              </a:buClr>
              <a:buFont typeface="Arial" panose="020B0604020202020204" pitchFamily="34" charset="0"/>
              <a:buChar char="•"/>
            </a:pPr>
            <a:endParaRPr lang="en-GB" sz="1000">
              <a:cs typeface="Arial"/>
            </a:endParaRPr>
          </a:p>
          <a:p>
            <a:pPr marL="227965" indent="-227965">
              <a:spcAft>
                <a:spcPts val="600"/>
              </a:spcAft>
              <a:buClr>
                <a:srgbClr val="7D7AE8"/>
              </a:buClr>
              <a:buFont typeface="Arial" panose="020B0604020202020204" pitchFamily="34" charset="0"/>
              <a:buChar char="•"/>
            </a:pPr>
            <a:endParaRPr lang="en-GB" sz="1000">
              <a:cs typeface="Arial"/>
            </a:endParaRPr>
          </a:p>
          <a:p>
            <a:pPr marL="227965" indent="-227965">
              <a:spcAft>
                <a:spcPts val="600"/>
              </a:spcAft>
              <a:buFont typeface="Arial" panose="020B0604020202020204" pitchFamily="34" charset="0"/>
              <a:buChar char="•"/>
            </a:pPr>
            <a:endParaRPr lang="en-GB" sz="1000">
              <a:cs typeface="Arial"/>
            </a:endParaRPr>
          </a:p>
          <a:p>
            <a:pPr marL="227965" indent="-227965">
              <a:spcAft>
                <a:spcPts val="1600"/>
              </a:spcAft>
              <a:buFont typeface="Arial" panose="020B0604020202020204" pitchFamily="34" charset="0"/>
              <a:buChar char="•"/>
            </a:pPr>
            <a:endParaRPr lang="en-GB" sz="933">
              <a:cs typeface="Arial"/>
            </a:endParaRPr>
          </a:p>
          <a:p>
            <a:pPr marL="227965" indent="-227965">
              <a:spcAft>
                <a:spcPts val="1600"/>
              </a:spcAft>
              <a:buFont typeface="Arial" panose="020B0604020202020204" pitchFamily="34" charset="0"/>
              <a:buChar char="•"/>
            </a:pPr>
            <a:endParaRPr lang="en-GB" sz="933">
              <a:cs typeface="Arial"/>
            </a:endParaRPr>
          </a:p>
          <a:p>
            <a:pPr marL="227965" indent="-227965">
              <a:spcAft>
                <a:spcPts val="1600"/>
              </a:spcAft>
              <a:buFont typeface="Arial" panose="020B0604020202020204" pitchFamily="34" charset="0"/>
              <a:buChar char="•"/>
            </a:pPr>
            <a:endParaRPr lang="en-GB" sz="933">
              <a:cs typeface="Arial"/>
            </a:endParaRPr>
          </a:p>
        </p:txBody>
      </p:sp>
      <p:sp>
        <p:nvSpPr>
          <p:cNvPr id="11" name="TextBox 10">
            <a:extLst>
              <a:ext uri="{FF2B5EF4-FFF2-40B4-BE49-F238E27FC236}">
                <a16:creationId xmlns:a16="http://schemas.microsoft.com/office/drawing/2014/main" id="{8E4D9CEA-3574-8DC8-8465-69AE6202400D}"/>
              </a:ext>
            </a:extLst>
          </p:cNvPr>
          <p:cNvSpPr txBox="1"/>
          <p:nvPr/>
        </p:nvSpPr>
        <p:spPr>
          <a:xfrm>
            <a:off x="905783" y="874780"/>
            <a:ext cx="1154483" cy="256545"/>
          </a:xfrm>
          <a:prstGeom prst="rect">
            <a:avLst/>
          </a:prstGeom>
          <a:noFill/>
        </p:spPr>
        <p:txBody>
          <a:bodyPr wrap="none" rtlCol="0">
            <a:spAutoFit/>
          </a:bodyPr>
          <a:lstStyle/>
          <a:p>
            <a:r>
              <a:rPr lang="en-GB" sz="1067"/>
              <a:t>To 30 Nov 2025</a:t>
            </a:r>
          </a:p>
        </p:txBody>
      </p:sp>
      <p:sp>
        <p:nvSpPr>
          <p:cNvPr id="12" name="TextBox 11">
            <a:extLst>
              <a:ext uri="{FF2B5EF4-FFF2-40B4-BE49-F238E27FC236}">
                <a16:creationId xmlns:a16="http://schemas.microsoft.com/office/drawing/2014/main" id="{0C597887-658E-2B36-36E7-00C76CCE8C8E}"/>
              </a:ext>
            </a:extLst>
          </p:cNvPr>
          <p:cNvSpPr txBox="1"/>
          <p:nvPr/>
        </p:nvSpPr>
        <p:spPr>
          <a:xfrm>
            <a:off x="3793190" y="874780"/>
            <a:ext cx="1144865" cy="256545"/>
          </a:xfrm>
          <a:prstGeom prst="rect">
            <a:avLst/>
          </a:prstGeom>
          <a:noFill/>
        </p:spPr>
        <p:txBody>
          <a:bodyPr wrap="none" rtlCol="0">
            <a:spAutoFit/>
          </a:bodyPr>
          <a:lstStyle/>
          <a:p>
            <a:r>
              <a:rPr lang="en-GB" sz="1067"/>
              <a:t>To 28 Feb 2026</a:t>
            </a:r>
          </a:p>
        </p:txBody>
      </p:sp>
      <p:sp>
        <p:nvSpPr>
          <p:cNvPr id="13" name="TextBox 12">
            <a:extLst>
              <a:ext uri="{FF2B5EF4-FFF2-40B4-BE49-F238E27FC236}">
                <a16:creationId xmlns:a16="http://schemas.microsoft.com/office/drawing/2014/main" id="{72823A02-0FED-BEBD-64EB-206463A75152}"/>
              </a:ext>
            </a:extLst>
          </p:cNvPr>
          <p:cNvSpPr txBox="1"/>
          <p:nvPr/>
        </p:nvSpPr>
        <p:spPr>
          <a:xfrm>
            <a:off x="6685660" y="959587"/>
            <a:ext cx="1168910" cy="256545"/>
          </a:xfrm>
          <a:prstGeom prst="rect">
            <a:avLst/>
          </a:prstGeom>
          <a:noFill/>
        </p:spPr>
        <p:txBody>
          <a:bodyPr wrap="none" rtlCol="0">
            <a:spAutoFit/>
          </a:bodyPr>
          <a:lstStyle/>
          <a:p>
            <a:r>
              <a:rPr lang="en-GB" sz="1067"/>
              <a:t>To 31 May 2026</a:t>
            </a:r>
          </a:p>
        </p:txBody>
      </p:sp>
      <p:sp>
        <p:nvSpPr>
          <p:cNvPr id="14" name="TextBox 13">
            <a:extLst>
              <a:ext uri="{FF2B5EF4-FFF2-40B4-BE49-F238E27FC236}">
                <a16:creationId xmlns:a16="http://schemas.microsoft.com/office/drawing/2014/main" id="{DB913243-5017-1073-EEE5-EF0C76EC5A2A}"/>
              </a:ext>
            </a:extLst>
          </p:cNvPr>
          <p:cNvSpPr txBox="1"/>
          <p:nvPr/>
        </p:nvSpPr>
        <p:spPr>
          <a:xfrm>
            <a:off x="9575995" y="959587"/>
            <a:ext cx="1152880" cy="256545"/>
          </a:xfrm>
          <a:prstGeom prst="rect">
            <a:avLst/>
          </a:prstGeom>
          <a:noFill/>
        </p:spPr>
        <p:txBody>
          <a:bodyPr wrap="none" rtlCol="0">
            <a:spAutoFit/>
          </a:bodyPr>
          <a:lstStyle/>
          <a:p>
            <a:r>
              <a:rPr lang="en-GB" sz="1067"/>
              <a:t>To 31 Aug 2026</a:t>
            </a:r>
          </a:p>
        </p:txBody>
      </p:sp>
      <p:sp>
        <p:nvSpPr>
          <p:cNvPr id="3" name="Slide Number Placeholder 2">
            <a:extLst>
              <a:ext uri="{FF2B5EF4-FFF2-40B4-BE49-F238E27FC236}">
                <a16:creationId xmlns:a16="http://schemas.microsoft.com/office/drawing/2014/main" id="{4CD34666-35DF-A1C2-B964-6EEC22FD0EA5}"/>
              </a:ext>
            </a:extLst>
          </p:cNvPr>
          <p:cNvSpPr>
            <a:spLocks noGrp="1"/>
          </p:cNvSpPr>
          <p:nvPr>
            <p:ph type="sldNum" sz="quarter" idx="10"/>
          </p:nvPr>
        </p:nvSpPr>
        <p:spPr/>
        <p:txBody>
          <a:bodyPr/>
          <a:lstStyle/>
          <a:p>
            <a:fld id="{4AF1CB10-4EE0-4482-BBF6-B71BD01DA370}" type="slidenum">
              <a:rPr lang="en-US" smtClean="0"/>
              <a:pPr/>
              <a:t>24</a:t>
            </a:fld>
            <a:endParaRPr lang="en-US"/>
          </a:p>
        </p:txBody>
      </p:sp>
    </p:spTree>
    <p:extLst>
      <p:ext uri="{BB962C8B-B14F-4D97-AF65-F5344CB8AC3E}">
        <p14:creationId xmlns:p14="http://schemas.microsoft.com/office/powerpoint/2010/main" val="14871399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2D940-B594-0CFE-9451-6C479842864C}"/>
            </a:ext>
          </a:extLst>
        </p:cNvPr>
        <p:cNvGrpSpPr/>
        <p:nvPr/>
      </p:nvGrpSpPr>
      <p:grpSpPr>
        <a:xfrm>
          <a:off x="0" y="0"/>
          <a:ext cx="0" cy="0"/>
          <a:chOff x="0" y="0"/>
          <a:chExt cx="0" cy="0"/>
        </a:xfrm>
      </p:grpSpPr>
      <p:sp>
        <p:nvSpPr>
          <p:cNvPr id="21" name="Title 1">
            <a:extLst>
              <a:ext uri="{FF2B5EF4-FFF2-40B4-BE49-F238E27FC236}">
                <a16:creationId xmlns:a16="http://schemas.microsoft.com/office/drawing/2014/main" id="{2DE8B18D-841A-6F92-4C09-C65E8B84122D}"/>
              </a:ext>
            </a:extLst>
          </p:cNvPr>
          <p:cNvSpPr>
            <a:spLocks noGrp="1"/>
          </p:cNvSpPr>
          <p:nvPr>
            <p:ph type="title"/>
          </p:nvPr>
        </p:nvSpPr>
        <p:spPr/>
        <p:txBody>
          <a:bodyPr/>
          <a:lstStyle/>
          <a:p>
            <a:r>
              <a:rPr lang="en-US"/>
              <a:t>Hosting (Martin)</a:t>
            </a:r>
          </a:p>
        </p:txBody>
      </p:sp>
      <p:sp>
        <p:nvSpPr>
          <p:cNvPr id="17" name="Content Placeholder 16">
            <a:extLst>
              <a:ext uri="{FF2B5EF4-FFF2-40B4-BE49-F238E27FC236}">
                <a16:creationId xmlns:a16="http://schemas.microsoft.com/office/drawing/2014/main" id="{B5CD3759-9775-815A-BD84-C9ACC3A6E025}"/>
              </a:ext>
            </a:extLst>
          </p:cNvPr>
          <p:cNvSpPr>
            <a:spLocks noGrp="1"/>
          </p:cNvSpPr>
          <p:nvPr>
            <p:ph idx="1"/>
          </p:nvPr>
        </p:nvSpPr>
        <p:spPr>
          <a:xfrm>
            <a:off x="510540" y="936623"/>
            <a:ext cx="11170919" cy="5111751"/>
          </a:xfrm>
        </p:spPr>
        <p:txBody>
          <a:bodyPr vert="horz" lIns="91440" tIns="45720" rIns="91440" bIns="45720" rtlCol="0" anchor="t">
            <a:noAutofit/>
          </a:bodyPr>
          <a:lstStyle/>
          <a:p>
            <a:pPr marL="0" marR="0" lvl="0" indent="0" algn="l" defTabSz="914400" rtl="0" eaLnBrk="1" fontAlgn="auto" latinLnBrk="0" hangingPunct="1">
              <a:lnSpc>
                <a:spcPct val="100000"/>
              </a:lnSpc>
              <a:spcBef>
                <a:spcPts val="1800"/>
              </a:spcBef>
              <a:spcAft>
                <a:spcPts val="1000"/>
              </a:spcAft>
              <a:buClr>
                <a:srgbClr val="101010"/>
              </a:buClr>
              <a:buSzPts val="1000"/>
              <a:buFontTx/>
              <a:buNone/>
              <a:tabLst/>
              <a:defRPr/>
            </a:pPr>
            <a:r>
              <a:rPr kumimoji="0" lang="en-US" sz="1400" b="0" i="0" u="none" strike="noStrike" kern="1200" cap="none" spc="0" normalizeH="0" baseline="0" noProof="0">
                <a:ln>
                  <a:noFill/>
                </a:ln>
                <a:solidFill>
                  <a:srgbClr val="7D7AE8"/>
                </a:solidFill>
                <a:effectLst/>
                <a:uLnTx/>
                <a:uFillTx/>
                <a:latin typeface="Arial"/>
                <a:ea typeface="+mn-ea"/>
                <a:cs typeface="+mn-cs"/>
                <a:sym typeface="Montserrat"/>
              </a:rPr>
              <a:t>Objectives:</a:t>
            </a:r>
          </a:p>
          <a:p>
            <a:pPr marL="228600" lvl="0" indent="-228600">
              <a:spcBef>
                <a:spcPts val="0"/>
              </a:spcBef>
              <a:buClr>
                <a:srgbClr val="101010"/>
              </a:buClr>
              <a:buSzPts val="1000"/>
              <a:buAutoNum type="arabicPeriod"/>
              <a:defRPr/>
            </a:pPr>
            <a:r>
              <a:rPr lang="en-US" sz="1200">
                <a:solidFill>
                  <a:srgbClr val="101010"/>
                </a:solidFill>
                <a:sym typeface="Montserrat"/>
              </a:rPr>
              <a:t>Ensure the Aptum infrastructure is reliable. </a:t>
            </a:r>
          </a:p>
          <a:p>
            <a:pPr marL="228600" lvl="0" indent="-228600">
              <a:spcBef>
                <a:spcPts val="0"/>
              </a:spcBef>
              <a:buClr>
                <a:srgbClr val="101010"/>
              </a:buClr>
              <a:buSzPts val="1000"/>
              <a:buAutoNum type="arabicPeriod"/>
              <a:defRPr/>
            </a:pPr>
            <a:r>
              <a:rPr kumimoji="0" lang="en-US" sz="1200" b="0" i="0" u="none" strike="noStrike" kern="1200" cap="none" spc="0" normalizeH="0" baseline="0" noProof="0">
                <a:ln>
                  <a:noFill/>
                </a:ln>
                <a:solidFill>
                  <a:srgbClr val="101010"/>
                </a:solidFill>
                <a:effectLst/>
                <a:uLnTx/>
                <a:uFillTx/>
                <a:latin typeface="Arial"/>
                <a:ea typeface="+mn-ea"/>
                <a:cs typeface="+mn-cs"/>
                <a:sym typeface="Montserrat"/>
              </a:rPr>
              <a:t>Enhance profit margins by managing COGS </a:t>
            </a:r>
          </a:p>
          <a:p>
            <a:pPr marL="228600" marR="0" lvl="0" indent="-228600" algn="l" defTabSz="914400" rtl="0" eaLnBrk="1" fontAlgn="auto" latinLnBrk="0" hangingPunct="1">
              <a:lnSpc>
                <a:spcPct val="100000"/>
              </a:lnSpc>
              <a:spcBef>
                <a:spcPts val="0"/>
              </a:spcBef>
              <a:spcAft>
                <a:spcPts val="600"/>
              </a:spcAft>
              <a:buClr>
                <a:srgbClr val="101010"/>
              </a:buClr>
              <a:buSzPts val="1000"/>
              <a:buAutoNum type="arabicPeriod"/>
              <a:tabLst/>
              <a:defRPr/>
            </a:pPr>
            <a:r>
              <a:rPr kumimoji="0" lang="en-US" sz="1200" b="0" i="0" u="none" strike="noStrike" kern="1200" cap="none" spc="0" normalizeH="0" baseline="0" noProof="0">
                <a:ln>
                  <a:noFill/>
                </a:ln>
                <a:solidFill>
                  <a:srgbClr val="101010"/>
                </a:solidFill>
                <a:effectLst/>
                <a:uLnTx/>
                <a:uFillTx/>
                <a:latin typeface="Arial"/>
                <a:ea typeface="+mn-ea"/>
                <a:cs typeface="+mn-cs"/>
                <a:sym typeface="Montserrat"/>
              </a:rPr>
              <a:t>Maximize operational efficiency.</a:t>
            </a:r>
          </a:p>
          <a:p>
            <a:pPr marL="228600" indent="-228600">
              <a:spcBef>
                <a:spcPts val="0"/>
              </a:spcBef>
              <a:buClr>
                <a:srgbClr val="101010"/>
              </a:buClr>
              <a:buSzPts val="1000"/>
              <a:buFont typeface="Arial" panose="020B0604020202020204" pitchFamily="34" charset="0"/>
              <a:buAutoNum type="arabicPeriod"/>
              <a:defRPr/>
            </a:pPr>
            <a:r>
              <a:rPr lang="en-US" sz="1200">
                <a:latin typeface="Arial" panose="020B0604020202020204" pitchFamily="34" charset="0"/>
                <a:cs typeface="Arial" panose="020B0604020202020204" pitchFamily="34" charset="0"/>
              </a:rPr>
              <a:t>Grow our new product offering.</a:t>
            </a:r>
          </a:p>
          <a:p>
            <a:pPr marL="0" marR="0" lvl="0" indent="0" algn="l" defTabSz="914400" rtl="0" eaLnBrk="1" fontAlgn="auto" latinLnBrk="0" hangingPunct="1">
              <a:lnSpc>
                <a:spcPct val="100000"/>
              </a:lnSpc>
              <a:spcBef>
                <a:spcPts val="1800"/>
              </a:spcBef>
              <a:spcAft>
                <a:spcPts val="1000"/>
              </a:spcAft>
              <a:buClr>
                <a:srgbClr val="101010"/>
              </a:buClr>
              <a:buSzPts val="1000"/>
              <a:buFontTx/>
              <a:buNone/>
              <a:tabLst/>
              <a:defRPr/>
            </a:pPr>
            <a:r>
              <a:rPr kumimoji="0" lang="en-US" sz="1400" b="0" i="0" u="none" strike="noStrike" kern="1200" cap="none" spc="0" normalizeH="0" baseline="0" noProof="0">
                <a:ln>
                  <a:noFill/>
                </a:ln>
                <a:solidFill>
                  <a:srgbClr val="7D7AE8"/>
                </a:solidFill>
                <a:effectLst/>
                <a:uLnTx/>
                <a:uFillTx/>
                <a:latin typeface="Arial"/>
                <a:ea typeface="+mn-ea"/>
                <a:cs typeface="+mn-cs"/>
                <a:sym typeface="Montserrat"/>
              </a:rPr>
              <a:t>Key Results:</a:t>
            </a:r>
            <a:endParaRPr lang="en-US" sz="1200">
              <a:solidFill>
                <a:srgbClr val="101010"/>
              </a:solidFill>
              <a:sym typeface="Montserrat"/>
            </a:endParaRPr>
          </a:p>
          <a:p>
            <a:pPr marL="228600" indent="-228600">
              <a:spcBef>
                <a:spcPts val="0"/>
              </a:spcBef>
              <a:buClr>
                <a:srgbClr val="101010"/>
              </a:buClr>
              <a:buSzPts val="1000"/>
              <a:buAutoNum type="arabicPeriod"/>
              <a:defRPr/>
            </a:pPr>
            <a:r>
              <a:rPr lang="en-US" sz="1200">
                <a:solidFill>
                  <a:srgbClr val="101010"/>
                </a:solidFill>
                <a:sym typeface="Montserrat"/>
              </a:rPr>
              <a:t>Uptime is greater than &gt; </a:t>
            </a:r>
            <a:r>
              <a:rPr lang="en-US" sz="1200">
                <a:solidFill>
                  <a:srgbClr val="101010"/>
                </a:solidFill>
              </a:rPr>
              <a:t>99.7% </a:t>
            </a:r>
          </a:p>
          <a:p>
            <a:pPr marL="228600" indent="-228600">
              <a:spcBef>
                <a:spcPts val="0"/>
              </a:spcBef>
              <a:buClr>
                <a:srgbClr val="101010"/>
              </a:buClr>
              <a:buSzPts val="1000"/>
              <a:buAutoNum type="arabicPeriod"/>
              <a:defRPr/>
            </a:pPr>
            <a:r>
              <a:rPr lang="en-US" sz="1200">
                <a:solidFill>
                  <a:srgbClr val="101010"/>
                </a:solidFill>
                <a:sym typeface="Montserrat"/>
              </a:rPr>
              <a:t>Reduce Cost by 15%</a:t>
            </a:r>
          </a:p>
          <a:p>
            <a:pPr marL="228600" indent="-228600">
              <a:spcBef>
                <a:spcPts val="0"/>
              </a:spcBef>
              <a:buClr>
                <a:srgbClr val="101010"/>
              </a:buClr>
              <a:buSzPts val="1000"/>
              <a:buAutoNum type="arabicPeriod"/>
              <a:defRPr/>
            </a:pPr>
            <a:r>
              <a:rPr lang="en-US" sz="1200">
                <a:solidFill>
                  <a:srgbClr val="101010"/>
                </a:solidFill>
                <a:sym typeface="Montserrat"/>
              </a:rPr>
              <a:t>Resources utilization  TBD</a:t>
            </a:r>
          </a:p>
          <a:p>
            <a:pPr marL="182880" indent="-182880">
              <a:spcBef>
                <a:spcPts val="0"/>
              </a:spcBef>
              <a:buClr>
                <a:srgbClr val="101010"/>
              </a:buClr>
              <a:buSzPts val="1000"/>
              <a:buFont typeface="Arial"/>
              <a:buAutoNum type="arabicPeriod"/>
              <a:defRPr/>
            </a:pPr>
            <a:r>
              <a:rPr lang="en-US" sz="1200">
                <a:solidFill>
                  <a:srgbClr val="101010"/>
                </a:solidFill>
                <a:sym typeface="Montserrat"/>
              </a:rPr>
              <a:t> Hosting is growing (NIB &gt; 0 )</a:t>
            </a:r>
          </a:p>
          <a:p>
            <a:pPr marR="0" lvl="0" algn="l" defTabSz="914400" rtl="0">
              <a:lnSpc>
                <a:spcPct val="100000"/>
              </a:lnSpc>
              <a:spcBef>
                <a:spcPts val="1800"/>
              </a:spcBef>
              <a:spcAft>
                <a:spcPts val="1000"/>
              </a:spcAft>
              <a:buSzPts val="1000"/>
              <a:tabLst/>
              <a:defRPr/>
            </a:pPr>
            <a:r>
              <a:rPr lang="en-US" sz="1400">
                <a:solidFill>
                  <a:srgbClr val="7D7AE8"/>
                </a:solidFill>
                <a:latin typeface="Arial"/>
                <a:sym typeface="Montserrat"/>
              </a:rPr>
              <a:t>Activities</a:t>
            </a:r>
            <a:r>
              <a:rPr kumimoji="0" lang="en-US" sz="1400" b="0" i="0" u="none" strike="noStrike" kern="1200" cap="none" spc="0" normalizeH="0" baseline="0" noProof="0">
                <a:ln>
                  <a:noFill/>
                </a:ln>
                <a:solidFill>
                  <a:srgbClr val="7D7AE8"/>
                </a:solidFill>
                <a:effectLst/>
                <a:uLnTx/>
                <a:uFillTx/>
                <a:latin typeface="Arial"/>
                <a:ea typeface="+mn-ea"/>
                <a:cs typeface="+mn-cs"/>
                <a:sym typeface="Montserrat"/>
              </a:rPr>
              <a:t>:</a:t>
            </a:r>
            <a:endParaRPr lang="en-US" sz="1400" b="0" i="0" u="none" strike="noStrike" kern="1200" cap="none" spc="0" normalizeH="0" baseline="0" noProof="0">
              <a:ln>
                <a:noFill/>
              </a:ln>
              <a:solidFill>
                <a:srgbClr val="7D7AE8"/>
              </a:solidFill>
              <a:effectLst/>
              <a:uLnTx/>
              <a:uFillTx/>
              <a:latin typeface="Arial"/>
              <a:cs typeface="Arial"/>
            </a:endParaRPr>
          </a:p>
          <a:p>
            <a:pPr marL="182880" indent="-182880">
              <a:spcBef>
                <a:spcPts val="0"/>
              </a:spcBef>
              <a:buClr>
                <a:srgbClr val="101010"/>
              </a:buClr>
              <a:buSzPts val="1000"/>
              <a:buFont typeface="+mj-lt"/>
              <a:buAutoNum type="arabicPeriod"/>
              <a:defRPr/>
            </a:pPr>
            <a:r>
              <a:rPr lang="en-US" sz="1200">
                <a:solidFill>
                  <a:srgbClr val="101010"/>
                </a:solidFill>
                <a:cs typeface="Arial"/>
              </a:rPr>
              <a:t>Drive the “Aptum Hybrid Cloud” Project.</a:t>
            </a:r>
          </a:p>
          <a:p>
            <a:pPr marL="182880" indent="-182880">
              <a:spcBef>
                <a:spcPts val="0"/>
              </a:spcBef>
              <a:buClr>
                <a:srgbClr val="101010"/>
              </a:buClr>
              <a:buSzPts val="1000"/>
              <a:buFont typeface="+mj-lt"/>
              <a:buAutoNum type="arabicPeriod"/>
              <a:defRPr/>
            </a:pPr>
            <a:r>
              <a:rPr lang="en-US" sz="1200">
                <a:solidFill>
                  <a:srgbClr val="101010"/>
                </a:solidFill>
                <a:cs typeface="Arial"/>
              </a:rPr>
              <a:t>Design and implement new Storage/Backup Strategy.</a:t>
            </a:r>
          </a:p>
          <a:p>
            <a:pPr marL="182880" indent="-182880">
              <a:spcBef>
                <a:spcPts val="0"/>
              </a:spcBef>
              <a:buClr>
                <a:srgbClr val="101010"/>
              </a:buClr>
              <a:buSzPts val="1000"/>
              <a:buFont typeface="+mj-lt"/>
              <a:buAutoNum type="arabicPeriod"/>
              <a:defRPr/>
            </a:pPr>
            <a:r>
              <a:rPr lang="en-US" sz="1200">
                <a:solidFill>
                  <a:srgbClr val="101010"/>
                </a:solidFill>
                <a:cs typeface="Arial"/>
              </a:rPr>
              <a:t>Sunset </a:t>
            </a:r>
            <a:r>
              <a:rPr lang="en-US" sz="1200" err="1">
                <a:solidFill>
                  <a:srgbClr val="101010"/>
                </a:solidFill>
                <a:cs typeface="Arial"/>
              </a:rPr>
              <a:t>EOL’d</a:t>
            </a:r>
            <a:r>
              <a:rPr lang="en-US" sz="1200">
                <a:solidFill>
                  <a:srgbClr val="101010"/>
                </a:solidFill>
                <a:cs typeface="Arial"/>
              </a:rPr>
              <a:t> platforms and underused infrastructure ( </a:t>
            </a:r>
            <a:r>
              <a:rPr lang="en-US" sz="1200" err="1">
                <a:solidFill>
                  <a:srgbClr val="101010"/>
                </a:solidFill>
                <a:cs typeface="Arial"/>
              </a:rPr>
              <a:t>ESXi</a:t>
            </a:r>
            <a:r>
              <a:rPr lang="en-US" sz="1200">
                <a:solidFill>
                  <a:srgbClr val="101010"/>
                </a:solidFill>
                <a:cs typeface="Arial"/>
              </a:rPr>
              <a:t> v7, YUM, DCC, OMSA, MTC, NFV, PCI )</a:t>
            </a:r>
          </a:p>
          <a:p>
            <a:pPr marL="182880" indent="-182880">
              <a:spcBef>
                <a:spcPts val="0"/>
              </a:spcBef>
              <a:buClr>
                <a:srgbClr val="101010"/>
              </a:buClr>
              <a:buSzPts val="1000"/>
              <a:buFont typeface="+mj-lt"/>
              <a:buAutoNum type="arabicPeriod"/>
              <a:defRPr/>
            </a:pPr>
            <a:r>
              <a:rPr lang="en-US" sz="1200">
                <a:solidFill>
                  <a:srgbClr val="101010"/>
                </a:solidFill>
                <a:cs typeface="Arial"/>
              </a:rPr>
              <a:t>Productize the next hosting generation of offerings.</a:t>
            </a:r>
          </a:p>
          <a:p>
            <a:pPr marL="182880" indent="-182880">
              <a:spcBef>
                <a:spcPts val="0"/>
              </a:spcBef>
              <a:buClr>
                <a:srgbClr val="101010"/>
              </a:buClr>
              <a:buSzPts val="1000"/>
              <a:buFont typeface="+mj-lt"/>
              <a:buAutoNum type="arabicPeriod"/>
              <a:defRPr/>
            </a:pPr>
            <a:endParaRPr lang="en-US" sz="1200">
              <a:solidFill>
                <a:srgbClr val="101010"/>
              </a:solidFill>
              <a:cs typeface="Arial"/>
            </a:endParaRPr>
          </a:p>
          <a:p>
            <a:pPr marL="182880" indent="-182880">
              <a:spcBef>
                <a:spcPts val="0"/>
              </a:spcBef>
              <a:buClr>
                <a:srgbClr val="101010"/>
              </a:buClr>
              <a:buSzPts val="1000"/>
              <a:buFont typeface="+mj-lt"/>
              <a:buAutoNum type="arabicPeriod"/>
              <a:defRPr/>
            </a:pPr>
            <a:endParaRPr lang="en-US" sz="1200">
              <a:solidFill>
                <a:srgbClr val="101010"/>
              </a:solidFill>
              <a:cs typeface="Arial"/>
            </a:endParaRPr>
          </a:p>
          <a:p>
            <a:pPr>
              <a:spcBef>
                <a:spcPts val="0"/>
              </a:spcBef>
              <a:buClr>
                <a:srgbClr val="101010"/>
              </a:buClr>
              <a:buSzPts val="1000"/>
              <a:defRPr/>
            </a:pPr>
            <a:endParaRPr lang="en-US" sz="1200">
              <a:solidFill>
                <a:srgbClr val="101010"/>
              </a:solidFill>
              <a:latin typeface="Arial"/>
              <a:cs typeface="Arial"/>
            </a:endParaRPr>
          </a:p>
        </p:txBody>
      </p:sp>
    </p:spTree>
    <p:extLst>
      <p:ext uri="{BB962C8B-B14F-4D97-AF65-F5344CB8AC3E}">
        <p14:creationId xmlns:p14="http://schemas.microsoft.com/office/powerpoint/2010/main" val="577037091"/>
      </p:ext>
    </p:extLst>
  </p:cSld>
  <p:clrMapOvr>
    <a:masterClrMapping/>
  </p:clrMapOvr>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1DA82-548B-C874-1548-3FD95553CC08}"/>
            </a:ext>
          </a:extLst>
        </p:cNvPr>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D1CDB7F9-410D-3861-6BD4-14BF32E9E41A}"/>
              </a:ext>
            </a:extLst>
          </p:cNvPr>
          <p:cNvGraphicFramePr/>
          <p:nvPr/>
        </p:nvGraphicFramePr>
        <p:xfrm>
          <a:off x="482259" y="-1471635"/>
          <a:ext cx="11376659" cy="66232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78EBC3C5-F4A1-8408-96F8-3E8BC207C023}"/>
              </a:ext>
            </a:extLst>
          </p:cNvPr>
          <p:cNvSpPr>
            <a:spLocks noGrp="1"/>
          </p:cNvSpPr>
          <p:nvPr>
            <p:ph type="title"/>
          </p:nvPr>
        </p:nvSpPr>
        <p:spPr>
          <a:xfrm>
            <a:off x="482259" y="192477"/>
            <a:ext cx="11170919" cy="731520"/>
          </a:xfrm>
        </p:spPr>
        <p:txBody>
          <a:bodyPr/>
          <a:lstStyle/>
          <a:p>
            <a:r>
              <a:rPr lang="en-GB">
                <a:solidFill>
                  <a:srgbClr val="7D7AE8"/>
                </a:solidFill>
                <a:latin typeface="Geist"/>
              </a:rPr>
              <a:t>Hosting milestones</a:t>
            </a:r>
          </a:p>
        </p:txBody>
      </p:sp>
      <p:sp>
        <p:nvSpPr>
          <p:cNvPr id="7" name="TextBox 6">
            <a:extLst>
              <a:ext uri="{FF2B5EF4-FFF2-40B4-BE49-F238E27FC236}">
                <a16:creationId xmlns:a16="http://schemas.microsoft.com/office/drawing/2014/main" id="{12C4087E-A746-0619-D8B0-753C3CC49B09}"/>
              </a:ext>
            </a:extLst>
          </p:cNvPr>
          <p:cNvSpPr txBox="1"/>
          <p:nvPr/>
        </p:nvSpPr>
        <p:spPr>
          <a:xfrm>
            <a:off x="482259" y="2995403"/>
            <a:ext cx="2654709" cy="2067169"/>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200" b="0" i="0" u="none" strike="noStrike" kern="1200" cap="none" spc="0" normalizeH="0" baseline="0" noProof="0" err="1">
                <a:ln>
                  <a:noFill/>
                </a:ln>
                <a:effectLst/>
                <a:uLnTx/>
                <a:uFillTx/>
                <a:cs typeface="Arial"/>
              </a:rPr>
              <a:t>AptCloud</a:t>
            </a:r>
            <a:r>
              <a:rPr lang="en-CA" sz="1200" b="0" i="0" u="none" strike="noStrike" kern="1200" cap="none" spc="0" normalizeH="0" baseline="0" noProof="0">
                <a:ln>
                  <a:noFill/>
                </a:ln>
                <a:effectLst/>
                <a:uLnTx/>
                <a:uFillTx/>
                <a:cs typeface="Arial"/>
              </a:rPr>
              <a:t> Phase 1 (design)</a:t>
            </a:r>
            <a:endParaRPr lang="en-CA" sz="1200">
              <a:cs typeface="Arial"/>
            </a:endParaRPr>
          </a:p>
          <a:p>
            <a:pPr marL="227965" indent="-227965">
              <a:spcAft>
                <a:spcPts val="600"/>
              </a:spcAft>
              <a:buClr>
                <a:srgbClr val="7D7AE8"/>
              </a:buClr>
              <a:buFont typeface="Arial" panose="020B0604020202020204" pitchFamily="34" charset="0"/>
              <a:buChar char="•"/>
            </a:pPr>
            <a:r>
              <a:rPr lang="en-CA" sz="1200">
                <a:cs typeface="Arial"/>
              </a:rPr>
              <a:t>EOL Legacy YUM</a:t>
            </a:r>
          </a:p>
          <a:p>
            <a:pPr marL="227965" indent="-227965">
              <a:spcAft>
                <a:spcPts val="600"/>
              </a:spcAft>
              <a:buClr>
                <a:srgbClr val="7D7AE8"/>
              </a:buClr>
              <a:buFont typeface="Arial" panose="020B0604020202020204" pitchFamily="34" charset="0"/>
              <a:buChar char="•"/>
            </a:pPr>
            <a:r>
              <a:rPr lang="en-CA" sz="1200" err="1">
                <a:cs typeface="Arial"/>
              </a:rPr>
              <a:t>Trellix</a:t>
            </a:r>
            <a:r>
              <a:rPr lang="en-CA" sz="1200">
                <a:cs typeface="Arial"/>
              </a:rPr>
              <a:t> EOL</a:t>
            </a:r>
          </a:p>
          <a:p>
            <a:pPr marL="227965" indent="-227965">
              <a:spcAft>
                <a:spcPts val="600"/>
              </a:spcAft>
              <a:buClr>
                <a:srgbClr val="7D7AE8"/>
              </a:buClr>
              <a:buFont typeface="Arial" panose="020B0604020202020204" pitchFamily="34" charset="0"/>
              <a:buChar char="•"/>
            </a:pPr>
            <a:r>
              <a:rPr lang="en-CA" sz="1200">
                <a:cs typeface="Arial"/>
              </a:rPr>
              <a:t>IT Backup Relocated</a:t>
            </a:r>
          </a:p>
          <a:p>
            <a:pPr marL="227965" indent="-227965">
              <a:spcAft>
                <a:spcPts val="600"/>
              </a:spcAft>
              <a:buClr>
                <a:srgbClr val="7D7AE8"/>
              </a:buClr>
              <a:buFont typeface="Arial" panose="020B0604020202020204" pitchFamily="34" charset="0"/>
              <a:buChar char="•"/>
            </a:pPr>
            <a:r>
              <a:rPr lang="en-CA" sz="1200" err="1">
                <a:cs typeface="Arial"/>
              </a:rPr>
              <a:t>Proxmox</a:t>
            </a:r>
            <a:r>
              <a:rPr lang="en-CA" sz="1200">
                <a:cs typeface="Arial"/>
              </a:rPr>
              <a:t> Productize</a:t>
            </a:r>
          </a:p>
          <a:p>
            <a:pPr marL="227965" indent="-227965">
              <a:spcAft>
                <a:spcPts val="600"/>
              </a:spcAft>
              <a:buClr>
                <a:srgbClr val="7D7AE8"/>
              </a:buClr>
              <a:buFont typeface="Arial" panose="020B0604020202020204" pitchFamily="34" charset="0"/>
              <a:buChar char="•"/>
            </a:pPr>
            <a:r>
              <a:rPr lang="en-CA" sz="1200">
                <a:cs typeface="Arial"/>
              </a:rPr>
              <a:t>Server Promotion</a:t>
            </a:r>
          </a:p>
          <a:p>
            <a:pPr marL="227965" indent="-227965">
              <a:spcAft>
                <a:spcPts val="600"/>
              </a:spcAft>
              <a:buClr>
                <a:srgbClr val="7D7AE8"/>
              </a:buClr>
              <a:buFont typeface="Arial" panose="020B0604020202020204" pitchFamily="34" charset="0"/>
              <a:buChar char="•"/>
            </a:pPr>
            <a:endParaRPr lang="en-GB" sz="1200" b="0" i="0" u="none" strike="noStrike" kern="1200" cap="none" spc="0" normalizeH="0" baseline="0" noProof="0">
              <a:ln>
                <a:noFill/>
              </a:ln>
              <a:effectLst/>
              <a:uLnTx/>
              <a:uFillTx/>
              <a:cs typeface="Arial"/>
            </a:endParaRPr>
          </a:p>
          <a:p>
            <a:pPr marL="227965" indent="-227965">
              <a:buFont typeface="Arial" panose="020B0604020202020204" pitchFamily="34" charset="0"/>
              <a:buChar char="•"/>
            </a:pPr>
            <a:endParaRPr lang="en-GB" sz="933">
              <a:solidFill>
                <a:schemeClr val="bg1">
                  <a:lumMod val="75000"/>
                </a:schemeClr>
              </a:solidFill>
              <a:cs typeface="Arial"/>
            </a:endParaRPr>
          </a:p>
        </p:txBody>
      </p:sp>
      <p:sp>
        <p:nvSpPr>
          <p:cNvPr id="8" name="TextBox 7">
            <a:extLst>
              <a:ext uri="{FF2B5EF4-FFF2-40B4-BE49-F238E27FC236}">
                <a16:creationId xmlns:a16="http://schemas.microsoft.com/office/drawing/2014/main" id="{16916B06-3DA0-31A6-9DB4-2AD13BE1F03D}"/>
              </a:ext>
            </a:extLst>
          </p:cNvPr>
          <p:cNvSpPr txBox="1"/>
          <p:nvPr/>
        </p:nvSpPr>
        <p:spPr>
          <a:xfrm>
            <a:off x="3364114" y="2995404"/>
            <a:ext cx="2654709" cy="2416046"/>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200">
                <a:cs typeface="Arial"/>
              </a:rPr>
              <a:t>Apt Cloud Phase 2 (deploy)</a:t>
            </a:r>
          </a:p>
          <a:p>
            <a:pPr marL="227965" indent="-227965">
              <a:spcAft>
                <a:spcPts val="600"/>
              </a:spcAft>
              <a:buClr>
                <a:srgbClr val="7D7AE8"/>
              </a:buClr>
              <a:buFont typeface="Arial" panose="020B0604020202020204" pitchFamily="34" charset="0"/>
              <a:buChar char="•"/>
            </a:pPr>
            <a:r>
              <a:rPr lang="en-CA" sz="1200">
                <a:cs typeface="Arial"/>
              </a:rPr>
              <a:t>Dell Gen 17 Productize</a:t>
            </a:r>
          </a:p>
          <a:p>
            <a:pPr marL="227965" indent="-227965">
              <a:spcAft>
                <a:spcPts val="600"/>
              </a:spcAft>
              <a:buClr>
                <a:srgbClr val="7D7AE8"/>
              </a:buClr>
              <a:buFont typeface="Arial" panose="020B0604020202020204" pitchFamily="34" charset="0"/>
              <a:buChar char="•"/>
            </a:pPr>
            <a:r>
              <a:rPr lang="en-CA" sz="1200">
                <a:cs typeface="Arial"/>
              </a:rPr>
              <a:t>EOL DCC</a:t>
            </a:r>
          </a:p>
          <a:p>
            <a:pPr marL="227965" indent="-227965">
              <a:spcAft>
                <a:spcPts val="600"/>
              </a:spcAft>
              <a:buClr>
                <a:srgbClr val="7D7AE8"/>
              </a:buClr>
              <a:buFont typeface="Arial" panose="020B0604020202020204" pitchFamily="34" charset="0"/>
              <a:buChar char="•"/>
            </a:pPr>
            <a:r>
              <a:rPr lang="en-CA" sz="1200" err="1">
                <a:cs typeface="Arial"/>
              </a:rPr>
              <a:t>ESXi</a:t>
            </a:r>
            <a:r>
              <a:rPr lang="en-CA" sz="1200">
                <a:cs typeface="Arial"/>
              </a:rPr>
              <a:t> 9</a:t>
            </a:r>
          </a:p>
          <a:p>
            <a:pPr marL="227965" indent="-227965">
              <a:spcAft>
                <a:spcPts val="600"/>
              </a:spcAft>
              <a:buClr>
                <a:srgbClr val="7D7AE8"/>
              </a:buClr>
              <a:buFont typeface="Arial" panose="020B0604020202020204" pitchFamily="34" charset="0"/>
              <a:buChar char="•"/>
            </a:pPr>
            <a:r>
              <a:rPr lang="en-CA" sz="1200" err="1">
                <a:cs typeface="Arial"/>
              </a:rPr>
              <a:t>Proxmox</a:t>
            </a:r>
            <a:r>
              <a:rPr lang="en-CA" sz="1200">
                <a:cs typeface="Arial"/>
              </a:rPr>
              <a:t> 9</a:t>
            </a:r>
          </a:p>
          <a:p>
            <a:pPr marL="227965" indent="-227965">
              <a:spcAft>
                <a:spcPts val="600"/>
              </a:spcAft>
              <a:buClr>
                <a:srgbClr val="7D7AE8"/>
              </a:buClr>
              <a:buFont typeface="Arial" panose="020B0604020202020204" pitchFamily="34" charset="0"/>
              <a:buChar char="•"/>
            </a:pPr>
            <a:r>
              <a:rPr lang="en-CA" sz="1200">
                <a:cs typeface="Arial"/>
              </a:rPr>
              <a:t>Next Gen Linux ( Rocky / RHEL/Alma10 )</a:t>
            </a:r>
          </a:p>
          <a:p>
            <a:pPr>
              <a:spcAft>
                <a:spcPts val="600"/>
              </a:spcAft>
              <a:buClr>
                <a:srgbClr val="7D7AE8"/>
              </a:buClr>
            </a:pPr>
            <a:endParaRPr lang="en-CA" sz="1200">
              <a:cs typeface="Arial"/>
            </a:endParaRPr>
          </a:p>
          <a:p>
            <a:pPr marL="227965" indent="-227965">
              <a:buFont typeface="Arial" panose="020B0604020202020204" pitchFamily="34" charset="0"/>
              <a:buChar char="•"/>
            </a:pPr>
            <a:endParaRPr lang="en-US" sz="1000">
              <a:cs typeface="Arial"/>
            </a:endParaRPr>
          </a:p>
          <a:p>
            <a:pPr marL="227965" indent="-227965">
              <a:buFont typeface="Arial" panose="020B0604020202020204" pitchFamily="34" charset="0"/>
              <a:buChar char="•"/>
            </a:pPr>
            <a:endParaRPr lang="en-US" sz="1000">
              <a:cs typeface="Arial"/>
            </a:endParaRPr>
          </a:p>
        </p:txBody>
      </p:sp>
      <p:sp>
        <p:nvSpPr>
          <p:cNvPr id="9" name="TextBox 8">
            <a:extLst>
              <a:ext uri="{FF2B5EF4-FFF2-40B4-BE49-F238E27FC236}">
                <a16:creationId xmlns:a16="http://schemas.microsoft.com/office/drawing/2014/main" id="{59D80786-B72E-5490-C2EE-0EC3D2E4F652}"/>
              </a:ext>
            </a:extLst>
          </p:cNvPr>
          <p:cNvSpPr txBox="1"/>
          <p:nvPr/>
        </p:nvSpPr>
        <p:spPr>
          <a:xfrm>
            <a:off x="6207800" y="2983620"/>
            <a:ext cx="2654709" cy="1369606"/>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200">
                <a:cs typeface="Arial"/>
              </a:rPr>
              <a:t>Tivoli to Veeam</a:t>
            </a:r>
          </a:p>
          <a:p>
            <a:pPr marL="227965" indent="-227965">
              <a:spcAft>
                <a:spcPts val="600"/>
              </a:spcAft>
              <a:buClr>
                <a:srgbClr val="7D7AE8"/>
              </a:buClr>
              <a:buFont typeface="Arial" panose="020B0604020202020204" pitchFamily="34" charset="0"/>
              <a:buChar char="•"/>
            </a:pPr>
            <a:r>
              <a:rPr lang="en-CA" sz="1200">
                <a:cs typeface="Arial"/>
              </a:rPr>
              <a:t>Apt Cloud</a:t>
            </a:r>
          </a:p>
          <a:p>
            <a:pPr marL="227965" indent="-227965">
              <a:spcAft>
                <a:spcPts val="600"/>
              </a:spcAft>
              <a:buClr>
                <a:srgbClr val="7D7AE8"/>
              </a:buClr>
              <a:buFont typeface="Arial" panose="020B0604020202020204" pitchFamily="34" charset="0"/>
              <a:buChar char="•"/>
            </a:pPr>
            <a:r>
              <a:rPr lang="en-CA" sz="1200">
                <a:cs typeface="Arial"/>
              </a:rPr>
              <a:t>Imperva Renewal</a:t>
            </a:r>
          </a:p>
          <a:p>
            <a:pPr marL="227965" indent="-227965">
              <a:spcAft>
                <a:spcPts val="600"/>
              </a:spcAft>
              <a:buClr>
                <a:srgbClr val="7D7AE8"/>
              </a:buClr>
              <a:buFont typeface="Arial" panose="020B0604020202020204" pitchFamily="34" charset="0"/>
              <a:buChar char="•"/>
            </a:pPr>
            <a:r>
              <a:rPr lang="en-CA" sz="1200">
                <a:cs typeface="Arial"/>
              </a:rPr>
              <a:t>Alert Logic Renewal</a:t>
            </a:r>
          </a:p>
          <a:p>
            <a:pPr marL="227965" indent="-227965">
              <a:spcBef>
                <a:spcPts val="600"/>
              </a:spcBef>
              <a:buFont typeface="Arial" panose="020B0604020202020204" pitchFamily="34" charset="0"/>
              <a:buChar char="•"/>
            </a:pPr>
            <a:endParaRPr lang="en-GB" sz="1000">
              <a:cs typeface="Arial"/>
            </a:endParaRPr>
          </a:p>
        </p:txBody>
      </p:sp>
      <p:sp>
        <p:nvSpPr>
          <p:cNvPr id="10" name="TextBox 9">
            <a:extLst>
              <a:ext uri="{FF2B5EF4-FFF2-40B4-BE49-F238E27FC236}">
                <a16:creationId xmlns:a16="http://schemas.microsoft.com/office/drawing/2014/main" id="{BA58AFE1-408B-4EF3-8F2B-F4E798170642}"/>
              </a:ext>
            </a:extLst>
          </p:cNvPr>
          <p:cNvSpPr txBox="1"/>
          <p:nvPr/>
        </p:nvSpPr>
        <p:spPr>
          <a:xfrm>
            <a:off x="9163571" y="2920357"/>
            <a:ext cx="2884324" cy="2641557"/>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200">
                <a:cs typeface="Arial"/>
              </a:rPr>
              <a:t>Dell </a:t>
            </a:r>
            <a:r>
              <a:rPr lang="en-CA" sz="1200" err="1">
                <a:cs typeface="Arial"/>
              </a:rPr>
              <a:t>Omsa</a:t>
            </a:r>
            <a:endParaRPr lang="en-CA" sz="1200">
              <a:cs typeface="Arial"/>
            </a:endParaRPr>
          </a:p>
          <a:p>
            <a:pPr marL="227965" indent="-227965">
              <a:spcAft>
                <a:spcPts val="600"/>
              </a:spcAft>
              <a:buClr>
                <a:srgbClr val="7D7AE8"/>
              </a:buClr>
              <a:buFont typeface="Arial" panose="020B0604020202020204" pitchFamily="34" charset="0"/>
              <a:buChar char="•"/>
            </a:pPr>
            <a:r>
              <a:rPr lang="en-CA" sz="1200" err="1">
                <a:cs typeface="Arial"/>
              </a:rPr>
              <a:t>DataDomain</a:t>
            </a:r>
            <a:endParaRPr lang="en-CA" sz="1200">
              <a:cs typeface="Arial"/>
            </a:endParaRPr>
          </a:p>
          <a:p>
            <a:pPr marL="227965" indent="-227965">
              <a:spcAft>
                <a:spcPts val="600"/>
              </a:spcAft>
              <a:buClr>
                <a:srgbClr val="7D7AE8"/>
              </a:buClr>
              <a:buFont typeface="Arial" panose="020B0604020202020204" pitchFamily="34" charset="0"/>
              <a:buChar char="•"/>
            </a:pPr>
            <a:r>
              <a:rPr lang="en-CA" sz="1200">
                <a:cs typeface="Arial"/>
              </a:rPr>
              <a:t>Apt Cloud</a:t>
            </a:r>
          </a:p>
          <a:p>
            <a:pPr>
              <a:spcAft>
                <a:spcPts val="600"/>
              </a:spcAft>
              <a:buClr>
                <a:srgbClr val="7D7AE8"/>
              </a:buClr>
            </a:pPr>
            <a:endParaRPr lang="en-CA" sz="1000">
              <a:cs typeface="Arial"/>
            </a:endParaRPr>
          </a:p>
          <a:p>
            <a:pPr marL="227965" indent="-227965">
              <a:spcAft>
                <a:spcPts val="600"/>
              </a:spcAft>
              <a:buClr>
                <a:srgbClr val="7D7AE8"/>
              </a:buClr>
              <a:buFont typeface="Arial" panose="020B0604020202020204" pitchFamily="34" charset="0"/>
              <a:buChar char="•"/>
            </a:pPr>
            <a:endParaRPr lang="en-GB" sz="1000">
              <a:cs typeface="Arial"/>
            </a:endParaRPr>
          </a:p>
          <a:p>
            <a:pPr marL="227965" indent="-227965">
              <a:spcAft>
                <a:spcPts val="600"/>
              </a:spcAft>
              <a:buClr>
                <a:srgbClr val="7D7AE8"/>
              </a:buClr>
              <a:buFont typeface="Arial" panose="020B0604020202020204" pitchFamily="34" charset="0"/>
              <a:buChar char="•"/>
            </a:pPr>
            <a:endParaRPr lang="en-GB" sz="1000">
              <a:cs typeface="Arial"/>
            </a:endParaRPr>
          </a:p>
          <a:p>
            <a:pPr marL="227965" indent="-227965">
              <a:spcAft>
                <a:spcPts val="600"/>
              </a:spcAft>
              <a:buFont typeface="Arial" panose="020B0604020202020204" pitchFamily="34" charset="0"/>
              <a:buChar char="•"/>
            </a:pPr>
            <a:endParaRPr lang="en-GB" sz="1000">
              <a:cs typeface="Arial"/>
            </a:endParaRPr>
          </a:p>
          <a:p>
            <a:pPr marL="227965" indent="-227965">
              <a:spcAft>
                <a:spcPts val="1600"/>
              </a:spcAft>
              <a:buFont typeface="Arial" panose="020B0604020202020204" pitchFamily="34" charset="0"/>
              <a:buChar char="•"/>
            </a:pPr>
            <a:endParaRPr lang="en-GB" sz="933">
              <a:cs typeface="Arial"/>
            </a:endParaRPr>
          </a:p>
          <a:p>
            <a:pPr marL="227965" indent="-227965">
              <a:spcAft>
                <a:spcPts val="1600"/>
              </a:spcAft>
              <a:buFont typeface="Arial" panose="020B0604020202020204" pitchFamily="34" charset="0"/>
              <a:buChar char="•"/>
            </a:pPr>
            <a:endParaRPr lang="en-GB" sz="933">
              <a:cs typeface="Arial"/>
            </a:endParaRPr>
          </a:p>
          <a:p>
            <a:pPr marL="227965" indent="-227965">
              <a:spcAft>
                <a:spcPts val="1600"/>
              </a:spcAft>
              <a:buFont typeface="Arial" panose="020B0604020202020204" pitchFamily="34" charset="0"/>
              <a:buChar char="•"/>
            </a:pPr>
            <a:endParaRPr lang="en-GB" sz="933">
              <a:cs typeface="Arial"/>
            </a:endParaRPr>
          </a:p>
        </p:txBody>
      </p:sp>
      <p:sp>
        <p:nvSpPr>
          <p:cNvPr id="11" name="TextBox 10">
            <a:extLst>
              <a:ext uri="{FF2B5EF4-FFF2-40B4-BE49-F238E27FC236}">
                <a16:creationId xmlns:a16="http://schemas.microsoft.com/office/drawing/2014/main" id="{7C5B5366-BFDF-10B9-8475-ECFD029B0ACD}"/>
              </a:ext>
            </a:extLst>
          </p:cNvPr>
          <p:cNvSpPr txBox="1"/>
          <p:nvPr/>
        </p:nvSpPr>
        <p:spPr>
          <a:xfrm>
            <a:off x="905783" y="874780"/>
            <a:ext cx="1154483" cy="256545"/>
          </a:xfrm>
          <a:prstGeom prst="rect">
            <a:avLst/>
          </a:prstGeom>
          <a:noFill/>
        </p:spPr>
        <p:txBody>
          <a:bodyPr wrap="none" rtlCol="0">
            <a:spAutoFit/>
          </a:bodyPr>
          <a:lstStyle/>
          <a:p>
            <a:r>
              <a:rPr lang="en-GB" sz="1067"/>
              <a:t>To 30 Nov 2025</a:t>
            </a:r>
          </a:p>
        </p:txBody>
      </p:sp>
      <p:sp>
        <p:nvSpPr>
          <p:cNvPr id="12" name="TextBox 11">
            <a:extLst>
              <a:ext uri="{FF2B5EF4-FFF2-40B4-BE49-F238E27FC236}">
                <a16:creationId xmlns:a16="http://schemas.microsoft.com/office/drawing/2014/main" id="{F4CEB917-455B-6903-EF9A-5AE56B0060DE}"/>
              </a:ext>
            </a:extLst>
          </p:cNvPr>
          <p:cNvSpPr txBox="1"/>
          <p:nvPr/>
        </p:nvSpPr>
        <p:spPr>
          <a:xfrm>
            <a:off x="3793190" y="874780"/>
            <a:ext cx="1144865" cy="256545"/>
          </a:xfrm>
          <a:prstGeom prst="rect">
            <a:avLst/>
          </a:prstGeom>
          <a:noFill/>
        </p:spPr>
        <p:txBody>
          <a:bodyPr wrap="none" rtlCol="0">
            <a:spAutoFit/>
          </a:bodyPr>
          <a:lstStyle/>
          <a:p>
            <a:r>
              <a:rPr lang="en-GB" sz="1067"/>
              <a:t>To 28 Feb 2026</a:t>
            </a:r>
          </a:p>
        </p:txBody>
      </p:sp>
      <p:sp>
        <p:nvSpPr>
          <p:cNvPr id="13" name="TextBox 12">
            <a:extLst>
              <a:ext uri="{FF2B5EF4-FFF2-40B4-BE49-F238E27FC236}">
                <a16:creationId xmlns:a16="http://schemas.microsoft.com/office/drawing/2014/main" id="{967A4DF5-8CFF-A942-2A6D-F595CE5542AD}"/>
              </a:ext>
            </a:extLst>
          </p:cNvPr>
          <p:cNvSpPr txBox="1"/>
          <p:nvPr/>
        </p:nvSpPr>
        <p:spPr>
          <a:xfrm>
            <a:off x="6685660" y="959587"/>
            <a:ext cx="1168910" cy="256545"/>
          </a:xfrm>
          <a:prstGeom prst="rect">
            <a:avLst/>
          </a:prstGeom>
          <a:noFill/>
        </p:spPr>
        <p:txBody>
          <a:bodyPr wrap="none" rtlCol="0">
            <a:spAutoFit/>
          </a:bodyPr>
          <a:lstStyle/>
          <a:p>
            <a:r>
              <a:rPr lang="en-GB" sz="1067"/>
              <a:t>To 31 May 2026</a:t>
            </a:r>
          </a:p>
        </p:txBody>
      </p:sp>
      <p:sp>
        <p:nvSpPr>
          <p:cNvPr id="14" name="TextBox 13">
            <a:extLst>
              <a:ext uri="{FF2B5EF4-FFF2-40B4-BE49-F238E27FC236}">
                <a16:creationId xmlns:a16="http://schemas.microsoft.com/office/drawing/2014/main" id="{EFBFA82C-1E46-16F1-F97C-B85CC4528E2C}"/>
              </a:ext>
            </a:extLst>
          </p:cNvPr>
          <p:cNvSpPr txBox="1"/>
          <p:nvPr/>
        </p:nvSpPr>
        <p:spPr>
          <a:xfrm>
            <a:off x="9575995" y="959587"/>
            <a:ext cx="1152880" cy="256545"/>
          </a:xfrm>
          <a:prstGeom prst="rect">
            <a:avLst/>
          </a:prstGeom>
          <a:noFill/>
        </p:spPr>
        <p:txBody>
          <a:bodyPr wrap="none" rtlCol="0">
            <a:spAutoFit/>
          </a:bodyPr>
          <a:lstStyle/>
          <a:p>
            <a:r>
              <a:rPr lang="en-GB" sz="1067"/>
              <a:t>To 31 Aug 2026</a:t>
            </a:r>
          </a:p>
        </p:txBody>
      </p:sp>
      <p:sp>
        <p:nvSpPr>
          <p:cNvPr id="3" name="Slide Number Placeholder 2">
            <a:extLst>
              <a:ext uri="{FF2B5EF4-FFF2-40B4-BE49-F238E27FC236}">
                <a16:creationId xmlns:a16="http://schemas.microsoft.com/office/drawing/2014/main" id="{F8C93D3B-CB0F-0B70-69C9-EA2A26236195}"/>
              </a:ext>
            </a:extLst>
          </p:cNvPr>
          <p:cNvSpPr>
            <a:spLocks noGrp="1"/>
          </p:cNvSpPr>
          <p:nvPr>
            <p:ph type="sldNum" sz="quarter" idx="10"/>
          </p:nvPr>
        </p:nvSpPr>
        <p:spPr/>
        <p:txBody>
          <a:bodyPr/>
          <a:lstStyle/>
          <a:p>
            <a:fld id="{4AF1CB10-4EE0-4482-BBF6-B71BD01DA370}" type="slidenum">
              <a:rPr lang="en-US" smtClean="0"/>
              <a:pPr/>
              <a:t>26</a:t>
            </a:fld>
            <a:endParaRPr lang="en-US"/>
          </a:p>
        </p:txBody>
      </p:sp>
    </p:spTree>
    <p:extLst>
      <p:ext uri="{BB962C8B-B14F-4D97-AF65-F5344CB8AC3E}">
        <p14:creationId xmlns:p14="http://schemas.microsoft.com/office/powerpoint/2010/main" val="7980591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EA496-5691-1B0C-4536-FEF4BE8124B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8D9F2DB-7A4A-CAB1-70CB-5FFA9807E005}"/>
              </a:ext>
            </a:extLst>
          </p:cNvPr>
          <p:cNvSpPr txBox="1"/>
          <p:nvPr/>
        </p:nvSpPr>
        <p:spPr>
          <a:xfrm>
            <a:off x="512064" y="944237"/>
            <a:ext cx="11487282" cy="4606389"/>
          </a:xfrm>
          <a:prstGeom prst="rect">
            <a:avLst/>
          </a:prstGeom>
          <a:noFill/>
        </p:spPr>
        <p:txBody>
          <a:bodyPr wrap="square" lIns="91440" tIns="45720" rIns="91440" bIns="45720" rtlCol="0" anchor="t">
            <a:spAutoFit/>
          </a:bodyPr>
          <a:lstStyle/>
          <a:p>
            <a:pPr>
              <a:spcBef>
                <a:spcPts val="1800"/>
              </a:spcBef>
              <a:spcAft>
                <a:spcPts val="1000"/>
              </a:spcAft>
              <a:buClr>
                <a:srgbClr val="101010"/>
              </a:buClr>
              <a:buSzPts val="1000"/>
              <a:defRPr/>
            </a:pPr>
            <a:r>
              <a:rPr lang="en-US" sz="1400">
                <a:solidFill>
                  <a:srgbClr val="7D7AE8"/>
                </a:solidFill>
                <a:latin typeface="Arial"/>
              </a:rPr>
              <a:t>Objectives: </a:t>
            </a:r>
          </a:p>
          <a:p>
            <a:pPr marL="228600" indent="-228600">
              <a:spcAft>
                <a:spcPts val="600"/>
              </a:spcAft>
              <a:buClr>
                <a:srgbClr val="101010"/>
              </a:buClr>
              <a:buSzPts val="1000"/>
              <a:buFont typeface="Arial" panose="020B0604020202020204" pitchFamily="34" charset="0"/>
              <a:buAutoNum type="arabicPeriod"/>
              <a:defRPr/>
            </a:pPr>
            <a:r>
              <a:rPr lang="en-US" sz="1200">
                <a:solidFill>
                  <a:srgbClr val="101010"/>
                </a:solidFill>
              </a:rPr>
              <a:t>Improve profitability and operational efficiency through service excellence.</a:t>
            </a:r>
            <a:endParaRPr lang="en-US" sz="1200">
              <a:solidFill>
                <a:srgbClr val="101010"/>
              </a:solidFill>
              <a:cs typeface="Arial"/>
            </a:endParaRPr>
          </a:p>
          <a:p>
            <a:pPr marL="228600" indent="-228600">
              <a:spcAft>
                <a:spcPts val="600"/>
              </a:spcAft>
              <a:buClr>
                <a:srgbClr val="101010"/>
              </a:buClr>
              <a:buSzPts val="1000"/>
              <a:buFont typeface="Arial" panose="020B0604020202020204" pitchFamily="34" charset="0"/>
              <a:buAutoNum type="arabicPeriod"/>
              <a:defRPr/>
            </a:pPr>
            <a:r>
              <a:rPr lang="en-US" sz="1200">
                <a:solidFill>
                  <a:srgbClr val="101010"/>
                </a:solidFill>
              </a:rPr>
              <a:t>Strengthen customer trust and retention through proactive engagement and high-quality delivery.</a:t>
            </a:r>
            <a:endParaRPr lang="en-US" sz="1200">
              <a:solidFill>
                <a:srgbClr val="101010"/>
              </a:solidFill>
              <a:cs typeface="Arial"/>
            </a:endParaRPr>
          </a:p>
          <a:p>
            <a:pPr marL="228600" indent="-228600">
              <a:spcAft>
                <a:spcPts val="600"/>
              </a:spcAft>
              <a:buClr>
                <a:srgbClr val="101010"/>
              </a:buClr>
              <a:buSzPts val="1000"/>
              <a:buFont typeface="Arial" panose="020B0604020202020204" pitchFamily="34" charset="0"/>
              <a:buAutoNum type="arabicPeriod"/>
              <a:defRPr/>
            </a:pPr>
            <a:r>
              <a:rPr lang="en-US" sz="1200">
                <a:solidFill>
                  <a:srgbClr val="101010"/>
                </a:solidFill>
              </a:rPr>
              <a:t>Enable growth by aligning delivery capabilities with </a:t>
            </a:r>
            <a:r>
              <a:rPr lang="en-US" sz="1200" err="1">
                <a:solidFill>
                  <a:srgbClr val="101010"/>
                </a:solidFill>
              </a:rPr>
              <a:t>Aptum’s</a:t>
            </a:r>
            <a:r>
              <a:rPr lang="en-US" sz="1200">
                <a:solidFill>
                  <a:srgbClr val="101010"/>
                </a:solidFill>
              </a:rPr>
              <a:t> hybrid cloud strategy and partner ecosystems.</a:t>
            </a:r>
            <a:endParaRPr lang="en-US" sz="1200">
              <a:solidFill>
                <a:srgbClr val="101010"/>
              </a:solidFill>
              <a:latin typeface="Arial"/>
            </a:endParaRPr>
          </a:p>
          <a:p>
            <a:pPr>
              <a:spcAft>
                <a:spcPts val="600"/>
              </a:spcAft>
              <a:buClr>
                <a:srgbClr val="101010"/>
              </a:buClr>
              <a:buSzPts val="1000"/>
              <a:defRPr/>
            </a:pPr>
            <a:r>
              <a:rPr lang="en-US" sz="1400">
                <a:solidFill>
                  <a:srgbClr val="7D7AE8"/>
                </a:solidFill>
                <a:latin typeface="Arial"/>
              </a:rPr>
              <a:t>Key Results: </a:t>
            </a:r>
            <a:endParaRPr lang="en-US" sz="1400">
              <a:solidFill>
                <a:srgbClr val="7D7AE8"/>
              </a:solidFill>
              <a:latin typeface="Arial"/>
              <a:cs typeface="Arial"/>
            </a:endParaRPr>
          </a:p>
          <a:p>
            <a:pPr marL="228600" indent="-228600">
              <a:spcAft>
                <a:spcPts val="600"/>
              </a:spcAft>
              <a:buClr>
                <a:srgbClr val="101010"/>
              </a:buClr>
              <a:buSzPts val="1000"/>
              <a:buFont typeface="Arial" panose="020B0604020202020204" pitchFamily="34" charset="0"/>
              <a:buAutoNum type="arabicPeriod"/>
              <a:defRPr/>
            </a:pPr>
            <a:r>
              <a:rPr lang="en-US" sz="1200">
                <a:solidFill>
                  <a:srgbClr val="101010"/>
                </a:solidFill>
                <a:latin typeface="Arial"/>
              </a:rPr>
              <a:t>Deliver $500K in cost savings through process, tooling, and licensing optimization.</a:t>
            </a:r>
            <a:endParaRPr lang="en-US" sz="1200">
              <a:solidFill>
                <a:srgbClr val="101010"/>
              </a:solidFill>
              <a:latin typeface="Arial"/>
              <a:cs typeface="Arial"/>
            </a:endParaRPr>
          </a:p>
          <a:p>
            <a:pPr marL="228600" indent="-228600">
              <a:spcAft>
                <a:spcPts val="600"/>
              </a:spcAft>
              <a:buClr>
                <a:srgbClr val="101010"/>
              </a:buClr>
              <a:buSzPts val="1000"/>
              <a:buFont typeface="Arial" panose="020B0604020202020204" pitchFamily="34" charset="0"/>
              <a:buAutoNum type="arabicPeriod"/>
              <a:defRPr/>
            </a:pPr>
            <a:r>
              <a:rPr lang="en-US" sz="1200">
                <a:solidFill>
                  <a:srgbClr val="101010"/>
                </a:solidFill>
                <a:latin typeface="Arial"/>
              </a:rPr>
              <a:t>SLA/SLOs are achieved within </a:t>
            </a:r>
            <a:r>
              <a:rPr lang="en-US" sz="1200" err="1">
                <a:solidFill>
                  <a:srgbClr val="101010"/>
                </a:solidFill>
                <a:latin typeface="Arial"/>
              </a:rPr>
              <a:t>Aptum’s</a:t>
            </a:r>
            <a:r>
              <a:rPr lang="en-US" sz="1200">
                <a:solidFill>
                  <a:srgbClr val="101010"/>
                </a:solidFill>
                <a:latin typeface="Arial"/>
              </a:rPr>
              <a:t> documented guidelines (90% is the goal). </a:t>
            </a:r>
            <a:endParaRPr lang="en-US" sz="1200">
              <a:solidFill>
                <a:srgbClr val="101010"/>
              </a:solidFill>
              <a:latin typeface="Arial"/>
              <a:cs typeface="Arial"/>
            </a:endParaRPr>
          </a:p>
          <a:p>
            <a:pPr marL="228600" indent="-228600">
              <a:spcAft>
                <a:spcPts val="600"/>
              </a:spcAft>
              <a:buClr>
                <a:srgbClr val="101010"/>
              </a:buClr>
              <a:buSzPts val="1000"/>
              <a:buFont typeface="Arial" panose="020B0604020202020204" pitchFamily="34" charset="0"/>
              <a:buAutoNum type="arabicPeriod"/>
              <a:defRPr/>
            </a:pPr>
            <a:r>
              <a:rPr lang="en-US" sz="1200">
                <a:solidFill>
                  <a:srgbClr val="101010"/>
                </a:solidFill>
                <a:latin typeface="Arial"/>
              </a:rPr>
              <a:t>Achieve ≥</a:t>
            </a:r>
            <a:r>
              <a:rPr lang="en-US" sz="1200">
                <a:latin typeface="Arial"/>
              </a:rPr>
              <a:t>95</a:t>
            </a:r>
            <a:r>
              <a:rPr lang="en-US" sz="1200">
                <a:solidFill>
                  <a:srgbClr val="101010"/>
                </a:solidFill>
                <a:latin typeface="Arial"/>
              </a:rPr>
              <a:t>% customer revenue retention in managed services for the fiscal year.</a:t>
            </a:r>
            <a:endParaRPr lang="en-US" sz="1200">
              <a:solidFill>
                <a:srgbClr val="101010"/>
              </a:solidFill>
              <a:latin typeface="Arial"/>
              <a:cs typeface="Arial"/>
            </a:endParaRPr>
          </a:p>
          <a:p>
            <a:pPr marL="228600" indent="-228600">
              <a:spcAft>
                <a:spcPts val="600"/>
              </a:spcAft>
              <a:buClr>
                <a:srgbClr val="101010"/>
              </a:buClr>
              <a:buSzPts val="1000"/>
              <a:buFont typeface="Arial" panose="020B0604020202020204" pitchFamily="34" charset="0"/>
              <a:buAutoNum type="arabicPeriod"/>
              <a:defRPr/>
            </a:pPr>
            <a:r>
              <a:rPr lang="en-US" sz="1200">
                <a:solidFill>
                  <a:srgbClr val="101010"/>
                </a:solidFill>
                <a:latin typeface="Arial"/>
              </a:rPr>
              <a:t>Conduct Business Reviews with </a:t>
            </a:r>
            <a:r>
              <a:rPr lang="en-US" sz="1200">
                <a:latin typeface="Arial"/>
              </a:rPr>
              <a:t>100% of top 20 customer </a:t>
            </a:r>
            <a:r>
              <a:rPr lang="en-US" sz="1200">
                <a:solidFill>
                  <a:srgbClr val="101010"/>
                </a:solidFill>
                <a:latin typeface="Arial"/>
              </a:rPr>
              <a:t>by revenue and 10 customers with strategic growth potential (as defined by commercial).</a:t>
            </a:r>
            <a:endParaRPr lang="en-US" sz="1200">
              <a:solidFill>
                <a:srgbClr val="101010"/>
              </a:solidFill>
              <a:latin typeface="Arial"/>
              <a:cs typeface="Arial"/>
            </a:endParaRPr>
          </a:p>
          <a:p>
            <a:pPr>
              <a:spcAft>
                <a:spcPts val="600"/>
              </a:spcAft>
              <a:buClr>
                <a:srgbClr val="101010"/>
              </a:buClr>
              <a:buSzPts val="1000"/>
              <a:defRPr/>
            </a:pPr>
            <a:r>
              <a:rPr lang="en-US" sz="1400">
                <a:solidFill>
                  <a:srgbClr val="7D7AE8"/>
                </a:solidFill>
                <a:latin typeface="Arial"/>
              </a:rPr>
              <a:t>Activities: </a:t>
            </a:r>
            <a:endParaRPr lang="en-US" sz="1400">
              <a:solidFill>
                <a:srgbClr val="7D7AE8"/>
              </a:solidFill>
              <a:latin typeface="Arial"/>
              <a:cs typeface="Arial"/>
            </a:endParaRPr>
          </a:p>
          <a:p>
            <a:pPr marL="228600" indent="-228600">
              <a:spcAft>
                <a:spcPts val="600"/>
              </a:spcAft>
              <a:buClr>
                <a:srgbClr val="101010"/>
              </a:buClr>
              <a:buSzPts val="1000"/>
              <a:buFont typeface="Arial" panose="020B0604020202020204" pitchFamily="34" charset="0"/>
              <a:buAutoNum type="arabicPeriod"/>
              <a:defRPr/>
            </a:pPr>
            <a:r>
              <a:rPr lang="en-US" sz="1200">
                <a:solidFill>
                  <a:srgbClr val="101010"/>
                </a:solidFill>
                <a:latin typeface="Arial"/>
              </a:rPr>
              <a:t>Complete internal projects for Logic Monitor, </a:t>
            </a:r>
            <a:r>
              <a:rPr lang="en-US" sz="1200" err="1">
                <a:solidFill>
                  <a:srgbClr val="101010"/>
                </a:solidFill>
                <a:latin typeface="Arial"/>
              </a:rPr>
              <a:t>Tivoli→Veeam</a:t>
            </a:r>
            <a:r>
              <a:rPr lang="en-US" sz="1200">
                <a:solidFill>
                  <a:srgbClr val="101010"/>
                </a:solidFill>
                <a:latin typeface="Arial"/>
              </a:rPr>
              <a:t>, and Interworks.</a:t>
            </a:r>
            <a:endParaRPr lang="en-US" sz="1200">
              <a:solidFill>
                <a:srgbClr val="101010"/>
              </a:solidFill>
              <a:latin typeface="Arial"/>
              <a:cs typeface="Arial"/>
            </a:endParaRPr>
          </a:p>
          <a:p>
            <a:pPr marL="228600" indent="-228600">
              <a:spcAft>
                <a:spcPts val="600"/>
              </a:spcAft>
              <a:buClr>
                <a:srgbClr val="101010"/>
              </a:buClr>
              <a:buSzPts val="1000"/>
              <a:buFont typeface="Arial" panose="020B0604020202020204" pitchFamily="34" charset="0"/>
              <a:buAutoNum type="arabicPeriod"/>
              <a:defRPr/>
            </a:pPr>
            <a:r>
              <a:rPr lang="en-US" sz="1200">
                <a:solidFill>
                  <a:srgbClr val="101010"/>
                </a:solidFill>
                <a:latin typeface="Arial"/>
              </a:rPr>
              <a:t>Roll out redesigned shift/on-call model to maintain SLAs and reduce overtime.</a:t>
            </a:r>
            <a:endParaRPr lang="en-US" sz="1200">
              <a:solidFill>
                <a:srgbClr val="101010"/>
              </a:solidFill>
              <a:latin typeface="Arial"/>
              <a:cs typeface="Arial"/>
            </a:endParaRPr>
          </a:p>
          <a:p>
            <a:pPr marL="228600" indent="-228600">
              <a:spcAft>
                <a:spcPts val="600"/>
              </a:spcAft>
              <a:buClr>
                <a:srgbClr val="101010"/>
              </a:buClr>
              <a:buSzPts val="1000"/>
              <a:buFont typeface="Arial" panose="020B0604020202020204" pitchFamily="34" charset="0"/>
              <a:buAutoNum type="arabicPeriod"/>
              <a:defRPr/>
            </a:pPr>
            <a:r>
              <a:rPr lang="en-US" sz="1200">
                <a:solidFill>
                  <a:srgbClr val="101010"/>
                </a:solidFill>
                <a:latin typeface="Arial"/>
              </a:rPr>
              <a:t>Execute </a:t>
            </a:r>
            <a:r>
              <a:rPr lang="en-US" sz="1200" err="1">
                <a:solidFill>
                  <a:srgbClr val="101010"/>
                </a:solidFill>
                <a:latin typeface="Arial"/>
              </a:rPr>
              <a:t>ESXi</a:t>
            </a:r>
            <a:r>
              <a:rPr lang="en-US" sz="1200">
                <a:solidFill>
                  <a:srgbClr val="101010"/>
                </a:solidFill>
                <a:latin typeface="Arial"/>
              </a:rPr>
              <a:t> upgrade program across all customer environments.</a:t>
            </a:r>
            <a:endParaRPr lang="en-US" sz="1200">
              <a:solidFill>
                <a:srgbClr val="101010"/>
              </a:solidFill>
              <a:latin typeface="Arial"/>
              <a:cs typeface="Arial"/>
            </a:endParaRPr>
          </a:p>
          <a:p>
            <a:pPr marL="228600" indent="-228600">
              <a:spcAft>
                <a:spcPts val="600"/>
              </a:spcAft>
              <a:buClr>
                <a:srgbClr val="101010"/>
              </a:buClr>
              <a:buSzPts val="1000"/>
              <a:buFont typeface="Arial" panose="020B0604020202020204" pitchFamily="34" charset="0"/>
              <a:buAutoNum type="arabicPeriod"/>
              <a:defRPr/>
            </a:pPr>
            <a:r>
              <a:rPr lang="en-US" sz="1200" err="1">
                <a:solidFill>
                  <a:srgbClr val="101010"/>
                </a:solidFill>
                <a:latin typeface="Arial"/>
              </a:rPr>
              <a:t>mplement</a:t>
            </a:r>
            <a:r>
              <a:rPr lang="en-US" sz="1200">
                <a:solidFill>
                  <a:srgbClr val="101010"/>
                </a:solidFill>
                <a:latin typeface="Arial"/>
              </a:rPr>
              <a:t> and execute a customer satisfaction program to support retention.</a:t>
            </a:r>
            <a:endParaRPr lang="en-US" sz="1200">
              <a:solidFill>
                <a:srgbClr val="101010"/>
              </a:solidFill>
              <a:latin typeface="Arial"/>
              <a:cs typeface="Arial"/>
            </a:endParaRPr>
          </a:p>
          <a:p>
            <a:pPr marL="228600" indent="-228600">
              <a:spcAft>
                <a:spcPts val="600"/>
              </a:spcAft>
              <a:buClr>
                <a:srgbClr val="101010"/>
              </a:buClr>
              <a:buSzPts val="1000"/>
              <a:buFont typeface="Arial" panose="020B0604020202020204" pitchFamily="34" charset="0"/>
              <a:buAutoNum type="arabicPeriod"/>
              <a:defRPr/>
            </a:pPr>
            <a:r>
              <a:rPr lang="en-US" sz="1200">
                <a:solidFill>
                  <a:srgbClr val="101010"/>
                </a:solidFill>
                <a:latin typeface="Arial"/>
              </a:rPr>
              <a:t>Implement standardized Business Review process and complete reviews with strategic customers.</a:t>
            </a:r>
            <a:endParaRPr lang="en-US" sz="1200">
              <a:solidFill>
                <a:srgbClr val="101010"/>
              </a:solidFill>
              <a:latin typeface="Arial"/>
              <a:cs typeface="Arial"/>
            </a:endParaRPr>
          </a:p>
          <a:p>
            <a:pPr marL="228600" indent="-228600">
              <a:spcAft>
                <a:spcPts val="600"/>
              </a:spcAft>
              <a:buClr>
                <a:srgbClr val="101010"/>
              </a:buClr>
              <a:buSzPts val="1000"/>
              <a:buFont typeface="Arial" panose="020B0604020202020204" pitchFamily="34" charset="0"/>
              <a:buAutoNum type="arabicPeriod"/>
              <a:defRPr/>
            </a:pPr>
            <a:r>
              <a:rPr lang="en-US" sz="1200">
                <a:solidFill>
                  <a:srgbClr val="101010"/>
                </a:solidFill>
                <a:latin typeface="Arial"/>
              </a:rPr>
              <a:t>Update all Expert Services service guides and/or product documentation (settle on a ”document-type” that represents “what we do”).</a:t>
            </a:r>
            <a:endParaRPr lang="en-US" sz="1200">
              <a:solidFill>
                <a:srgbClr val="101010"/>
              </a:solidFill>
              <a:latin typeface="Arial"/>
              <a:cs typeface="Arial"/>
            </a:endParaRPr>
          </a:p>
          <a:p>
            <a:pPr marL="228600" indent="-228600">
              <a:spcAft>
                <a:spcPts val="600"/>
              </a:spcAft>
              <a:buClr>
                <a:srgbClr val="101010"/>
              </a:buClr>
              <a:buSzPts val="1000"/>
              <a:buFont typeface="Arial" panose="020B0604020202020204" pitchFamily="34" charset="0"/>
              <a:buAutoNum type="arabicPeriod"/>
              <a:defRPr/>
            </a:pPr>
            <a:r>
              <a:rPr lang="en-US" sz="1200">
                <a:solidFill>
                  <a:srgbClr val="101010"/>
                </a:solidFill>
                <a:latin typeface="Arial"/>
              </a:rPr>
              <a:t>Complete the requirements to achieve Azure Specialization, AWS Cloud Operations Competency, and maintain AWS Advanced Tier status.</a:t>
            </a:r>
            <a:endParaRPr lang="en-US" sz="1400">
              <a:cs typeface="Arial"/>
            </a:endParaRPr>
          </a:p>
        </p:txBody>
      </p:sp>
      <p:sp>
        <p:nvSpPr>
          <p:cNvPr id="9" name="Title 1">
            <a:extLst>
              <a:ext uri="{FF2B5EF4-FFF2-40B4-BE49-F238E27FC236}">
                <a16:creationId xmlns:a16="http://schemas.microsoft.com/office/drawing/2014/main" id="{5A764B4F-CF74-7A04-C7EC-8909C7737C90}"/>
              </a:ext>
            </a:extLst>
          </p:cNvPr>
          <p:cNvSpPr>
            <a:spLocks noGrp="1"/>
          </p:cNvSpPr>
          <p:nvPr>
            <p:ph type="title"/>
          </p:nvPr>
        </p:nvSpPr>
        <p:spPr>
          <a:xfrm>
            <a:off x="510541" y="205104"/>
            <a:ext cx="11170919" cy="731520"/>
          </a:xfrm>
        </p:spPr>
        <p:txBody>
          <a:bodyPr/>
          <a:lstStyle/>
          <a:p>
            <a:r>
              <a:rPr lang="en-US"/>
              <a:t>Expert Service Delivery (Adam)</a:t>
            </a:r>
          </a:p>
        </p:txBody>
      </p:sp>
    </p:spTree>
    <p:extLst>
      <p:ext uri="{BB962C8B-B14F-4D97-AF65-F5344CB8AC3E}">
        <p14:creationId xmlns:p14="http://schemas.microsoft.com/office/powerpoint/2010/main" val="3626986779"/>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CDD81-75B2-39FA-7F77-60141F761822}"/>
            </a:ext>
          </a:extLst>
        </p:cNvPr>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2F133C11-A49A-15F9-B272-E92BF7E61978}"/>
              </a:ext>
            </a:extLst>
          </p:cNvPr>
          <p:cNvGraphicFramePr/>
          <p:nvPr>
            <p:extLst>
              <p:ext uri="{D42A27DB-BD31-4B8C-83A1-F6EECF244321}">
                <p14:modId xmlns:p14="http://schemas.microsoft.com/office/powerpoint/2010/main" val="930782290"/>
              </p:ext>
            </p:extLst>
          </p:nvPr>
        </p:nvGraphicFramePr>
        <p:xfrm>
          <a:off x="482259" y="-1471635"/>
          <a:ext cx="11376659" cy="66232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4EF418CC-9FAE-783F-77F0-7CCE30B826D6}"/>
              </a:ext>
            </a:extLst>
          </p:cNvPr>
          <p:cNvSpPr>
            <a:spLocks noGrp="1"/>
          </p:cNvSpPr>
          <p:nvPr>
            <p:ph type="title"/>
          </p:nvPr>
        </p:nvSpPr>
        <p:spPr>
          <a:xfrm>
            <a:off x="482259" y="192477"/>
            <a:ext cx="11170919" cy="731520"/>
          </a:xfrm>
        </p:spPr>
        <p:txBody>
          <a:bodyPr/>
          <a:lstStyle/>
          <a:p>
            <a:r>
              <a:rPr lang="en-GB">
                <a:solidFill>
                  <a:srgbClr val="7D7AE8"/>
                </a:solidFill>
                <a:latin typeface="Geist"/>
              </a:rPr>
              <a:t>Expert Services Milestones</a:t>
            </a:r>
          </a:p>
        </p:txBody>
      </p:sp>
      <p:sp>
        <p:nvSpPr>
          <p:cNvPr id="7" name="TextBox 6">
            <a:extLst>
              <a:ext uri="{FF2B5EF4-FFF2-40B4-BE49-F238E27FC236}">
                <a16:creationId xmlns:a16="http://schemas.microsoft.com/office/drawing/2014/main" id="{9A12EF35-B522-DAD2-CB83-E4BBD436503C}"/>
              </a:ext>
            </a:extLst>
          </p:cNvPr>
          <p:cNvSpPr txBox="1"/>
          <p:nvPr/>
        </p:nvSpPr>
        <p:spPr>
          <a:xfrm>
            <a:off x="482259" y="2995403"/>
            <a:ext cx="2654709" cy="1543949"/>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200" b="0" i="0" u="none" strike="noStrike" kern="1200" cap="none" spc="0" normalizeH="0" baseline="0" noProof="0">
                <a:ln>
                  <a:noFill/>
                </a:ln>
                <a:effectLst/>
                <a:uLnTx/>
                <a:uFillTx/>
                <a:cs typeface="Arial"/>
              </a:rPr>
              <a:t>Logic Monitor Migration</a:t>
            </a:r>
          </a:p>
          <a:p>
            <a:pPr marL="227965" indent="-227965">
              <a:spcAft>
                <a:spcPts val="600"/>
              </a:spcAft>
              <a:buClr>
                <a:srgbClr val="7D7AE8"/>
              </a:buClr>
              <a:buFont typeface="Arial" panose="020B0604020202020204" pitchFamily="34" charset="0"/>
              <a:buChar char="•"/>
            </a:pPr>
            <a:r>
              <a:rPr lang="en-CA" sz="1200" b="0" i="0" u="none" strike="noStrike" kern="1200" cap="none" spc="0" normalizeH="0" baseline="0" noProof="0">
                <a:ln>
                  <a:noFill/>
                </a:ln>
                <a:effectLst/>
                <a:uLnTx/>
                <a:uFillTx/>
                <a:cs typeface="Arial"/>
              </a:rPr>
              <a:t>Sales Admin Transition</a:t>
            </a:r>
          </a:p>
          <a:p>
            <a:pPr marL="227965" indent="-227965">
              <a:spcAft>
                <a:spcPts val="600"/>
              </a:spcAft>
              <a:buClr>
                <a:srgbClr val="7D7AE8"/>
              </a:buClr>
              <a:buFont typeface="Arial" panose="020B0604020202020204" pitchFamily="34" charset="0"/>
              <a:buChar char="•"/>
            </a:pPr>
            <a:r>
              <a:rPr lang="en-CA" sz="1200" b="0" i="0" u="none" strike="noStrike" kern="1200" cap="none" spc="0" normalizeH="0" baseline="0" noProof="0">
                <a:ln>
                  <a:noFill/>
                </a:ln>
                <a:effectLst/>
                <a:uLnTx/>
                <a:uFillTx/>
                <a:cs typeface="Arial"/>
              </a:rPr>
              <a:t>Shift Model Redesign</a:t>
            </a:r>
          </a:p>
          <a:p>
            <a:pPr marL="227965" indent="-227965">
              <a:spcAft>
                <a:spcPts val="600"/>
              </a:spcAft>
              <a:buClr>
                <a:srgbClr val="7D7AE8"/>
              </a:buClr>
              <a:buFont typeface="Arial" panose="020B0604020202020204" pitchFamily="34" charset="0"/>
              <a:buChar char="•"/>
            </a:pPr>
            <a:r>
              <a:rPr lang="en-CA" sz="1200" b="0" i="0" u="none" strike="noStrike" kern="1200" cap="none" spc="0" normalizeH="0" baseline="0" noProof="0">
                <a:ln>
                  <a:noFill/>
                </a:ln>
                <a:effectLst/>
                <a:uLnTx/>
                <a:uFillTx/>
                <a:cs typeface="Arial"/>
              </a:rPr>
              <a:t>Sales Pipeline Cleanup (GSE)</a:t>
            </a:r>
          </a:p>
          <a:p>
            <a:pPr marL="227965" indent="-227965">
              <a:spcAft>
                <a:spcPts val="600"/>
              </a:spcAft>
              <a:buClr>
                <a:srgbClr val="7D7AE8"/>
              </a:buClr>
              <a:buFont typeface="Arial" panose="020B0604020202020204" pitchFamily="34" charset="0"/>
              <a:buChar char="•"/>
            </a:pPr>
            <a:r>
              <a:rPr lang="en-CA" sz="1200">
                <a:cs typeface="Arial"/>
              </a:rPr>
              <a:t>AWS Advanced Tier</a:t>
            </a:r>
            <a:endParaRPr lang="en-GB" sz="1200" b="0" i="0" u="none" strike="noStrike" kern="1200" cap="none" spc="0" normalizeH="0" baseline="0" noProof="0">
              <a:ln>
                <a:noFill/>
              </a:ln>
              <a:effectLst/>
              <a:uLnTx/>
              <a:uFillTx/>
              <a:cs typeface="Arial"/>
            </a:endParaRPr>
          </a:p>
          <a:p>
            <a:pPr marL="227965" indent="-227965">
              <a:buFont typeface="Arial" panose="020B0604020202020204" pitchFamily="34" charset="0"/>
              <a:buChar char="•"/>
            </a:pPr>
            <a:endParaRPr lang="en-GB" sz="933">
              <a:solidFill>
                <a:schemeClr val="bg1">
                  <a:lumMod val="75000"/>
                </a:schemeClr>
              </a:solidFill>
              <a:cs typeface="Arial"/>
            </a:endParaRPr>
          </a:p>
        </p:txBody>
      </p:sp>
      <p:sp>
        <p:nvSpPr>
          <p:cNvPr id="8" name="TextBox 7">
            <a:extLst>
              <a:ext uri="{FF2B5EF4-FFF2-40B4-BE49-F238E27FC236}">
                <a16:creationId xmlns:a16="http://schemas.microsoft.com/office/drawing/2014/main" id="{3537A6B5-1C40-9F56-28E6-036953B00625}"/>
              </a:ext>
            </a:extLst>
          </p:cNvPr>
          <p:cNvSpPr txBox="1"/>
          <p:nvPr/>
        </p:nvSpPr>
        <p:spPr>
          <a:xfrm>
            <a:off x="3364114" y="2995404"/>
            <a:ext cx="2654709" cy="1708160"/>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200">
                <a:cs typeface="Arial"/>
              </a:rPr>
              <a:t>Tivoli → Veeam (Final Phase)</a:t>
            </a:r>
          </a:p>
          <a:p>
            <a:pPr marL="227965" indent="-227965">
              <a:spcAft>
                <a:spcPts val="600"/>
              </a:spcAft>
              <a:buClr>
                <a:srgbClr val="7D7AE8"/>
              </a:buClr>
              <a:buFont typeface="Arial" panose="020B0604020202020204" pitchFamily="34" charset="0"/>
              <a:buChar char="•"/>
            </a:pPr>
            <a:r>
              <a:rPr lang="en-CA" sz="1200" err="1">
                <a:cs typeface="Arial"/>
              </a:rPr>
              <a:t>ESXi</a:t>
            </a:r>
            <a:r>
              <a:rPr lang="en-CA" sz="1200">
                <a:cs typeface="Arial"/>
              </a:rPr>
              <a:t> Upgrade Program</a:t>
            </a:r>
          </a:p>
          <a:p>
            <a:pPr marL="227965" indent="-227965">
              <a:spcAft>
                <a:spcPts val="600"/>
              </a:spcAft>
              <a:buClr>
                <a:srgbClr val="7D7AE8"/>
              </a:buClr>
              <a:buFont typeface="Arial" panose="020B0604020202020204" pitchFamily="34" charset="0"/>
              <a:buChar char="•"/>
            </a:pPr>
            <a:r>
              <a:rPr lang="en-CA" sz="1200">
                <a:cs typeface="Arial"/>
              </a:rPr>
              <a:t>AWS Competency</a:t>
            </a:r>
          </a:p>
          <a:p>
            <a:pPr marL="227965" indent="-227965">
              <a:spcAft>
                <a:spcPts val="600"/>
              </a:spcAft>
              <a:buClr>
                <a:srgbClr val="7D7AE8"/>
              </a:buClr>
              <a:buFont typeface="Arial" panose="020B0604020202020204" pitchFamily="34" charset="0"/>
              <a:buChar char="•"/>
            </a:pPr>
            <a:r>
              <a:rPr lang="en-CA" sz="1200">
                <a:cs typeface="Arial"/>
              </a:rPr>
              <a:t>Customer Sat Program</a:t>
            </a:r>
          </a:p>
          <a:p>
            <a:pPr marL="227965" indent="-227965">
              <a:spcAft>
                <a:spcPts val="600"/>
              </a:spcAft>
              <a:buClr>
                <a:srgbClr val="7D7AE8"/>
              </a:buClr>
              <a:buFont typeface="Arial" panose="020B0604020202020204" pitchFamily="34" charset="0"/>
              <a:buChar char="•"/>
            </a:pPr>
            <a:r>
              <a:rPr lang="en-CA" sz="1200">
                <a:cs typeface="Arial"/>
              </a:rPr>
              <a:t>Renewals Process</a:t>
            </a:r>
          </a:p>
          <a:p>
            <a:pPr marL="227965" indent="-227965">
              <a:buFont typeface="Arial" panose="020B0604020202020204" pitchFamily="34" charset="0"/>
              <a:buChar char="•"/>
            </a:pPr>
            <a:endParaRPr lang="en-US" sz="1000">
              <a:cs typeface="Arial"/>
            </a:endParaRPr>
          </a:p>
          <a:p>
            <a:pPr marL="227965" indent="-227965">
              <a:buFont typeface="Arial" panose="020B0604020202020204" pitchFamily="34" charset="0"/>
              <a:buChar char="•"/>
            </a:pPr>
            <a:endParaRPr lang="en-US" sz="1000">
              <a:cs typeface="Arial"/>
            </a:endParaRPr>
          </a:p>
        </p:txBody>
      </p:sp>
      <p:sp>
        <p:nvSpPr>
          <p:cNvPr id="9" name="TextBox 8">
            <a:extLst>
              <a:ext uri="{FF2B5EF4-FFF2-40B4-BE49-F238E27FC236}">
                <a16:creationId xmlns:a16="http://schemas.microsoft.com/office/drawing/2014/main" id="{A9B7E0D2-5752-1A95-F0CF-5EE42D9CD7B2}"/>
              </a:ext>
            </a:extLst>
          </p:cNvPr>
          <p:cNvSpPr txBox="1"/>
          <p:nvPr/>
        </p:nvSpPr>
        <p:spPr>
          <a:xfrm>
            <a:off x="6207800" y="2983620"/>
            <a:ext cx="2654709" cy="1061829"/>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200">
                <a:cs typeface="Arial"/>
              </a:rPr>
              <a:t>Azure Specialization</a:t>
            </a:r>
          </a:p>
          <a:p>
            <a:pPr marL="227965" indent="-227965">
              <a:spcAft>
                <a:spcPts val="600"/>
              </a:spcAft>
              <a:buClr>
                <a:srgbClr val="7D7AE8"/>
              </a:buClr>
              <a:buFont typeface="Arial" panose="020B0604020202020204" pitchFamily="34" charset="0"/>
              <a:buChar char="•"/>
            </a:pPr>
            <a:r>
              <a:rPr lang="en-CA" sz="1200">
                <a:cs typeface="Arial"/>
              </a:rPr>
              <a:t>Standardized QBR Process</a:t>
            </a:r>
          </a:p>
          <a:p>
            <a:pPr marL="227965" indent="-227965">
              <a:spcAft>
                <a:spcPts val="600"/>
              </a:spcAft>
              <a:buClr>
                <a:srgbClr val="7D7AE8"/>
              </a:buClr>
              <a:buFont typeface="Arial" panose="020B0604020202020204" pitchFamily="34" charset="0"/>
              <a:buChar char="•"/>
            </a:pPr>
            <a:r>
              <a:rPr lang="en-CA" sz="1200">
                <a:cs typeface="Arial"/>
              </a:rPr>
              <a:t>Service Guide Refresh</a:t>
            </a:r>
          </a:p>
          <a:p>
            <a:pPr marL="227965" indent="-227965">
              <a:spcAft>
                <a:spcPts val="600"/>
              </a:spcAft>
              <a:buClr>
                <a:srgbClr val="7D7AE8"/>
              </a:buClr>
              <a:buFont typeface="Arial" panose="020B0604020202020204" pitchFamily="34" charset="0"/>
              <a:buChar char="•"/>
            </a:pPr>
            <a:r>
              <a:rPr lang="en-GB" sz="1200">
                <a:cs typeface="Arial"/>
              </a:rPr>
              <a:t>Logic Monitor (IT Phase)</a:t>
            </a:r>
          </a:p>
        </p:txBody>
      </p:sp>
      <p:sp>
        <p:nvSpPr>
          <p:cNvPr id="10" name="TextBox 9">
            <a:extLst>
              <a:ext uri="{FF2B5EF4-FFF2-40B4-BE49-F238E27FC236}">
                <a16:creationId xmlns:a16="http://schemas.microsoft.com/office/drawing/2014/main" id="{1F363915-7872-2DD8-1572-9454F1514C07}"/>
              </a:ext>
            </a:extLst>
          </p:cNvPr>
          <p:cNvSpPr txBox="1"/>
          <p:nvPr/>
        </p:nvSpPr>
        <p:spPr>
          <a:xfrm>
            <a:off x="9163571" y="2920357"/>
            <a:ext cx="2884324" cy="2410725"/>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200">
                <a:cs typeface="Arial"/>
              </a:rPr>
              <a:t>Revenue Retention</a:t>
            </a:r>
          </a:p>
          <a:p>
            <a:pPr marL="227965" indent="-227965">
              <a:spcAft>
                <a:spcPts val="600"/>
              </a:spcAft>
              <a:buClr>
                <a:srgbClr val="7D7AE8"/>
              </a:buClr>
              <a:buFont typeface="Arial" panose="020B0604020202020204" pitchFamily="34" charset="0"/>
              <a:buChar char="•"/>
            </a:pPr>
            <a:r>
              <a:rPr lang="en-CA" sz="1200">
                <a:cs typeface="Arial"/>
              </a:rPr>
              <a:t>Cost Savings Validation</a:t>
            </a:r>
          </a:p>
          <a:p>
            <a:pPr marL="227965" indent="-227965">
              <a:spcAft>
                <a:spcPts val="600"/>
              </a:spcAft>
              <a:buClr>
                <a:srgbClr val="7D7AE8"/>
              </a:buClr>
              <a:buFont typeface="Arial" panose="020B0604020202020204" pitchFamily="34" charset="0"/>
              <a:buChar char="•"/>
            </a:pPr>
            <a:r>
              <a:rPr lang="en-CA" sz="1200">
                <a:cs typeface="Arial"/>
              </a:rPr>
              <a:t>Strategic Reviews</a:t>
            </a:r>
          </a:p>
          <a:p>
            <a:pPr marL="227965" indent="-227965">
              <a:spcAft>
                <a:spcPts val="600"/>
              </a:spcAft>
              <a:buClr>
                <a:srgbClr val="7D7AE8"/>
              </a:buClr>
              <a:buFont typeface="Arial" panose="020B0604020202020204" pitchFamily="34" charset="0"/>
              <a:buChar char="•"/>
            </a:pPr>
            <a:endParaRPr lang="en-GB" sz="1000">
              <a:cs typeface="Arial"/>
            </a:endParaRPr>
          </a:p>
          <a:p>
            <a:pPr marL="227965" indent="-227965">
              <a:spcAft>
                <a:spcPts val="600"/>
              </a:spcAft>
              <a:buClr>
                <a:srgbClr val="7D7AE8"/>
              </a:buClr>
              <a:buFont typeface="Arial" panose="020B0604020202020204" pitchFamily="34" charset="0"/>
              <a:buChar char="•"/>
            </a:pPr>
            <a:endParaRPr lang="en-GB" sz="1000">
              <a:cs typeface="Arial"/>
            </a:endParaRPr>
          </a:p>
          <a:p>
            <a:pPr marL="227965" indent="-227965">
              <a:spcAft>
                <a:spcPts val="600"/>
              </a:spcAft>
              <a:buFont typeface="Arial" panose="020B0604020202020204" pitchFamily="34" charset="0"/>
              <a:buChar char="•"/>
            </a:pPr>
            <a:endParaRPr lang="en-GB" sz="1000">
              <a:cs typeface="Arial"/>
            </a:endParaRPr>
          </a:p>
          <a:p>
            <a:pPr marL="227965" indent="-227965">
              <a:spcAft>
                <a:spcPts val="1600"/>
              </a:spcAft>
              <a:buFont typeface="Arial" panose="020B0604020202020204" pitchFamily="34" charset="0"/>
              <a:buChar char="•"/>
            </a:pPr>
            <a:endParaRPr lang="en-GB" sz="933">
              <a:cs typeface="Arial"/>
            </a:endParaRPr>
          </a:p>
          <a:p>
            <a:pPr marL="227965" indent="-227965">
              <a:spcAft>
                <a:spcPts val="1600"/>
              </a:spcAft>
              <a:buFont typeface="Arial" panose="020B0604020202020204" pitchFamily="34" charset="0"/>
              <a:buChar char="•"/>
            </a:pPr>
            <a:endParaRPr lang="en-GB" sz="933">
              <a:cs typeface="Arial"/>
            </a:endParaRPr>
          </a:p>
          <a:p>
            <a:pPr marL="227965" indent="-227965">
              <a:spcAft>
                <a:spcPts val="1600"/>
              </a:spcAft>
              <a:buFont typeface="Arial" panose="020B0604020202020204" pitchFamily="34" charset="0"/>
              <a:buChar char="•"/>
            </a:pPr>
            <a:endParaRPr lang="en-GB" sz="933">
              <a:cs typeface="Arial"/>
            </a:endParaRPr>
          </a:p>
        </p:txBody>
      </p:sp>
      <p:sp>
        <p:nvSpPr>
          <p:cNvPr id="11" name="TextBox 10">
            <a:extLst>
              <a:ext uri="{FF2B5EF4-FFF2-40B4-BE49-F238E27FC236}">
                <a16:creationId xmlns:a16="http://schemas.microsoft.com/office/drawing/2014/main" id="{D1E69EC1-E390-1F47-BD27-5CB23140E2B9}"/>
              </a:ext>
            </a:extLst>
          </p:cNvPr>
          <p:cNvSpPr txBox="1"/>
          <p:nvPr/>
        </p:nvSpPr>
        <p:spPr>
          <a:xfrm>
            <a:off x="905783" y="874780"/>
            <a:ext cx="1154483" cy="256545"/>
          </a:xfrm>
          <a:prstGeom prst="rect">
            <a:avLst/>
          </a:prstGeom>
          <a:noFill/>
        </p:spPr>
        <p:txBody>
          <a:bodyPr wrap="none" rtlCol="0">
            <a:spAutoFit/>
          </a:bodyPr>
          <a:lstStyle/>
          <a:p>
            <a:r>
              <a:rPr lang="en-GB" sz="1067"/>
              <a:t>To 30 Nov 2025</a:t>
            </a:r>
          </a:p>
        </p:txBody>
      </p:sp>
      <p:sp>
        <p:nvSpPr>
          <p:cNvPr id="12" name="TextBox 11">
            <a:extLst>
              <a:ext uri="{FF2B5EF4-FFF2-40B4-BE49-F238E27FC236}">
                <a16:creationId xmlns:a16="http://schemas.microsoft.com/office/drawing/2014/main" id="{892024E7-4B67-27DA-7A6D-70D733F15DC1}"/>
              </a:ext>
            </a:extLst>
          </p:cNvPr>
          <p:cNvSpPr txBox="1"/>
          <p:nvPr/>
        </p:nvSpPr>
        <p:spPr>
          <a:xfrm>
            <a:off x="3793190" y="874780"/>
            <a:ext cx="1144865" cy="256545"/>
          </a:xfrm>
          <a:prstGeom prst="rect">
            <a:avLst/>
          </a:prstGeom>
          <a:noFill/>
        </p:spPr>
        <p:txBody>
          <a:bodyPr wrap="none" rtlCol="0">
            <a:spAutoFit/>
          </a:bodyPr>
          <a:lstStyle/>
          <a:p>
            <a:r>
              <a:rPr lang="en-GB" sz="1067"/>
              <a:t>To 28 Feb 2026</a:t>
            </a:r>
          </a:p>
        </p:txBody>
      </p:sp>
      <p:sp>
        <p:nvSpPr>
          <p:cNvPr id="13" name="TextBox 12">
            <a:extLst>
              <a:ext uri="{FF2B5EF4-FFF2-40B4-BE49-F238E27FC236}">
                <a16:creationId xmlns:a16="http://schemas.microsoft.com/office/drawing/2014/main" id="{B33E2AE4-1257-B35B-7A58-19A904000E26}"/>
              </a:ext>
            </a:extLst>
          </p:cNvPr>
          <p:cNvSpPr txBox="1"/>
          <p:nvPr/>
        </p:nvSpPr>
        <p:spPr>
          <a:xfrm>
            <a:off x="6685660" y="959587"/>
            <a:ext cx="1168910" cy="256545"/>
          </a:xfrm>
          <a:prstGeom prst="rect">
            <a:avLst/>
          </a:prstGeom>
          <a:noFill/>
        </p:spPr>
        <p:txBody>
          <a:bodyPr wrap="none" rtlCol="0">
            <a:spAutoFit/>
          </a:bodyPr>
          <a:lstStyle/>
          <a:p>
            <a:r>
              <a:rPr lang="en-GB" sz="1067"/>
              <a:t>To 31 May 2026</a:t>
            </a:r>
          </a:p>
        </p:txBody>
      </p:sp>
      <p:sp>
        <p:nvSpPr>
          <p:cNvPr id="14" name="TextBox 13">
            <a:extLst>
              <a:ext uri="{FF2B5EF4-FFF2-40B4-BE49-F238E27FC236}">
                <a16:creationId xmlns:a16="http://schemas.microsoft.com/office/drawing/2014/main" id="{1D662838-D316-B2CE-293C-F847C89CD4F8}"/>
              </a:ext>
            </a:extLst>
          </p:cNvPr>
          <p:cNvSpPr txBox="1"/>
          <p:nvPr/>
        </p:nvSpPr>
        <p:spPr>
          <a:xfrm>
            <a:off x="9575995" y="959587"/>
            <a:ext cx="1152880" cy="256545"/>
          </a:xfrm>
          <a:prstGeom prst="rect">
            <a:avLst/>
          </a:prstGeom>
          <a:noFill/>
        </p:spPr>
        <p:txBody>
          <a:bodyPr wrap="none" rtlCol="0">
            <a:spAutoFit/>
          </a:bodyPr>
          <a:lstStyle/>
          <a:p>
            <a:r>
              <a:rPr lang="en-GB" sz="1067"/>
              <a:t>To 31 Aug 2026</a:t>
            </a:r>
          </a:p>
        </p:txBody>
      </p:sp>
      <p:sp>
        <p:nvSpPr>
          <p:cNvPr id="3" name="Slide Number Placeholder 2">
            <a:extLst>
              <a:ext uri="{FF2B5EF4-FFF2-40B4-BE49-F238E27FC236}">
                <a16:creationId xmlns:a16="http://schemas.microsoft.com/office/drawing/2014/main" id="{9A670F7F-EDFA-239E-1D38-9032BBC0ACC4}"/>
              </a:ext>
            </a:extLst>
          </p:cNvPr>
          <p:cNvSpPr>
            <a:spLocks noGrp="1"/>
          </p:cNvSpPr>
          <p:nvPr>
            <p:ph type="sldNum" sz="quarter" idx="10"/>
          </p:nvPr>
        </p:nvSpPr>
        <p:spPr/>
        <p:txBody>
          <a:bodyPr/>
          <a:lstStyle/>
          <a:p>
            <a:fld id="{4AF1CB10-4EE0-4482-BBF6-B71BD01DA370}" type="slidenum">
              <a:rPr lang="en-US" smtClean="0"/>
              <a:pPr/>
              <a:t>28</a:t>
            </a:fld>
            <a:endParaRPr lang="en-US"/>
          </a:p>
        </p:txBody>
      </p:sp>
    </p:spTree>
    <p:extLst>
      <p:ext uri="{BB962C8B-B14F-4D97-AF65-F5344CB8AC3E}">
        <p14:creationId xmlns:p14="http://schemas.microsoft.com/office/powerpoint/2010/main" val="9913884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F15A3-3AD5-9D45-7F91-1376A702DE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135F2A-B96D-529C-6D9F-7668431FF463}"/>
              </a:ext>
            </a:extLst>
          </p:cNvPr>
          <p:cNvSpPr>
            <a:spLocks noGrp="1"/>
          </p:cNvSpPr>
          <p:nvPr>
            <p:ph type="title"/>
          </p:nvPr>
        </p:nvSpPr>
        <p:spPr/>
        <p:txBody>
          <a:bodyPr/>
          <a:lstStyle/>
          <a:p>
            <a:r>
              <a:rPr lang="en-US"/>
              <a:t>Software</a:t>
            </a:r>
          </a:p>
        </p:txBody>
      </p:sp>
      <p:sp>
        <p:nvSpPr>
          <p:cNvPr id="5" name="Content Placeholder 5">
            <a:extLst>
              <a:ext uri="{FF2B5EF4-FFF2-40B4-BE49-F238E27FC236}">
                <a16:creationId xmlns:a16="http://schemas.microsoft.com/office/drawing/2014/main" id="{44F9BF50-97FB-CBC7-3D88-D15BBE6E4983}"/>
              </a:ext>
            </a:extLst>
          </p:cNvPr>
          <p:cNvSpPr>
            <a:spLocks noGrp="1"/>
          </p:cNvSpPr>
          <p:nvPr>
            <p:ph idx="1"/>
          </p:nvPr>
        </p:nvSpPr>
        <p:spPr/>
        <p:txBody>
          <a:bodyPr vert="horz" lIns="91440" tIns="45720" rIns="91440" bIns="45720" rtlCol="0" anchor="t">
            <a:noAutofit/>
          </a:bodyPr>
          <a:lstStyle/>
          <a:p>
            <a:pPr>
              <a:spcBef>
                <a:spcPts val="1800"/>
              </a:spcBef>
              <a:spcAft>
                <a:spcPts val="1000"/>
              </a:spcAft>
              <a:buClr>
                <a:srgbClr val="101010"/>
              </a:buClr>
              <a:buSzPts val="1000"/>
              <a:defRPr/>
            </a:pPr>
            <a:r>
              <a:rPr lang="en-US" sz="1400">
                <a:solidFill>
                  <a:srgbClr val="7D7AE8"/>
                </a:solidFill>
                <a:latin typeface="Arial"/>
              </a:rPr>
              <a:t>Objectives: </a:t>
            </a:r>
            <a:r>
              <a:rPr lang="en-US" sz="1400">
                <a:solidFill>
                  <a:schemeClr val="accent6">
                    <a:lumMod val="60000"/>
                    <a:lumOff val="40000"/>
                  </a:schemeClr>
                </a:solidFill>
                <a:latin typeface="Arial"/>
              </a:rPr>
              <a:t>(infinite game)</a:t>
            </a:r>
          </a:p>
          <a:p>
            <a:pPr marL="182880" indent="-182880">
              <a:spcBef>
                <a:spcPts val="0"/>
              </a:spcBef>
              <a:buClr>
                <a:srgbClr val="101010"/>
              </a:buClr>
              <a:buSzPts val="1000"/>
              <a:buFont typeface="Arial"/>
              <a:buAutoNum type="arabicPeriod"/>
              <a:defRPr/>
            </a:pPr>
            <a:r>
              <a:rPr lang="en-US" sz="1200">
                <a:solidFill>
                  <a:srgbClr val="101010"/>
                </a:solidFill>
                <a:latin typeface="Arial"/>
              </a:rPr>
              <a:t>Enable </a:t>
            </a:r>
            <a:r>
              <a:rPr lang="en-US" sz="1200" err="1">
                <a:solidFill>
                  <a:srgbClr val="101010"/>
                </a:solidFill>
                <a:latin typeface="Arial"/>
              </a:rPr>
              <a:t>Aptum's</a:t>
            </a:r>
            <a:r>
              <a:rPr lang="en-US" sz="1200">
                <a:solidFill>
                  <a:srgbClr val="101010"/>
                </a:solidFill>
                <a:latin typeface="Arial"/>
              </a:rPr>
              <a:t> customers to self-serve</a:t>
            </a:r>
            <a:endParaRPr lang="en-US" sz="1200">
              <a:solidFill>
                <a:srgbClr val="101010"/>
              </a:solidFill>
              <a:latin typeface="Arial"/>
              <a:cs typeface="Arial"/>
            </a:endParaRPr>
          </a:p>
          <a:p>
            <a:pPr marL="182880" indent="-182880">
              <a:spcBef>
                <a:spcPts val="0"/>
              </a:spcBef>
              <a:buClr>
                <a:srgbClr val="101010"/>
              </a:buClr>
              <a:buSzPts val="1000"/>
              <a:buFont typeface="Arial"/>
              <a:buAutoNum type="arabicPeriod"/>
              <a:defRPr/>
            </a:pPr>
            <a:r>
              <a:rPr lang="en-US" sz="1200">
                <a:solidFill>
                  <a:srgbClr val="101010"/>
                </a:solidFill>
                <a:latin typeface="Arial"/>
              </a:rPr>
              <a:t>Demonstrate market relevance and value</a:t>
            </a:r>
            <a:endParaRPr lang="en-US" sz="1200">
              <a:solidFill>
                <a:srgbClr val="101010"/>
              </a:solidFill>
              <a:latin typeface="Arial"/>
              <a:cs typeface="Arial"/>
            </a:endParaRPr>
          </a:p>
          <a:p>
            <a:pPr marL="182880" indent="-182880">
              <a:spcBef>
                <a:spcPts val="0"/>
              </a:spcBef>
              <a:buClr>
                <a:srgbClr val="101010"/>
              </a:buClr>
              <a:buSzPts val="1000"/>
              <a:buFont typeface="Arial"/>
              <a:buAutoNum type="arabicPeriod"/>
              <a:defRPr/>
            </a:pPr>
            <a:r>
              <a:rPr lang="en-US" sz="1200">
                <a:solidFill>
                  <a:srgbClr val="101010"/>
                </a:solidFill>
                <a:latin typeface="Arial"/>
              </a:rPr>
              <a:t>Grow sustainable value for </a:t>
            </a:r>
            <a:r>
              <a:rPr lang="en-US" sz="1200" err="1">
                <a:solidFill>
                  <a:srgbClr val="101010"/>
                </a:solidFill>
                <a:latin typeface="Arial"/>
              </a:rPr>
              <a:t>Aptum</a:t>
            </a:r>
            <a:endParaRPr lang="en-US" sz="1200">
              <a:solidFill>
                <a:srgbClr val="101010"/>
              </a:solidFill>
              <a:latin typeface="Arial"/>
              <a:cs typeface="Arial"/>
            </a:endParaRPr>
          </a:p>
          <a:p>
            <a:pPr>
              <a:spcBef>
                <a:spcPts val="1800"/>
              </a:spcBef>
              <a:spcAft>
                <a:spcPts val="1000"/>
              </a:spcAft>
              <a:buClr>
                <a:srgbClr val="101010"/>
              </a:buClr>
              <a:buSzPts val="1000"/>
              <a:defRPr/>
            </a:pPr>
            <a:r>
              <a:rPr lang="en-US" sz="1400">
                <a:solidFill>
                  <a:srgbClr val="7D7AE8"/>
                </a:solidFill>
                <a:latin typeface="Arial"/>
              </a:rPr>
              <a:t>Key Results: </a:t>
            </a:r>
            <a:r>
              <a:rPr lang="en-US" sz="1400">
                <a:solidFill>
                  <a:schemeClr val="accent6">
                    <a:lumMod val="60000"/>
                    <a:lumOff val="40000"/>
                  </a:schemeClr>
                </a:solidFill>
                <a:latin typeface="Arial"/>
              </a:rPr>
              <a:t>(specific milestones for FY26)</a:t>
            </a:r>
            <a:endParaRPr lang="en-US" sz="1400">
              <a:solidFill>
                <a:schemeClr val="accent6">
                  <a:lumMod val="60000"/>
                  <a:lumOff val="40000"/>
                </a:schemeClr>
              </a:solidFill>
              <a:latin typeface="Arial"/>
              <a:cs typeface="Arial"/>
            </a:endParaRPr>
          </a:p>
          <a:p>
            <a:pPr marL="182880" indent="-182880">
              <a:spcBef>
                <a:spcPts val="0"/>
              </a:spcBef>
              <a:buClr>
                <a:srgbClr val="101010"/>
              </a:buClr>
              <a:buSzPts val="1000"/>
              <a:buFont typeface="Arial"/>
              <a:buAutoNum type="arabicPeriod"/>
              <a:defRPr/>
            </a:pPr>
            <a:r>
              <a:rPr lang="en-US" sz="1200">
                <a:solidFill>
                  <a:srgbClr val="101010"/>
                </a:solidFill>
                <a:latin typeface="Arial"/>
              </a:rPr>
              <a:t>At least 25 of </a:t>
            </a:r>
            <a:r>
              <a:rPr lang="en-US" sz="1200" err="1">
                <a:solidFill>
                  <a:srgbClr val="101010"/>
                </a:solidFill>
                <a:latin typeface="Arial"/>
              </a:rPr>
              <a:t>Aptum's</a:t>
            </a:r>
            <a:r>
              <a:rPr lang="en-US" sz="1200">
                <a:solidFill>
                  <a:srgbClr val="101010"/>
                </a:solidFill>
                <a:latin typeface="Arial"/>
              </a:rPr>
              <a:t> customers are actively using portal.aptum.com.</a:t>
            </a:r>
            <a:endParaRPr lang="en-US" sz="1200">
              <a:solidFill>
                <a:srgbClr val="101010"/>
              </a:solidFill>
              <a:latin typeface="Arial"/>
              <a:cs typeface="Arial"/>
            </a:endParaRPr>
          </a:p>
          <a:p>
            <a:pPr marL="182880" indent="-182880">
              <a:spcBef>
                <a:spcPts val="0"/>
              </a:spcBef>
              <a:buClr>
                <a:srgbClr val="101010"/>
              </a:buClr>
              <a:buSzPts val="1000"/>
              <a:buFont typeface="Arial" panose="020B0604020202020204" pitchFamily="34" charset="0"/>
              <a:buAutoNum type="arabicPeriod"/>
              <a:defRPr/>
            </a:pPr>
            <a:r>
              <a:rPr lang="en-US" sz="1200">
                <a:solidFill>
                  <a:srgbClr val="101010"/>
                </a:solidFill>
                <a:latin typeface="Arial"/>
              </a:rPr>
              <a:t>At least $300k of </a:t>
            </a:r>
            <a:r>
              <a:rPr lang="en-US" sz="1200" err="1">
                <a:solidFill>
                  <a:srgbClr val="101010"/>
                </a:solidFill>
                <a:latin typeface="Arial"/>
              </a:rPr>
              <a:t>Aptum</a:t>
            </a:r>
            <a:r>
              <a:rPr lang="en-US" sz="1200">
                <a:solidFill>
                  <a:srgbClr val="101010"/>
                </a:solidFill>
                <a:latin typeface="Arial"/>
              </a:rPr>
              <a:t> Infrastructure ARR run rate is delivered through the </a:t>
            </a:r>
            <a:r>
              <a:rPr lang="en-US" sz="1200" err="1">
                <a:solidFill>
                  <a:srgbClr val="101010"/>
                </a:solidFill>
                <a:latin typeface="Arial"/>
              </a:rPr>
              <a:t>CloudOps</a:t>
            </a:r>
            <a:r>
              <a:rPr lang="en-US" sz="1200">
                <a:solidFill>
                  <a:srgbClr val="101010"/>
                </a:solidFill>
                <a:latin typeface="Arial"/>
              </a:rPr>
              <a:t> </a:t>
            </a:r>
            <a:r>
              <a:rPr lang="en-US" sz="1200">
                <a:solidFill>
                  <a:srgbClr val="101010"/>
                </a:solidFill>
                <a:latin typeface="Arial"/>
                <a:cs typeface="Arial"/>
              </a:rPr>
              <a:t>Software.</a:t>
            </a:r>
            <a:endParaRPr lang="en-US" sz="1200">
              <a:solidFill>
                <a:srgbClr val="101010"/>
              </a:solidFill>
              <a:latin typeface="Arial"/>
            </a:endParaRPr>
          </a:p>
          <a:p>
            <a:pPr marL="182880" indent="-182880">
              <a:spcBef>
                <a:spcPts val="0"/>
              </a:spcBef>
              <a:buClr>
                <a:srgbClr val="101010"/>
              </a:buClr>
              <a:buSzPts val="1000"/>
              <a:buAutoNum type="arabicPeriod"/>
              <a:defRPr/>
            </a:pPr>
            <a:r>
              <a:rPr lang="en-US" sz="1200">
                <a:solidFill>
                  <a:srgbClr val="101010"/>
                </a:solidFill>
                <a:latin typeface="Arial"/>
              </a:rPr>
              <a:t>Value created is greater than costs. (Direct Revenue + </a:t>
            </a:r>
            <a:r>
              <a:rPr lang="en-US" sz="1200" err="1">
                <a:solidFill>
                  <a:srgbClr val="101010"/>
                </a:solidFill>
                <a:latin typeface="Arial"/>
              </a:rPr>
              <a:t>Aptum</a:t>
            </a:r>
            <a:r>
              <a:rPr lang="en-US" sz="1200">
                <a:solidFill>
                  <a:srgbClr val="101010"/>
                </a:solidFill>
                <a:latin typeface="Arial"/>
              </a:rPr>
              <a:t> Infra Revenue delivered through the SW) / (SW cost) &gt; $0</a:t>
            </a:r>
            <a:endParaRPr lang="en-US" sz="1200">
              <a:solidFill>
                <a:srgbClr val="101010"/>
              </a:solidFill>
              <a:latin typeface="Arial"/>
              <a:cs typeface="Arial"/>
            </a:endParaRPr>
          </a:p>
          <a:p>
            <a:pPr>
              <a:spcBef>
                <a:spcPts val="1800"/>
              </a:spcBef>
              <a:spcAft>
                <a:spcPts val="1000"/>
              </a:spcAft>
              <a:buClr>
                <a:srgbClr val="101010"/>
              </a:buClr>
              <a:buSzPts val="1000"/>
              <a:defRPr/>
            </a:pPr>
            <a:r>
              <a:rPr lang="en-US" sz="1400">
                <a:solidFill>
                  <a:srgbClr val="7D7AE8"/>
                </a:solidFill>
                <a:latin typeface="Arial"/>
              </a:rPr>
              <a:t>Activities: </a:t>
            </a:r>
            <a:r>
              <a:rPr lang="en-US" sz="1400">
                <a:solidFill>
                  <a:schemeClr val="accent6">
                    <a:lumMod val="60000"/>
                    <a:lumOff val="40000"/>
                  </a:schemeClr>
                </a:solidFill>
                <a:latin typeface="Arial"/>
              </a:rPr>
              <a:t>(core strategies and related action plans to achieve the objectives)</a:t>
            </a:r>
            <a:endParaRPr lang="en-US" sz="1400">
              <a:solidFill>
                <a:schemeClr val="accent6">
                  <a:lumMod val="60000"/>
                  <a:lumOff val="40000"/>
                </a:schemeClr>
              </a:solidFill>
              <a:latin typeface="Arial"/>
              <a:cs typeface="Arial"/>
            </a:endParaRPr>
          </a:p>
          <a:p>
            <a:pPr marL="182880" indent="-182880">
              <a:lnSpc>
                <a:spcPct val="110000"/>
              </a:lnSpc>
              <a:spcBef>
                <a:spcPts val="0"/>
              </a:spcBef>
              <a:buClr>
                <a:srgbClr val="101010"/>
              </a:buClr>
              <a:buSzPts val="1000"/>
              <a:buFont typeface="Arial"/>
              <a:buAutoNum type="arabicPeriod"/>
              <a:defRPr/>
            </a:pPr>
            <a:r>
              <a:rPr lang="en-US" sz="1200">
                <a:solidFill>
                  <a:srgbClr val="101010"/>
                </a:solidFill>
                <a:latin typeface="Arial"/>
              </a:rPr>
              <a:t>Expose the following functionality to </a:t>
            </a:r>
            <a:r>
              <a:rPr lang="en-US" sz="1200" err="1">
                <a:solidFill>
                  <a:srgbClr val="101010"/>
                </a:solidFill>
                <a:latin typeface="Arial"/>
              </a:rPr>
              <a:t>Aptum</a:t>
            </a:r>
            <a:r>
              <a:rPr lang="en-US" sz="1200">
                <a:solidFill>
                  <a:srgbClr val="101010"/>
                </a:solidFill>
                <a:latin typeface="Arial"/>
              </a:rPr>
              <a:t> customers through </a:t>
            </a:r>
            <a:r>
              <a:rPr lang="en-US" sz="1200" err="1">
                <a:solidFill>
                  <a:srgbClr val="101010"/>
                </a:solidFill>
                <a:latin typeface="Arial"/>
              </a:rPr>
              <a:t>CloudOps</a:t>
            </a:r>
            <a:r>
              <a:rPr lang="en-US" sz="1200">
                <a:solidFill>
                  <a:srgbClr val="101010"/>
                </a:solidFill>
                <a:latin typeface="Arial"/>
              </a:rPr>
              <a:t> Software; links to other </a:t>
            </a:r>
            <a:r>
              <a:rPr lang="en-US" sz="1200" err="1">
                <a:solidFill>
                  <a:srgbClr val="101010"/>
                </a:solidFill>
                <a:latin typeface="Arial"/>
              </a:rPr>
              <a:t>Aptum</a:t>
            </a:r>
            <a:r>
              <a:rPr lang="en-US" sz="1200">
                <a:solidFill>
                  <a:srgbClr val="101010"/>
                </a:solidFill>
                <a:latin typeface="Arial"/>
              </a:rPr>
              <a:t> portals, Azure and AWS usage data, </a:t>
            </a:r>
            <a:r>
              <a:rPr lang="en-US" sz="1200" err="1">
                <a:solidFill>
                  <a:srgbClr val="101010"/>
                </a:solidFill>
                <a:latin typeface="Arial"/>
              </a:rPr>
              <a:t>Aptum</a:t>
            </a:r>
            <a:r>
              <a:rPr lang="en-US" sz="1200">
                <a:solidFill>
                  <a:srgbClr val="101010"/>
                </a:solidFill>
                <a:latin typeface="Arial"/>
              </a:rPr>
              <a:t>  virtualization orchestration and usage.</a:t>
            </a:r>
            <a:endParaRPr lang="en-US" sz="1200">
              <a:solidFill>
                <a:srgbClr val="101010"/>
              </a:solidFill>
              <a:latin typeface="Arial"/>
              <a:cs typeface="Arial"/>
            </a:endParaRPr>
          </a:p>
          <a:p>
            <a:pPr marL="182880" indent="-182880">
              <a:lnSpc>
                <a:spcPct val="110000"/>
              </a:lnSpc>
              <a:spcBef>
                <a:spcPts val="0"/>
              </a:spcBef>
              <a:buClr>
                <a:srgbClr val="101010"/>
              </a:buClr>
              <a:buSzPts val="1000"/>
              <a:buAutoNum type="arabicPeriod"/>
              <a:defRPr/>
            </a:pPr>
            <a:r>
              <a:rPr lang="en-US" sz="1200">
                <a:solidFill>
                  <a:srgbClr val="101010"/>
                </a:solidFill>
                <a:latin typeface="Arial"/>
              </a:rPr>
              <a:t>Validate on-premises deployments based on market requirements. Establish monetization demos for </a:t>
            </a:r>
            <a:r>
              <a:rPr lang="en-US" sz="1200" err="1">
                <a:solidFill>
                  <a:srgbClr val="101010"/>
                </a:solidFill>
                <a:latin typeface="Arial"/>
              </a:rPr>
              <a:t>CloudStack</a:t>
            </a:r>
            <a:r>
              <a:rPr lang="en-US" sz="1200">
                <a:solidFill>
                  <a:srgbClr val="101010"/>
                </a:solidFill>
                <a:latin typeface="Arial"/>
              </a:rPr>
              <a:t>, </a:t>
            </a:r>
            <a:r>
              <a:rPr lang="en-US" sz="1200" err="1">
                <a:solidFill>
                  <a:srgbClr val="101010"/>
                </a:solidFill>
                <a:latin typeface="Arial"/>
              </a:rPr>
              <a:t>Proxmox</a:t>
            </a:r>
            <a:r>
              <a:rPr lang="en-US" sz="1200">
                <a:solidFill>
                  <a:srgbClr val="101010"/>
                </a:solidFill>
                <a:latin typeface="Arial"/>
              </a:rPr>
              <a:t>, Azure and AWS.  Updated sales/marketing decks to represent the market fit.  Updated website content to be relevant and representative.  Train Solution Architects to be able to provide </a:t>
            </a:r>
            <a:r>
              <a:rPr lang="en-US" sz="1200" err="1">
                <a:solidFill>
                  <a:srgbClr val="101010"/>
                </a:solidFill>
                <a:latin typeface="Arial"/>
              </a:rPr>
              <a:t>CloudOps</a:t>
            </a:r>
            <a:r>
              <a:rPr lang="en-US" sz="1200">
                <a:solidFill>
                  <a:srgbClr val="101010"/>
                </a:solidFill>
                <a:latin typeface="Arial"/>
              </a:rPr>
              <a:t> demos as part of their engagements.</a:t>
            </a:r>
            <a:endParaRPr lang="en-US" sz="1200">
              <a:solidFill>
                <a:srgbClr val="101010"/>
              </a:solidFill>
              <a:latin typeface="Arial"/>
              <a:cs typeface="Arial"/>
            </a:endParaRPr>
          </a:p>
          <a:p>
            <a:pPr marL="182880" indent="-182880">
              <a:lnSpc>
                <a:spcPct val="110000"/>
              </a:lnSpc>
              <a:spcBef>
                <a:spcPts val="0"/>
              </a:spcBef>
              <a:buClr>
                <a:srgbClr val="101010"/>
              </a:buClr>
              <a:buSzPts val="1000"/>
              <a:buFont typeface="Arial"/>
              <a:buAutoNum type="arabicPeriod"/>
              <a:defRPr/>
            </a:pPr>
            <a:r>
              <a:rPr lang="en-US" sz="1200">
                <a:solidFill>
                  <a:srgbClr val="101010"/>
                </a:solidFill>
                <a:latin typeface="Arial"/>
              </a:rPr>
              <a:t>Displace proprietary tooling in delivering AWS and Azure CSP programs.  Displace expensive tooling / software in the delivery of private cloud, while improving the self-service feature availability.  Evaluate the ability to support financial / invoicing automation for </a:t>
            </a:r>
            <a:r>
              <a:rPr lang="en-US" sz="1200" err="1">
                <a:solidFill>
                  <a:srgbClr val="101010"/>
                </a:solidFill>
                <a:latin typeface="Arial"/>
              </a:rPr>
              <a:t>Aptum</a:t>
            </a:r>
            <a:r>
              <a:rPr lang="en-US" sz="1200">
                <a:solidFill>
                  <a:srgbClr val="101010"/>
                </a:solidFill>
                <a:latin typeface="Arial"/>
              </a:rPr>
              <a:t>.</a:t>
            </a:r>
            <a:endParaRPr lang="en-US" sz="1200">
              <a:solidFill>
                <a:srgbClr val="101010"/>
              </a:solidFill>
              <a:latin typeface="Arial"/>
              <a:cs typeface="Arial"/>
            </a:endParaRPr>
          </a:p>
        </p:txBody>
      </p:sp>
    </p:spTree>
    <p:extLst>
      <p:ext uri="{BB962C8B-B14F-4D97-AF65-F5344CB8AC3E}">
        <p14:creationId xmlns:p14="http://schemas.microsoft.com/office/powerpoint/2010/main" val="2255802430"/>
      </p:ext>
    </p:extLst>
  </p:cSld>
  <p:clrMapOvr>
    <a:masterClrMapping/>
  </p:clrMapOvr>
  <p:extLst>
    <p:ext uri="{6950BFC3-D8DA-4A85-94F7-54DA5524770B}">
      <p188:commentRel xmlns:p188="http://schemas.microsoft.com/office/powerpoint/2018/8/main" r:id="rId2"/>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E34EF-0327-DCD2-111B-E34A836CA2C6}"/>
            </a:ext>
          </a:extLst>
        </p:cNvPr>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69E3E174-FECB-FC52-7A97-1FE36175483C}"/>
              </a:ext>
            </a:extLst>
          </p:cNvPr>
          <p:cNvGraphicFramePr/>
          <p:nvPr/>
        </p:nvGraphicFramePr>
        <p:xfrm>
          <a:off x="482259" y="-1471635"/>
          <a:ext cx="11376659" cy="66232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8CEFA640-44EE-A8F7-513E-DD6E9AE2D238}"/>
              </a:ext>
            </a:extLst>
          </p:cNvPr>
          <p:cNvSpPr>
            <a:spLocks noGrp="1"/>
          </p:cNvSpPr>
          <p:nvPr>
            <p:ph type="title"/>
          </p:nvPr>
        </p:nvSpPr>
        <p:spPr>
          <a:xfrm>
            <a:off x="482259" y="192477"/>
            <a:ext cx="11170919" cy="731520"/>
          </a:xfrm>
        </p:spPr>
        <p:txBody>
          <a:bodyPr/>
          <a:lstStyle/>
          <a:p>
            <a:r>
              <a:rPr lang="en-GB">
                <a:solidFill>
                  <a:srgbClr val="7D7AE8"/>
                </a:solidFill>
                <a:latin typeface="Geist"/>
              </a:rPr>
              <a:t>Roadmap milestones</a:t>
            </a:r>
          </a:p>
        </p:txBody>
      </p:sp>
      <p:sp>
        <p:nvSpPr>
          <p:cNvPr id="7" name="TextBox 6">
            <a:extLst>
              <a:ext uri="{FF2B5EF4-FFF2-40B4-BE49-F238E27FC236}">
                <a16:creationId xmlns:a16="http://schemas.microsoft.com/office/drawing/2014/main" id="{E52C1604-9C62-2844-5CC1-1C9AEE3BEEC4}"/>
              </a:ext>
            </a:extLst>
          </p:cNvPr>
          <p:cNvSpPr txBox="1"/>
          <p:nvPr/>
        </p:nvSpPr>
        <p:spPr>
          <a:xfrm>
            <a:off x="482259" y="2995403"/>
            <a:ext cx="2654709" cy="2390334"/>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000">
                <a:cs typeface="Arial"/>
              </a:rPr>
              <a:t>Validate CUR in Production</a:t>
            </a:r>
          </a:p>
          <a:p>
            <a:pPr marL="227965" indent="-227965">
              <a:spcAft>
                <a:spcPts val="600"/>
              </a:spcAft>
              <a:buClr>
                <a:srgbClr val="7D7AE8"/>
              </a:buClr>
              <a:buFont typeface="Arial" panose="020B0604020202020204" pitchFamily="34" charset="0"/>
              <a:buChar char="•"/>
            </a:pPr>
            <a:r>
              <a:rPr lang="en-CA" sz="1000">
                <a:cs typeface="Arial"/>
              </a:rPr>
              <a:t>Evaluate requirements for On-Premises</a:t>
            </a:r>
          </a:p>
          <a:p>
            <a:pPr marL="227965" indent="-227965">
              <a:spcAft>
                <a:spcPts val="600"/>
              </a:spcAft>
              <a:buClr>
                <a:srgbClr val="7D7AE8"/>
              </a:buClr>
              <a:buFont typeface="Arial" panose="020B0604020202020204" pitchFamily="34" charset="0"/>
              <a:buChar char="•"/>
            </a:pPr>
            <a:r>
              <a:rPr lang="en-CA" sz="1000">
                <a:cs typeface="Arial"/>
              </a:rPr>
              <a:t>Service Workspace Update</a:t>
            </a:r>
          </a:p>
          <a:p>
            <a:pPr marL="227965" indent="-227965">
              <a:spcAft>
                <a:spcPts val="600"/>
              </a:spcAft>
              <a:buClr>
                <a:srgbClr val="7D7AE8"/>
              </a:buClr>
              <a:buFont typeface="Arial" panose="020B0604020202020204" pitchFamily="34" charset="0"/>
              <a:buChar char="•"/>
            </a:pPr>
            <a:r>
              <a:rPr lang="en-CA" sz="1000">
                <a:cs typeface="Arial"/>
              </a:rPr>
              <a:t>Connection Health Checks</a:t>
            </a:r>
          </a:p>
          <a:p>
            <a:pPr marL="227965" indent="-227965">
              <a:spcAft>
                <a:spcPts val="600"/>
              </a:spcAft>
              <a:buClr>
                <a:srgbClr val="7D7AE8"/>
              </a:buClr>
              <a:buFont typeface="Arial" panose="020B0604020202020204" pitchFamily="34" charset="0"/>
              <a:buChar char="•"/>
            </a:pPr>
            <a:r>
              <a:rPr lang="en-CA" sz="1000">
                <a:cs typeface="Arial"/>
              </a:rPr>
              <a:t>Post-paid commitments</a:t>
            </a:r>
          </a:p>
          <a:p>
            <a:pPr marL="227965" indent="-227965">
              <a:spcAft>
                <a:spcPts val="600"/>
              </a:spcAft>
              <a:buClr>
                <a:srgbClr val="7D7AE8"/>
              </a:buClr>
              <a:buFont typeface="Arial" panose="020B0604020202020204" pitchFamily="34" charset="0"/>
              <a:buChar char="•"/>
            </a:pPr>
            <a:r>
              <a:rPr lang="en-CA" sz="1000">
                <a:cs typeface="Arial"/>
              </a:rPr>
              <a:t>Java + </a:t>
            </a:r>
            <a:r>
              <a:rPr lang="en-CA" sz="1000" err="1">
                <a:cs typeface="Arial"/>
              </a:rPr>
              <a:t>Springboot</a:t>
            </a:r>
            <a:r>
              <a:rPr lang="en-CA" sz="1000">
                <a:cs typeface="Arial"/>
              </a:rPr>
              <a:t> + Kafka + Elastic dependency upgrades</a:t>
            </a:r>
            <a:endParaRPr lang="en-CA" sz="1000" b="0" i="0" u="none" strike="noStrike" kern="1200" cap="none" spc="0" normalizeH="0" baseline="0" noProof="0">
              <a:ln>
                <a:noFill/>
              </a:ln>
              <a:effectLst/>
              <a:uLnTx/>
              <a:uFillTx/>
              <a:cs typeface="Arial"/>
            </a:endParaRPr>
          </a:p>
          <a:p>
            <a:pPr marL="227965" indent="-227965">
              <a:spcAft>
                <a:spcPts val="600"/>
              </a:spcAft>
              <a:buClr>
                <a:srgbClr val="7D7AE8"/>
              </a:buClr>
              <a:buFont typeface="Arial" panose="020B0604020202020204" pitchFamily="34" charset="0"/>
              <a:buChar char="•"/>
            </a:pPr>
            <a:r>
              <a:rPr lang="en-CA" sz="1000">
                <a:solidFill>
                  <a:srgbClr val="101010"/>
                </a:solidFill>
                <a:cs typeface="Arial"/>
              </a:rPr>
              <a:t>Expand support for ThinkOn's VMware offering</a:t>
            </a:r>
          </a:p>
          <a:p>
            <a:pPr marL="227965" indent="-227965">
              <a:spcAft>
                <a:spcPts val="600"/>
              </a:spcAft>
              <a:buClr>
                <a:srgbClr val="7D7AE8"/>
              </a:buClr>
              <a:buFont typeface="Arial" panose="020B0604020202020204" pitchFamily="34" charset="0"/>
              <a:buChar char="•"/>
            </a:pPr>
            <a:endParaRPr lang="en-GB" sz="1000">
              <a:solidFill>
                <a:srgbClr val="101010"/>
              </a:solidFill>
              <a:cs typeface="Arial"/>
            </a:endParaRPr>
          </a:p>
          <a:p>
            <a:pPr marL="227965" indent="-227965">
              <a:buFont typeface="Arial" panose="020B0604020202020204" pitchFamily="34" charset="0"/>
              <a:buChar char="•"/>
            </a:pPr>
            <a:endParaRPr lang="en-GB" sz="933">
              <a:solidFill>
                <a:schemeClr val="bg1">
                  <a:lumMod val="75000"/>
                </a:schemeClr>
              </a:solidFill>
              <a:cs typeface="Arial"/>
            </a:endParaRPr>
          </a:p>
        </p:txBody>
      </p:sp>
      <p:sp>
        <p:nvSpPr>
          <p:cNvPr id="8" name="TextBox 7">
            <a:extLst>
              <a:ext uri="{FF2B5EF4-FFF2-40B4-BE49-F238E27FC236}">
                <a16:creationId xmlns:a16="http://schemas.microsoft.com/office/drawing/2014/main" id="{895666A2-A2C1-F724-9B13-05FF7026C716}"/>
              </a:ext>
            </a:extLst>
          </p:cNvPr>
          <p:cNvSpPr txBox="1"/>
          <p:nvPr/>
        </p:nvSpPr>
        <p:spPr>
          <a:xfrm>
            <a:off x="3364114" y="2995404"/>
            <a:ext cx="2654709" cy="1323439"/>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000">
                <a:cs typeface="Arial"/>
              </a:rPr>
              <a:t>Onboard </a:t>
            </a:r>
            <a:r>
              <a:rPr lang="en-CA" sz="1000" err="1">
                <a:cs typeface="Arial"/>
              </a:rPr>
              <a:t>Aptum</a:t>
            </a:r>
            <a:r>
              <a:rPr lang="en-CA" sz="1000">
                <a:cs typeface="Arial"/>
              </a:rPr>
              <a:t> AWS accounts</a:t>
            </a:r>
          </a:p>
          <a:p>
            <a:pPr marL="227965" indent="-227965">
              <a:spcAft>
                <a:spcPts val="600"/>
              </a:spcAft>
              <a:buClr>
                <a:srgbClr val="7D7AE8"/>
              </a:buClr>
              <a:buFont typeface="Arial" panose="020B0604020202020204" pitchFamily="34" charset="0"/>
              <a:buChar char="•"/>
            </a:pPr>
            <a:r>
              <a:rPr lang="en-CA" sz="1000">
                <a:cs typeface="Arial"/>
              </a:rPr>
              <a:t>Cleanup </a:t>
            </a:r>
            <a:r>
              <a:rPr lang="en-CA" sz="1000" err="1">
                <a:cs typeface="Arial"/>
              </a:rPr>
              <a:t>Aptum</a:t>
            </a:r>
            <a:r>
              <a:rPr lang="en-CA" sz="1000">
                <a:cs typeface="Arial"/>
              </a:rPr>
              <a:t> Azure accounts</a:t>
            </a:r>
          </a:p>
          <a:p>
            <a:pPr marL="227965" indent="-227965">
              <a:spcAft>
                <a:spcPts val="600"/>
              </a:spcAft>
              <a:buClr>
                <a:srgbClr val="7D7AE8"/>
              </a:buClr>
              <a:buFont typeface="Arial" panose="020B0604020202020204" pitchFamily="34" charset="0"/>
              <a:buChar char="•"/>
            </a:pPr>
            <a:r>
              <a:rPr lang="en-CA" sz="1000">
                <a:cs typeface="Arial"/>
              </a:rPr>
              <a:t>Establish On-Premise deployment plan</a:t>
            </a:r>
          </a:p>
          <a:p>
            <a:pPr marL="227965" indent="-227965">
              <a:spcAft>
                <a:spcPts val="600"/>
              </a:spcAft>
              <a:buClr>
                <a:srgbClr val="7D7AE8"/>
              </a:buClr>
              <a:buFont typeface="Arial" panose="020B0604020202020204" pitchFamily="34" charset="0"/>
              <a:buChar char="•"/>
            </a:pPr>
            <a:r>
              <a:rPr lang="en-CA" sz="1000">
                <a:cs typeface="Arial"/>
              </a:rPr>
              <a:t>Establish an Open-Source strategy</a:t>
            </a:r>
          </a:p>
          <a:p>
            <a:pPr marL="227965" indent="-227965">
              <a:buFont typeface="Arial" panose="020B0604020202020204" pitchFamily="34" charset="0"/>
              <a:buChar char="•"/>
            </a:pPr>
            <a:endParaRPr lang="en-US" sz="1000">
              <a:cs typeface="Arial"/>
            </a:endParaRPr>
          </a:p>
          <a:p>
            <a:pPr marL="227965" indent="-227965">
              <a:buFont typeface="Arial" panose="020B0604020202020204" pitchFamily="34" charset="0"/>
              <a:buChar char="•"/>
            </a:pPr>
            <a:endParaRPr lang="en-US" sz="1000">
              <a:cs typeface="Arial"/>
            </a:endParaRPr>
          </a:p>
        </p:txBody>
      </p:sp>
      <p:sp>
        <p:nvSpPr>
          <p:cNvPr id="9" name="TextBox 8">
            <a:extLst>
              <a:ext uri="{FF2B5EF4-FFF2-40B4-BE49-F238E27FC236}">
                <a16:creationId xmlns:a16="http://schemas.microsoft.com/office/drawing/2014/main" id="{FC21A77E-6FA7-DDA1-5304-E3769B46FA4A}"/>
              </a:ext>
            </a:extLst>
          </p:cNvPr>
          <p:cNvSpPr txBox="1"/>
          <p:nvPr/>
        </p:nvSpPr>
        <p:spPr>
          <a:xfrm>
            <a:off x="6207800" y="2983620"/>
            <a:ext cx="2654709" cy="1246495"/>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000">
                <a:cs typeface="Arial"/>
              </a:rPr>
              <a:t>Project 1 milestone C</a:t>
            </a:r>
          </a:p>
          <a:p>
            <a:pPr marL="227965" indent="-227965">
              <a:spcAft>
                <a:spcPts val="600"/>
              </a:spcAft>
              <a:buClr>
                <a:srgbClr val="7D7AE8"/>
              </a:buClr>
              <a:buFont typeface="Arial" panose="020B0604020202020204" pitchFamily="34" charset="0"/>
              <a:buChar char="•"/>
            </a:pPr>
            <a:r>
              <a:rPr lang="en-CA" sz="1000">
                <a:cs typeface="Arial"/>
              </a:rPr>
              <a:t>Project 2 milestone C </a:t>
            </a:r>
          </a:p>
          <a:p>
            <a:pPr marL="227965" indent="-227965">
              <a:spcAft>
                <a:spcPts val="600"/>
              </a:spcAft>
              <a:buClr>
                <a:srgbClr val="7D7AE8"/>
              </a:buClr>
              <a:buFont typeface="Arial" panose="020B0604020202020204" pitchFamily="34" charset="0"/>
              <a:buChar char="•"/>
            </a:pPr>
            <a:r>
              <a:rPr lang="en-CA" sz="1000">
                <a:cs typeface="Arial"/>
              </a:rPr>
              <a:t>Project 3 milestone C</a:t>
            </a:r>
          </a:p>
          <a:p>
            <a:pPr marL="227965" indent="-227965">
              <a:spcAft>
                <a:spcPts val="600"/>
              </a:spcAft>
              <a:buClr>
                <a:srgbClr val="7D7AE8"/>
              </a:buClr>
              <a:buFont typeface="Arial" panose="020B0604020202020204" pitchFamily="34" charset="0"/>
              <a:buChar char="•"/>
            </a:pPr>
            <a:r>
              <a:rPr lang="en-CA" sz="1000">
                <a:cs typeface="Arial"/>
              </a:rPr>
              <a:t>…</a:t>
            </a:r>
          </a:p>
          <a:p>
            <a:pPr marL="227965" indent="-227965">
              <a:spcBef>
                <a:spcPts val="600"/>
              </a:spcBef>
              <a:buFont typeface="Arial" panose="020B0604020202020204" pitchFamily="34" charset="0"/>
              <a:buChar char="•"/>
            </a:pPr>
            <a:endParaRPr lang="en-GB" sz="1000">
              <a:cs typeface="Arial"/>
            </a:endParaRPr>
          </a:p>
        </p:txBody>
      </p:sp>
      <p:sp>
        <p:nvSpPr>
          <p:cNvPr id="10" name="TextBox 9">
            <a:extLst>
              <a:ext uri="{FF2B5EF4-FFF2-40B4-BE49-F238E27FC236}">
                <a16:creationId xmlns:a16="http://schemas.microsoft.com/office/drawing/2014/main" id="{34F1FDEC-75E7-A733-82AE-F4A55C721D4A}"/>
              </a:ext>
            </a:extLst>
          </p:cNvPr>
          <p:cNvSpPr txBox="1"/>
          <p:nvPr/>
        </p:nvSpPr>
        <p:spPr>
          <a:xfrm>
            <a:off x="9163571" y="2920357"/>
            <a:ext cx="2884324" cy="2549224"/>
          </a:xfrm>
          <a:prstGeom prst="rect">
            <a:avLst/>
          </a:prstGeom>
          <a:noFill/>
        </p:spPr>
        <p:txBody>
          <a:bodyPr wrap="square" lIns="91440" tIns="45720" rIns="91440" bIns="45720" rtlCol="0" anchor="t">
            <a:spAutoFit/>
          </a:bodyPr>
          <a:lstStyle/>
          <a:p>
            <a:pPr marL="227965" indent="-227965">
              <a:spcAft>
                <a:spcPts val="600"/>
              </a:spcAft>
              <a:buClr>
                <a:srgbClr val="7D7AE8"/>
              </a:buClr>
              <a:buFont typeface="Arial" panose="020B0604020202020204" pitchFamily="34" charset="0"/>
              <a:buChar char="•"/>
            </a:pPr>
            <a:r>
              <a:rPr lang="en-CA" sz="1000">
                <a:cs typeface="Arial"/>
              </a:rPr>
              <a:t>Project 1 milestone D</a:t>
            </a:r>
          </a:p>
          <a:p>
            <a:pPr marL="227965" indent="-227965">
              <a:spcAft>
                <a:spcPts val="600"/>
              </a:spcAft>
              <a:buClr>
                <a:srgbClr val="7D7AE8"/>
              </a:buClr>
              <a:buFont typeface="Arial" panose="020B0604020202020204" pitchFamily="34" charset="0"/>
              <a:buChar char="•"/>
            </a:pPr>
            <a:r>
              <a:rPr lang="en-CA" sz="1000">
                <a:cs typeface="Arial"/>
              </a:rPr>
              <a:t>Project 2 milestone D </a:t>
            </a:r>
          </a:p>
          <a:p>
            <a:pPr marL="227965" indent="-227965">
              <a:spcAft>
                <a:spcPts val="600"/>
              </a:spcAft>
              <a:buClr>
                <a:srgbClr val="7D7AE8"/>
              </a:buClr>
              <a:buFont typeface="Arial" panose="020B0604020202020204" pitchFamily="34" charset="0"/>
              <a:buChar char="•"/>
            </a:pPr>
            <a:r>
              <a:rPr lang="en-CA" sz="1000">
                <a:cs typeface="Arial"/>
              </a:rPr>
              <a:t>Project 3 milestone D</a:t>
            </a:r>
          </a:p>
          <a:p>
            <a:pPr marL="227965" indent="-227965">
              <a:spcAft>
                <a:spcPts val="600"/>
              </a:spcAft>
              <a:buClr>
                <a:srgbClr val="7D7AE8"/>
              </a:buClr>
              <a:buFont typeface="Arial" panose="020B0604020202020204" pitchFamily="34" charset="0"/>
              <a:buChar char="•"/>
            </a:pPr>
            <a:r>
              <a:rPr lang="en-CA" sz="1000">
                <a:cs typeface="Arial"/>
              </a:rPr>
              <a:t>…</a:t>
            </a:r>
          </a:p>
          <a:p>
            <a:pPr marL="227965" indent="-227965">
              <a:spcAft>
                <a:spcPts val="600"/>
              </a:spcAft>
              <a:buClr>
                <a:srgbClr val="7D7AE8"/>
              </a:buClr>
              <a:buFont typeface="Arial" panose="020B0604020202020204" pitchFamily="34" charset="0"/>
              <a:buChar char="•"/>
            </a:pPr>
            <a:endParaRPr lang="en-GB" sz="1000">
              <a:cs typeface="Arial"/>
            </a:endParaRPr>
          </a:p>
          <a:p>
            <a:pPr marL="227965" indent="-227965">
              <a:spcAft>
                <a:spcPts val="600"/>
              </a:spcAft>
              <a:buClr>
                <a:srgbClr val="7D7AE8"/>
              </a:buClr>
              <a:buFont typeface="Arial" panose="020B0604020202020204" pitchFamily="34" charset="0"/>
              <a:buChar char="•"/>
            </a:pPr>
            <a:endParaRPr lang="en-GB" sz="1000">
              <a:cs typeface="Arial"/>
            </a:endParaRPr>
          </a:p>
          <a:p>
            <a:pPr marL="227965" indent="-227965">
              <a:spcAft>
                <a:spcPts val="600"/>
              </a:spcAft>
              <a:buFont typeface="Arial" panose="020B0604020202020204" pitchFamily="34" charset="0"/>
              <a:buChar char="•"/>
            </a:pPr>
            <a:endParaRPr lang="en-GB" sz="1000">
              <a:cs typeface="Arial"/>
            </a:endParaRPr>
          </a:p>
          <a:p>
            <a:pPr marL="227965" indent="-227965">
              <a:spcAft>
                <a:spcPts val="1600"/>
              </a:spcAft>
              <a:buFont typeface="Arial" panose="020B0604020202020204" pitchFamily="34" charset="0"/>
              <a:buChar char="•"/>
            </a:pPr>
            <a:endParaRPr lang="en-GB" sz="933">
              <a:cs typeface="Arial"/>
            </a:endParaRPr>
          </a:p>
          <a:p>
            <a:pPr marL="227965" indent="-227965">
              <a:spcAft>
                <a:spcPts val="1600"/>
              </a:spcAft>
              <a:buFont typeface="Arial" panose="020B0604020202020204" pitchFamily="34" charset="0"/>
              <a:buChar char="•"/>
            </a:pPr>
            <a:endParaRPr lang="en-GB" sz="933">
              <a:cs typeface="Arial"/>
            </a:endParaRPr>
          </a:p>
          <a:p>
            <a:pPr marL="227965" indent="-227965">
              <a:spcAft>
                <a:spcPts val="1600"/>
              </a:spcAft>
              <a:buFont typeface="Arial" panose="020B0604020202020204" pitchFamily="34" charset="0"/>
              <a:buChar char="•"/>
            </a:pPr>
            <a:endParaRPr lang="en-GB" sz="933">
              <a:cs typeface="Arial"/>
            </a:endParaRPr>
          </a:p>
        </p:txBody>
      </p:sp>
      <p:sp>
        <p:nvSpPr>
          <p:cNvPr id="11" name="TextBox 10">
            <a:extLst>
              <a:ext uri="{FF2B5EF4-FFF2-40B4-BE49-F238E27FC236}">
                <a16:creationId xmlns:a16="http://schemas.microsoft.com/office/drawing/2014/main" id="{21B23882-8CC8-3931-C8DE-046EE326CB6F}"/>
              </a:ext>
            </a:extLst>
          </p:cNvPr>
          <p:cNvSpPr txBox="1"/>
          <p:nvPr/>
        </p:nvSpPr>
        <p:spPr>
          <a:xfrm>
            <a:off x="905783" y="874780"/>
            <a:ext cx="1154483" cy="256545"/>
          </a:xfrm>
          <a:prstGeom prst="rect">
            <a:avLst/>
          </a:prstGeom>
          <a:noFill/>
        </p:spPr>
        <p:txBody>
          <a:bodyPr wrap="none" rtlCol="0">
            <a:spAutoFit/>
          </a:bodyPr>
          <a:lstStyle/>
          <a:p>
            <a:r>
              <a:rPr lang="en-GB" sz="1067"/>
              <a:t>To 30 Nov 2025</a:t>
            </a:r>
          </a:p>
        </p:txBody>
      </p:sp>
      <p:sp>
        <p:nvSpPr>
          <p:cNvPr id="12" name="TextBox 11">
            <a:extLst>
              <a:ext uri="{FF2B5EF4-FFF2-40B4-BE49-F238E27FC236}">
                <a16:creationId xmlns:a16="http://schemas.microsoft.com/office/drawing/2014/main" id="{DB4AC38D-6520-BD4C-66B6-FAFFF93A183D}"/>
              </a:ext>
            </a:extLst>
          </p:cNvPr>
          <p:cNvSpPr txBox="1"/>
          <p:nvPr/>
        </p:nvSpPr>
        <p:spPr>
          <a:xfrm>
            <a:off x="3793190" y="874780"/>
            <a:ext cx="1144865" cy="256545"/>
          </a:xfrm>
          <a:prstGeom prst="rect">
            <a:avLst/>
          </a:prstGeom>
          <a:noFill/>
        </p:spPr>
        <p:txBody>
          <a:bodyPr wrap="none" rtlCol="0">
            <a:spAutoFit/>
          </a:bodyPr>
          <a:lstStyle/>
          <a:p>
            <a:r>
              <a:rPr lang="en-GB" sz="1067"/>
              <a:t>To 28 Feb 2026</a:t>
            </a:r>
          </a:p>
        </p:txBody>
      </p:sp>
      <p:sp>
        <p:nvSpPr>
          <p:cNvPr id="13" name="TextBox 12">
            <a:extLst>
              <a:ext uri="{FF2B5EF4-FFF2-40B4-BE49-F238E27FC236}">
                <a16:creationId xmlns:a16="http://schemas.microsoft.com/office/drawing/2014/main" id="{72C088AE-7115-931F-A030-4A1917BD6F49}"/>
              </a:ext>
            </a:extLst>
          </p:cNvPr>
          <p:cNvSpPr txBox="1"/>
          <p:nvPr/>
        </p:nvSpPr>
        <p:spPr>
          <a:xfrm>
            <a:off x="6685660" y="959587"/>
            <a:ext cx="1168910" cy="256545"/>
          </a:xfrm>
          <a:prstGeom prst="rect">
            <a:avLst/>
          </a:prstGeom>
          <a:noFill/>
        </p:spPr>
        <p:txBody>
          <a:bodyPr wrap="none" rtlCol="0">
            <a:spAutoFit/>
          </a:bodyPr>
          <a:lstStyle/>
          <a:p>
            <a:r>
              <a:rPr lang="en-GB" sz="1067"/>
              <a:t>To 31 May 2026</a:t>
            </a:r>
          </a:p>
        </p:txBody>
      </p:sp>
      <p:sp>
        <p:nvSpPr>
          <p:cNvPr id="14" name="TextBox 13">
            <a:extLst>
              <a:ext uri="{FF2B5EF4-FFF2-40B4-BE49-F238E27FC236}">
                <a16:creationId xmlns:a16="http://schemas.microsoft.com/office/drawing/2014/main" id="{7E7CBE60-088E-4B4D-0680-03110FF2BB8F}"/>
              </a:ext>
            </a:extLst>
          </p:cNvPr>
          <p:cNvSpPr txBox="1"/>
          <p:nvPr/>
        </p:nvSpPr>
        <p:spPr>
          <a:xfrm>
            <a:off x="9575995" y="959587"/>
            <a:ext cx="1152880" cy="256545"/>
          </a:xfrm>
          <a:prstGeom prst="rect">
            <a:avLst/>
          </a:prstGeom>
          <a:noFill/>
        </p:spPr>
        <p:txBody>
          <a:bodyPr wrap="none" rtlCol="0">
            <a:spAutoFit/>
          </a:bodyPr>
          <a:lstStyle/>
          <a:p>
            <a:r>
              <a:rPr lang="en-GB" sz="1067"/>
              <a:t>To 31 Aug 2026</a:t>
            </a:r>
          </a:p>
        </p:txBody>
      </p:sp>
      <p:sp>
        <p:nvSpPr>
          <p:cNvPr id="3" name="Slide Number Placeholder 2">
            <a:extLst>
              <a:ext uri="{FF2B5EF4-FFF2-40B4-BE49-F238E27FC236}">
                <a16:creationId xmlns:a16="http://schemas.microsoft.com/office/drawing/2014/main" id="{0138F436-56A7-15EB-BC4C-B16B351717A1}"/>
              </a:ext>
            </a:extLst>
          </p:cNvPr>
          <p:cNvSpPr>
            <a:spLocks noGrp="1"/>
          </p:cNvSpPr>
          <p:nvPr>
            <p:ph type="sldNum" sz="quarter" idx="10"/>
          </p:nvPr>
        </p:nvSpPr>
        <p:spPr/>
        <p:txBody>
          <a:bodyPr/>
          <a:lstStyle/>
          <a:p>
            <a:fld id="{4AF1CB10-4EE0-4482-BBF6-B71BD01DA370}" type="slidenum">
              <a:rPr lang="en-US" smtClean="0"/>
              <a:pPr/>
              <a:t>30</a:t>
            </a:fld>
            <a:endParaRPr lang="en-US"/>
          </a:p>
        </p:txBody>
      </p:sp>
    </p:spTree>
    <p:extLst>
      <p:ext uri="{BB962C8B-B14F-4D97-AF65-F5344CB8AC3E}">
        <p14:creationId xmlns:p14="http://schemas.microsoft.com/office/powerpoint/2010/main" val="17484238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B467E-000C-C0A5-5C40-80DBAA63AA0F}"/>
              </a:ext>
            </a:extLst>
          </p:cNvPr>
          <p:cNvSpPr>
            <a:spLocks noGrp="1"/>
          </p:cNvSpPr>
          <p:nvPr>
            <p:ph type="title"/>
          </p:nvPr>
        </p:nvSpPr>
        <p:spPr/>
        <p:txBody>
          <a:bodyPr/>
          <a:lstStyle/>
          <a:p>
            <a:r>
              <a:rPr lang="en-US"/>
              <a:t>Appendix</a:t>
            </a:r>
          </a:p>
        </p:txBody>
      </p:sp>
      <p:sp>
        <p:nvSpPr>
          <p:cNvPr id="3" name="Text Placeholder 2">
            <a:extLst>
              <a:ext uri="{FF2B5EF4-FFF2-40B4-BE49-F238E27FC236}">
                <a16:creationId xmlns:a16="http://schemas.microsoft.com/office/drawing/2014/main" id="{7647EC1A-A6FB-7B73-027E-A30694A9EF0C}"/>
              </a:ext>
            </a:extLst>
          </p:cNvPr>
          <p:cNvSpPr>
            <a:spLocks noGrp="1"/>
          </p:cNvSpPr>
          <p:nvPr>
            <p:ph type="body" sz="quarter" idx="11"/>
          </p:nvPr>
        </p:nvSpPr>
        <p:spPr/>
        <p:txBody>
          <a:bodyPr/>
          <a:lstStyle/>
          <a:p>
            <a:r>
              <a:rPr lang="en-US"/>
              <a:t>Additional Reference Material</a:t>
            </a:r>
          </a:p>
        </p:txBody>
      </p:sp>
    </p:spTree>
    <p:extLst>
      <p:ext uri="{BB962C8B-B14F-4D97-AF65-F5344CB8AC3E}">
        <p14:creationId xmlns:p14="http://schemas.microsoft.com/office/powerpoint/2010/main" val="11827243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7E06BE4-0FBF-71EF-8544-B69A4DF782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C35632-EA49-E94E-FDA3-74274CB2A89D}"/>
              </a:ext>
            </a:extLst>
          </p:cNvPr>
          <p:cNvSpPr>
            <a:spLocks noGrp="1"/>
          </p:cNvSpPr>
          <p:nvPr>
            <p:ph type="title"/>
          </p:nvPr>
        </p:nvSpPr>
        <p:spPr/>
        <p:txBody>
          <a:bodyPr/>
          <a:lstStyle/>
          <a:p>
            <a:r>
              <a:rPr lang="en-US"/>
              <a:t>Commercial</a:t>
            </a:r>
          </a:p>
        </p:txBody>
      </p:sp>
      <p:sp>
        <p:nvSpPr>
          <p:cNvPr id="5" name="Content Placeholder 5">
            <a:extLst>
              <a:ext uri="{FF2B5EF4-FFF2-40B4-BE49-F238E27FC236}">
                <a16:creationId xmlns:a16="http://schemas.microsoft.com/office/drawing/2014/main" id="{12B8B17C-CAB4-AED7-6120-C16EAE7A084A}"/>
              </a:ext>
            </a:extLst>
          </p:cNvPr>
          <p:cNvSpPr>
            <a:spLocks noGrp="1"/>
          </p:cNvSpPr>
          <p:nvPr>
            <p:ph idx="1"/>
          </p:nvPr>
        </p:nvSpPr>
        <p:spPr/>
        <p:txBody>
          <a:bodyPr vert="horz" lIns="91440" tIns="45720" rIns="91440" bIns="45720" rtlCol="0" anchor="t">
            <a:noAutofit/>
          </a:bodyPr>
          <a:lstStyle/>
          <a:p>
            <a:pPr>
              <a:spcBef>
                <a:spcPts val="1800"/>
              </a:spcBef>
              <a:spcAft>
                <a:spcPts val="1000"/>
              </a:spcAft>
              <a:buClr>
                <a:srgbClr val="101010"/>
              </a:buClr>
              <a:buSzPts val="1000"/>
              <a:defRPr/>
            </a:pPr>
            <a:r>
              <a:rPr lang="en-US" sz="1400">
                <a:solidFill>
                  <a:srgbClr val="7D7AE8"/>
                </a:solidFill>
                <a:latin typeface="Arial"/>
              </a:rPr>
              <a:t>Objectives: </a:t>
            </a:r>
            <a:r>
              <a:rPr lang="en-US" sz="1400">
                <a:solidFill>
                  <a:schemeClr val="accent6">
                    <a:lumMod val="60000"/>
                    <a:lumOff val="40000"/>
                  </a:schemeClr>
                </a:solidFill>
                <a:latin typeface="Arial"/>
              </a:rPr>
              <a:t>(infinite game)</a:t>
            </a:r>
          </a:p>
          <a:p>
            <a:pPr marL="182880" indent="-182880">
              <a:spcBef>
                <a:spcPts val="0"/>
              </a:spcBef>
              <a:buClr>
                <a:srgbClr val="101010"/>
              </a:buClr>
              <a:buSzPts val="1000"/>
              <a:buFont typeface="Arial"/>
              <a:buAutoNum type="arabicPeriod"/>
              <a:defRPr/>
            </a:pPr>
            <a:r>
              <a:rPr lang="en-US" sz="1200">
                <a:solidFill>
                  <a:srgbClr val="101010"/>
                </a:solidFill>
                <a:latin typeface="Arial"/>
              </a:rPr>
              <a:t>Defend and secure our base.</a:t>
            </a:r>
          </a:p>
          <a:p>
            <a:pPr marL="182880" indent="-182880">
              <a:spcBef>
                <a:spcPts val="0"/>
              </a:spcBef>
              <a:buClr>
                <a:srgbClr val="101010"/>
              </a:buClr>
              <a:buSzPts val="1000"/>
              <a:buFont typeface="Arial"/>
              <a:buAutoNum type="arabicPeriod"/>
              <a:defRPr/>
            </a:pPr>
            <a:r>
              <a:rPr lang="en-US" sz="1200">
                <a:solidFill>
                  <a:srgbClr val="101010"/>
                </a:solidFill>
                <a:latin typeface="Arial"/>
              </a:rPr>
              <a:t>Accelerate revenue growth in core and emerging markets.</a:t>
            </a:r>
          </a:p>
          <a:p>
            <a:pPr marL="182880" indent="-182880">
              <a:spcBef>
                <a:spcPts val="0"/>
              </a:spcBef>
              <a:buClr>
                <a:srgbClr val="101010"/>
              </a:buClr>
              <a:buSzPts val="1000"/>
              <a:buFont typeface="Arial"/>
              <a:buAutoNum type="arabicPeriod"/>
              <a:defRPr/>
            </a:pPr>
            <a:r>
              <a:rPr lang="en-US" sz="1200">
                <a:solidFill>
                  <a:srgbClr val="101010"/>
                </a:solidFill>
                <a:latin typeface="Arial"/>
              </a:rPr>
              <a:t>Reposition Aptum as a true infrastructure and private cloud leader.</a:t>
            </a:r>
          </a:p>
          <a:p>
            <a:pPr marL="182880" indent="-182880">
              <a:spcBef>
                <a:spcPts val="0"/>
              </a:spcBef>
              <a:buClr>
                <a:srgbClr val="101010"/>
              </a:buClr>
              <a:buSzPts val="1000"/>
              <a:buFont typeface="Arial"/>
              <a:buAutoNum type="arabicPeriod"/>
              <a:defRPr/>
            </a:pPr>
            <a:r>
              <a:rPr lang="en-US" sz="1200">
                <a:solidFill>
                  <a:srgbClr val="101010"/>
                </a:solidFill>
                <a:latin typeface="Arial"/>
              </a:rPr>
              <a:t>Strengthen teamwork around Account Business Planning.</a:t>
            </a:r>
          </a:p>
          <a:p>
            <a:pPr>
              <a:spcBef>
                <a:spcPts val="1800"/>
              </a:spcBef>
              <a:spcAft>
                <a:spcPts val="1000"/>
              </a:spcAft>
              <a:buClr>
                <a:srgbClr val="101010"/>
              </a:buClr>
              <a:buSzPts val="1000"/>
              <a:defRPr/>
            </a:pPr>
            <a:r>
              <a:rPr lang="en-US" sz="1400">
                <a:solidFill>
                  <a:srgbClr val="7D7AE8"/>
                </a:solidFill>
                <a:latin typeface="Arial"/>
              </a:rPr>
              <a:t>Key Results: </a:t>
            </a:r>
            <a:r>
              <a:rPr lang="en-US" sz="1400">
                <a:solidFill>
                  <a:schemeClr val="accent6">
                    <a:lumMod val="60000"/>
                    <a:lumOff val="40000"/>
                  </a:schemeClr>
                </a:solidFill>
                <a:latin typeface="Arial"/>
              </a:rPr>
              <a:t>(specific milestones for FY25)</a:t>
            </a:r>
          </a:p>
          <a:p>
            <a:pPr marL="182880" indent="-182880">
              <a:spcBef>
                <a:spcPts val="0"/>
              </a:spcBef>
              <a:buClr>
                <a:srgbClr val="101010"/>
              </a:buClr>
              <a:buSzPts val="1000"/>
              <a:buFont typeface="Arial"/>
              <a:buAutoNum type="arabicPeriod"/>
              <a:defRPr/>
            </a:pPr>
            <a:r>
              <a:rPr lang="en-US" sz="1200">
                <a:solidFill>
                  <a:srgbClr val="101010"/>
                </a:solidFill>
                <a:latin typeface="Arial"/>
              </a:rPr>
              <a:t>Minimum 8 out of 10, Top 10 Customers renewed in contracts &gt; than 12 months.</a:t>
            </a:r>
          </a:p>
          <a:p>
            <a:pPr marL="182880" indent="-182880">
              <a:spcBef>
                <a:spcPts val="0"/>
              </a:spcBef>
              <a:buClr>
                <a:srgbClr val="101010"/>
              </a:buClr>
              <a:buSzPts val="1000"/>
              <a:buFont typeface="Arial"/>
              <a:buAutoNum type="arabicPeriod"/>
              <a:defRPr/>
            </a:pPr>
            <a:r>
              <a:rPr lang="en-US" sz="1200">
                <a:solidFill>
                  <a:srgbClr val="101010"/>
                </a:solidFill>
                <a:latin typeface="Arial"/>
              </a:rPr>
              <a:t>Greater than 25% of total pipeline is new logo opportunities and increase average deal size by 20% for recurring contracts.</a:t>
            </a:r>
          </a:p>
          <a:p>
            <a:pPr marL="182880" indent="-182880">
              <a:spcBef>
                <a:spcPts val="0"/>
              </a:spcBef>
              <a:buClr>
                <a:srgbClr val="101010"/>
              </a:buClr>
              <a:buSzPts val="1000"/>
              <a:buFont typeface="Arial"/>
              <a:buAutoNum type="arabicPeriod"/>
              <a:defRPr/>
            </a:pPr>
            <a:r>
              <a:rPr lang="en-US" sz="1200">
                <a:solidFill>
                  <a:srgbClr val="101010"/>
                </a:solidFill>
                <a:latin typeface="Arial"/>
              </a:rPr>
              <a:t>Improve organic website traffic by a minimum of 30%, pipeline contribution by 15%, and achieve a minimum 10% increase in brand search volume.</a:t>
            </a:r>
          </a:p>
          <a:p>
            <a:pPr marL="182880" indent="-182880">
              <a:spcBef>
                <a:spcPts val="0"/>
              </a:spcBef>
              <a:buClr>
                <a:srgbClr val="101010"/>
              </a:buClr>
              <a:buSzPts val="1000"/>
              <a:buFont typeface="Arial"/>
              <a:buAutoNum type="arabicPeriod"/>
              <a:defRPr/>
            </a:pPr>
            <a:r>
              <a:rPr lang="en-US" sz="1200">
                <a:solidFill>
                  <a:srgbClr val="101010"/>
                </a:solidFill>
                <a:latin typeface="Arial"/>
              </a:rPr>
              <a:t>100% of strategic accounts have account business plans in place and we running two (2) campaigns that yield a minimum three (3) high value opportunities each.</a:t>
            </a:r>
          </a:p>
          <a:p>
            <a:pPr>
              <a:spcBef>
                <a:spcPts val="1800"/>
              </a:spcBef>
              <a:spcAft>
                <a:spcPts val="1000"/>
              </a:spcAft>
              <a:buClr>
                <a:srgbClr val="101010"/>
              </a:buClr>
              <a:buSzPts val="1000"/>
              <a:defRPr/>
            </a:pPr>
            <a:r>
              <a:rPr lang="en-US" sz="1400">
                <a:solidFill>
                  <a:srgbClr val="7D7AE8"/>
                </a:solidFill>
                <a:latin typeface="Arial"/>
              </a:rPr>
              <a:t>Activities: </a:t>
            </a:r>
            <a:r>
              <a:rPr lang="en-US" sz="1400">
                <a:solidFill>
                  <a:schemeClr val="accent6">
                    <a:lumMod val="60000"/>
                    <a:lumOff val="40000"/>
                  </a:schemeClr>
                </a:solidFill>
                <a:latin typeface="Arial"/>
              </a:rPr>
              <a:t>(core strategies and related action plans to achieve the objectives)</a:t>
            </a:r>
          </a:p>
          <a:p>
            <a:pPr marL="182880" indent="-182880">
              <a:spcBef>
                <a:spcPts val="0"/>
              </a:spcBef>
              <a:buClr>
                <a:srgbClr val="101010"/>
              </a:buClr>
              <a:buSzPts val="1000"/>
              <a:buFont typeface="Arial"/>
              <a:buAutoNum type="arabicPeriod"/>
              <a:defRPr/>
            </a:pPr>
            <a:r>
              <a:rPr lang="en-US" sz="1200">
                <a:solidFill>
                  <a:srgbClr val="101010"/>
                </a:solidFill>
                <a:latin typeface="Arial"/>
              </a:rPr>
              <a:t>Increased focus on renewal of top customers include contract true-ups and longer terms whenever possible.</a:t>
            </a:r>
          </a:p>
          <a:p>
            <a:pPr marL="182880" indent="-182880">
              <a:spcBef>
                <a:spcPts val="0"/>
              </a:spcBef>
              <a:buClr>
                <a:srgbClr val="101010"/>
              </a:buClr>
              <a:buSzPts val="1000"/>
              <a:buFont typeface="Arial"/>
              <a:buAutoNum type="arabicPeriod"/>
              <a:defRPr/>
            </a:pPr>
            <a:r>
              <a:rPr lang="en-US" sz="1200">
                <a:solidFill>
                  <a:srgbClr val="101010"/>
                </a:solidFill>
                <a:latin typeface="Arial"/>
              </a:rPr>
              <a:t>Account mapping with Channel Partner and Sales to continue to  increase channel leads to amplify new logo efforts in the market.</a:t>
            </a:r>
          </a:p>
          <a:p>
            <a:pPr marL="182880" indent="-182880">
              <a:spcBef>
                <a:spcPts val="0"/>
              </a:spcBef>
              <a:buClr>
                <a:srgbClr val="101010"/>
              </a:buClr>
              <a:buSzPts val="1000"/>
              <a:buFont typeface="Arial"/>
              <a:buAutoNum type="arabicPeriod"/>
              <a:defRPr/>
            </a:pPr>
            <a:r>
              <a:rPr lang="en-US" sz="1200">
                <a:solidFill>
                  <a:srgbClr val="101010"/>
                </a:solidFill>
                <a:latin typeface="Arial"/>
              </a:rPr>
              <a:t>Continued proliferation of campaign specific content across marketing , social, and community platforms.</a:t>
            </a:r>
          </a:p>
          <a:p>
            <a:pPr marL="182880" indent="-182880">
              <a:spcBef>
                <a:spcPts val="0"/>
              </a:spcBef>
              <a:buClr>
                <a:srgbClr val="101010"/>
              </a:buClr>
              <a:buSzPts val="1000"/>
              <a:buFont typeface="Arial"/>
              <a:buAutoNum type="arabicPeriod"/>
              <a:defRPr/>
            </a:pPr>
            <a:r>
              <a:rPr lang="en-US" sz="1200">
                <a:solidFill>
                  <a:srgbClr val="101010"/>
                </a:solidFill>
                <a:latin typeface="Arial"/>
              </a:rPr>
              <a:t>Launch new account business plan process powered by insight (ZoomInfo, ISG data), co-pilot, and the strategic sales plays as integrated campaigns (sales/marketing/product/ SA team).</a:t>
            </a:r>
          </a:p>
        </p:txBody>
      </p:sp>
    </p:spTree>
    <p:extLst>
      <p:ext uri="{BB962C8B-B14F-4D97-AF65-F5344CB8AC3E}">
        <p14:creationId xmlns:p14="http://schemas.microsoft.com/office/powerpoint/2010/main" val="38459098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4A93809-3059-9908-2169-DD90A35D63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AC63E8-27D0-B6AE-7DD0-6658313CF80B}"/>
              </a:ext>
            </a:extLst>
          </p:cNvPr>
          <p:cNvSpPr>
            <a:spLocks noGrp="1"/>
          </p:cNvSpPr>
          <p:nvPr>
            <p:ph type="title"/>
          </p:nvPr>
        </p:nvSpPr>
        <p:spPr/>
        <p:txBody>
          <a:bodyPr/>
          <a:lstStyle/>
          <a:p>
            <a:r>
              <a:rPr lang="en-US"/>
              <a:t>Product </a:t>
            </a:r>
            <a:endParaRPr lang="en-US">
              <a:cs typeface="Arial"/>
            </a:endParaRPr>
          </a:p>
        </p:txBody>
      </p:sp>
      <p:sp>
        <p:nvSpPr>
          <p:cNvPr id="5" name="Content Placeholder 5">
            <a:extLst>
              <a:ext uri="{FF2B5EF4-FFF2-40B4-BE49-F238E27FC236}">
                <a16:creationId xmlns:a16="http://schemas.microsoft.com/office/drawing/2014/main" id="{E1261D61-F12B-B383-291F-C0FA201C3A9D}"/>
              </a:ext>
            </a:extLst>
          </p:cNvPr>
          <p:cNvSpPr>
            <a:spLocks noGrp="1"/>
          </p:cNvSpPr>
          <p:nvPr>
            <p:ph idx="1"/>
          </p:nvPr>
        </p:nvSpPr>
        <p:spPr/>
        <p:txBody>
          <a:bodyPr vert="horz" lIns="91440" tIns="45720" rIns="91440" bIns="45720" rtlCol="0" anchor="t">
            <a:noAutofit/>
          </a:bodyPr>
          <a:lstStyle/>
          <a:p>
            <a:pPr>
              <a:spcBef>
                <a:spcPts val="1800"/>
              </a:spcBef>
              <a:spcAft>
                <a:spcPts val="1000"/>
              </a:spcAft>
              <a:buClr>
                <a:srgbClr val="101010"/>
              </a:buClr>
              <a:buSzPts val="1000"/>
              <a:defRPr/>
            </a:pPr>
            <a:r>
              <a:rPr lang="en-US" sz="1400">
                <a:solidFill>
                  <a:srgbClr val="7D7AE8"/>
                </a:solidFill>
                <a:latin typeface="Arial"/>
              </a:rPr>
              <a:t>Objectives: </a:t>
            </a:r>
            <a:r>
              <a:rPr lang="en-US" sz="1400">
                <a:solidFill>
                  <a:schemeClr val="accent6">
                    <a:lumMod val="60000"/>
                    <a:lumOff val="40000"/>
                  </a:schemeClr>
                </a:solidFill>
                <a:latin typeface="Arial"/>
              </a:rPr>
              <a:t>(infinite game)</a:t>
            </a:r>
          </a:p>
          <a:p>
            <a:pPr marL="182880" indent="-182880">
              <a:spcBef>
                <a:spcPts val="0"/>
              </a:spcBef>
              <a:buClr>
                <a:srgbClr val="101010"/>
              </a:buClr>
              <a:buSzPts val="1000"/>
              <a:buFont typeface="Arial"/>
              <a:buAutoNum type="arabicPeriod"/>
              <a:defRPr/>
            </a:pPr>
            <a:r>
              <a:rPr lang="en-US" sz="1200">
                <a:solidFill>
                  <a:srgbClr val="101010"/>
                </a:solidFill>
                <a:latin typeface="Arial"/>
              </a:rPr>
              <a:t>Improve overall profitability through margin expansion and operational efficiency.</a:t>
            </a:r>
          </a:p>
          <a:p>
            <a:pPr marL="182880" indent="-182880">
              <a:spcBef>
                <a:spcPts val="0"/>
              </a:spcBef>
              <a:buClr>
                <a:srgbClr val="101010"/>
              </a:buClr>
              <a:buSzPts val="1000"/>
              <a:buFont typeface="Arial"/>
              <a:buAutoNum type="arabicPeriod"/>
              <a:defRPr/>
            </a:pPr>
            <a:r>
              <a:rPr lang="en-US" sz="1200">
                <a:solidFill>
                  <a:srgbClr val="101010"/>
                </a:solidFill>
                <a:latin typeface="Arial"/>
              </a:rPr>
              <a:t>Establish a strong pipeline of qualified hybrid cloud opportunities.</a:t>
            </a:r>
          </a:p>
          <a:p>
            <a:pPr marL="182880" indent="-182880">
              <a:spcBef>
                <a:spcPts val="0"/>
              </a:spcBef>
              <a:buClr>
                <a:srgbClr val="101010"/>
              </a:buClr>
              <a:buSzPts val="1000"/>
              <a:buFont typeface="Arial"/>
              <a:buAutoNum type="arabicPeriod"/>
              <a:defRPr/>
            </a:pPr>
            <a:r>
              <a:rPr lang="en-US" sz="1200">
                <a:solidFill>
                  <a:srgbClr val="101010"/>
                </a:solidFill>
                <a:latin typeface="Arial"/>
              </a:rPr>
              <a:t>Deepen relationships with key customers to identify and deliver high-impact services that support their strategic goals.</a:t>
            </a:r>
          </a:p>
          <a:p>
            <a:pPr>
              <a:spcBef>
                <a:spcPts val="1800"/>
              </a:spcBef>
              <a:spcAft>
                <a:spcPts val="1000"/>
              </a:spcAft>
              <a:buClr>
                <a:srgbClr val="101010"/>
              </a:buClr>
              <a:buSzPts val="1000"/>
              <a:defRPr/>
            </a:pPr>
            <a:r>
              <a:rPr lang="en-US" sz="1400">
                <a:solidFill>
                  <a:srgbClr val="7D7AE8"/>
                </a:solidFill>
                <a:latin typeface="Arial"/>
              </a:rPr>
              <a:t>Key Results: </a:t>
            </a:r>
            <a:r>
              <a:rPr lang="en-US" sz="1400">
                <a:solidFill>
                  <a:schemeClr val="accent6">
                    <a:lumMod val="60000"/>
                    <a:lumOff val="40000"/>
                  </a:schemeClr>
                </a:solidFill>
                <a:latin typeface="Arial"/>
              </a:rPr>
              <a:t>(specific milestones for FY25)</a:t>
            </a:r>
          </a:p>
          <a:p>
            <a:pPr marL="182880" indent="-182880">
              <a:spcBef>
                <a:spcPts val="0"/>
              </a:spcBef>
              <a:buClr>
                <a:srgbClr val="101010"/>
              </a:buClr>
              <a:buSzPts val="1000"/>
              <a:buFont typeface="Arial"/>
              <a:buAutoNum type="arabicPeriod"/>
              <a:defRPr/>
            </a:pPr>
            <a:r>
              <a:rPr lang="en-US" sz="1200">
                <a:solidFill>
                  <a:srgbClr val="101010"/>
                </a:solidFill>
                <a:latin typeface="Arial"/>
              </a:rPr>
              <a:t>Achieve a $1M improvement in annual profitability by fiscal year-end.</a:t>
            </a:r>
          </a:p>
          <a:p>
            <a:pPr marL="182880" indent="-182880">
              <a:spcBef>
                <a:spcPts val="0"/>
              </a:spcBef>
              <a:buClr>
                <a:srgbClr val="101010"/>
              </a:buClr>
              <a:buSzPts val="1000"/>
              <a:buFont typeface="Arial"/>
              <a:buAutoNum type="arabicPeriod"/>
              <a:defRPr/>
            </a:pPr>
            <a:r>
              <a:rPr lang="en-US" sz="1200">
                <a:solidFill>
                  <a:srgbClr val="101010"/>
                </a:solidFill>
                <a:latin typeface="Arial"/>
              </a:rPr>
              <a:t>Achieve $1M+ in new qualified hybrid cloud pipeline as of fiscal year-end.</a:t>
            </a:r>
          </a:p>
          <a:p>
            <a:pPr marL="182880" indent="-182880">
              <a:spcBef>
                <a:spcPts val="0"/>
              </a:spcBef>
              <a:buClr>
                <a:srgbClr val="101010"/>
              </a:buClr>
              <a:buSzPts val="1000"/>
              <a:buFont typeface="Arial"/>
              <a:buAutoNum type="arabicPeriod"/>
              <a:defRPr/>
            </a:pPr>
            <a:r>
              <a:rPr lang="en-US" sz="1200">
                <a:solidFill>
                  <a:srgbClr val="101010"/>
                </a:solidFill>
                <a:latin typeface="Arial"/>
              </a:rPr>
              <a:t>Generate $600K in pipeline from current accounts, driven by Service Delivery and Solution Architects, by fiscal year-end.</a:t>
            </a:r>
          </a:p>
          <a:p>
            <a:pPr>
              <a:spcBef>
                <a:spcPts val="1800"/>
              </a:spcBef>
              <a:spcAft>
                <a:spcPts val="1000"/>
              </a:spcAft>
              <a:buClr>
                <a:srgbClr val="101010"/>
              </a:buClr>
              <a:buSzPts val="1000"/>
              <a:defRPr/>
            </a:pPr>
            <a:r>
              <a:rPr lang="en-US" sz="1400">
                <a:solidFill>
                  <a:srgbClr val="7D7AE8"/>
                </a:solidFill>
                <a:latin typeface="Arial"/>
              </a:rPr>
              <a:t>Activities: </a:t>
            </a:r>
            <a:r>
              <a:rPr lang="en-US" sz="1400">
                <a:solidFill>
                  <a:schemeClr val="accent6">
                    <a:lumMod val="60000"/>
                    <a:lumOff val="40000"/>
                  </a:schemeClr>
                </a:solidFill>
                <a:latin typeface="Arial"/>
              </a:rPr>
              <a:t>(core strategies and related action plans to achieve the objectives)</a:t>
            </a:r>
          </a:p>
          <a:p>
            <a:pPr marL="182880" indent="-182880">
              <a:spcBef>
                <a:spcPts val="0"/>
              </a:spcBef>
              <a:buClr>
                <a:srgbClr val="101010"/>
              </a:buClr>
              <a:buSzPts val="1000"/>
              <a:buFont typeface="Arial"/>
              <a:buAutoNum type="arabicPeriod"/>
              <a:defRPr/>
            </a:pPr>
            <a:r>
              <a:rPr lang="en-US" sz="1200">
                <a:solidFill>
                  <a:srgbClr val="101010"/>
                </a:solidFill>
                <a:latin typeface="Arial"/>
              </a:rPr>
              <a:t>Reduce 3rd party software costs and address current customer min pricing. </a:t>
            </a:r>
          </a:p>
          <a:p>
            <a:pPr marL="182880" indent="-182880">
              <a:spcBef>
                <a:spcPts val="0"/>
              </a:spcBef>
              <a:buClr>
                <a:srgbClr val="101010"/>
              </a:buClr>
              <a:buSzPts val="1000"/>
              <a:buFont typeface="Arial"/>
              <a:buAutoNum type="arabicPeriod"/>
              <a:defRPr/>
            </a:pPr>
            <a:r>
              <a:rPr lang="en-US" sz="1200">
                <a:solidFill>
                  <a:srgbClr val="101010"/>
                </a:solidFill>
                <a:latin typeface="Arial"/>
              </a:rPr>
              <a:t>Create T-Shirt Size Repatriation and Hybrid Cloud Assessments and enable Partner (TSDs) to promote. </a:t>
            </a:r>
          </a:p>
          <a:p>
            <a:pPr marL="182880" indent="-182880">
              <a:spcBef>
                <a:spcPts val="0"/>
              </a:spcBef>
              <a:buClr>
                <a:srgbClr val="101010"/>
              </a:buClr>
              <a:buSzPts val="1000"/>
              <a:buFont typeface="Arial"/>
              <a:buAutoNum type="arabicPeriod"/>
              <a:defRPr/>
            </a:pPr>
            <a:r>
              <a:rPr lang="en-US" sz="1200">
                <a:solidFill>
                  <a:srgbClr val="101010"/>
                </a:solidFill>
                <a:latin typeface="Arial"/>
              </a:rPr>
              <a:t>Expand our market presence by increasing visibility, thought leadership, and participation in market activities visible to our target market.</a:t>
            </a:r>
          </a:p>
          <a:p>
            <a:pPr marL="182880" indent="-182880">
              <a:spcBef>
                <a:spcPts val="0"/>
              </a:spcBef>
              <a:buClr>
                <a:srgbClr val="101010"/>
              </a:buClr>
              <a:buSzPts val="1000"/>
              <a:buFont typeface="Arial"/>
              <a:buAutoNum type="arabicPeriod"/>
              <a:defRPr/>
            </a:pPr>
            <a:r>
              <a:rPr lang="en-US" sz="1200">
                <a:solidFill>
                  <a:srgbClr val="101010"/>
                </a:solidFill>
                <a:latin typeface="Arial"/>
              </a:rPr>
              <a:t>Strengthen our presence in key partner ecosystems for Hybrid Cloud to co-sell, co-market, and co-deliver value to mutual customers.</a:t>
            </a:r>
          </a:p>
          <a:p>
            <a:pPr marL="182880" indent="-182880">
              <a:spcBef>
                <a:spcPts val="0"/>
              </a:spcBef>
              <a:buAutoNum type="arabicPeriod"/>
            </a:pPr>
            <a:endParaRPr lang="en-US" sz="1200">
              <a:solidFill>
                <a:srgbClr val="101010"/>
              </a:solidFill>
              <a:cs typeface="Arial"/>
            </a:endParaRPr>
          </a:p>
        </p:txBody>
      </p:sp>
    </p:spTree>
    <p:extLst>
      <p:ext uri="{BB962C8B-B14F-4D97-AF65-F5344CB8AC3E}">
        <p14:creationId xmlns:p14="http://schemas.microsoft.com/office/powerpoint/2010/main" val="30351628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104CB5C-7248-689B-AB2A-E1C59478EF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EE18FC-79A9-CCBB-7872-A68F2FC4F229}"/>
              </a:ext>
            </a:extLst>
          </p:cNvPr>
          <p:cNvSpPr>
            <a:spLocks noGrp="1"/>
          </p:cNvSpPr>
          <p:nvPr>
            <p:ph type="title"/>
          </p:nvPr>
        </p:nvSpPr>
        <p:spPr/>
        <p:txBody>
          <a:bodyPr/>
          <a:lstStyle/>
          <a:p>
            <a:r>
              <a:rPr lang="en-US"/>
              <a:t>Finance</a:t>
            </a:r>
          </a:p>
        </p:txBody>
      </p:sp>
      <p:sp>
        <p:nvSpPr>
          <p:cNvPr id="5" name="Content Placeholder 5">
            <a:extLst>
              <a:ext uri="{FF2B5EF4-FFF2-40B4-BE49-F238E27FC236}">
                <a16:creationId xmlns:a16="http://schemas.microsoft.com/office/drawing/2014/main" id="{409D6BA8-03A8-ADF9-ACD5-56CB57906EDB}"/>
              </a:ext>
            </a:extLst>
          </p:cNvPr>
          <p:cNvSpPr>
            <a:spLocks noGrp="1"/>
          </p:cNvSpPr>
          <p:nvPr>
            <p:ph idx="1"/>
          </p:nvPr>
        </p:nvSpPr>
        <p:spPr/>
        <p:txBody>
          <a:bodyPr vert="horz" lIns="91440" tIns="45720" rIns="91440" bIns="45720" rtlCol="0" anchor="t">
            <a:noAutofit/>
          </a:bodyPr>
          <a:lstStyle/>
          <a:p>
            <a:pPr>
              <a:spcBef>
                <a:spcPts val="1800"/>
              </a:spcBef>
              <a:spcAft>
                <a:spcPts val="1000"/>
              </a:spcAft>
            </a:pPr>
            <a:r>
              <a:rPr lang="en-US" sz="1400">
                <a:solidFill>
                  <a:srgbClr val="7D7AE8"/>
                </a:solidFill>
              </a:rPr>
              <a:t>Objectives: </a:t>
            </a:r>
            <a:r>
              <a:rPr lang="en-US" sz="1400">
                <a:solidFill>
                  <a:schemeClr val="accent6">
                    <a:lumMod val="60000"/>
                    <a:lumOff val="40000"/>
                  </a:schemeClr>
                </a:solidFill>
              </a:rPr>
              <a:t>(infinite game)</a:t>
            </a:r>
            <a:endParaRPr lang="en-US" sz="1400">
              <a:solidFill>
                <a:schemeClr val="accent6">
                  <a:lumMod val="60000"/>
                  <a:lumOff val="40000"/>
                </a:schemeClr>
              </a:solidFill>
              <a:cs typeface="Arial"/>
            </a:endParaRPr>
          </a:p>
          <a:p>
            <a:pPr marL="182880" indent="-182880">
              <a:spcBef>
                <a:spcPts val="0"/>
              </a:spcBef>
              <a:buClr>
                <a:srgbClr val="101010"/>
              </a:buClr>
              <a:buSzPts val="1000"/>
              <a:buFont typeface="Arial"/>
              <a:buAutoNum type="arabicPeriod"/>
              <a:defRPr/>
            </a:pPr>
            <a:r>
              <a:rPr lang="en-US" sz="1200">
                <a:solidFill>
                  <a:srgbClr val="101010"/>
                </a:solidFill>
                <a:latin typeface="Arial"/>
              </a:rPr>
              <a:t>Margin Improvement </a:t>
            </a:r>
          </a:p>
          <a:p>
            <a:pPr marL="182880" indent="-182880">
              <a:spcBef>
                <a:spcPts val="0"/>
              </a:spcBef>
              <a:buClr>
                <a:srgbClr val="101010"/>
              </a:buClr>
              <a:buSzPts val="1000"/>
              <a:buFont typeface="Arial"/>
              <a:buAutoNum type="arabicPeriod"/>
              <a:defRPr/>
            </a:pPr>
            <a:r>
              <a:rPr lang="en-US" sz="1200">
                <a:solidFill>
                  <a:srgbClr val="101010"/>
                </a:solidFill>
                <a:latin typeface="Arial"/>
              </a:rPr>
              <a:t>Financial Security </a:t>
            </a:r>
          </a:p>
          <a:p>
            <a:pPr marL="182880" indent="-182880">
              <a:spcBef>
                <a:spcPts val="0"/>
              </a:spcBef>
              <a:buClr>
                <a:srgbClr val="101010"/>
              </a:buClr>
              <a:buSzPts val="1000"/>
              <a:buFont typeface="Arial"/>
              <a:buAutoNum type="arabicPeriod"/>
              <a:defRPr/>
            </a:pPr>
            <a:r>
              <a:rPr lang="en-US" sz="1200">
                <a:solidFill>
                  <a:srgbClr val="101010"/>
                </a:solidFill>
                <a:latin typeface="Arial"/>
              </a:rPr>
              <a:t>Revenue Operations Excellence</a:t>
            </a:r>
          </a:p>
          <a:p>
            <a:pPr>
              <a:spcBef>
                <a:spcPts val="1800"/>
              </a:spcBef>
              <a:spcAft>
                <a:spcPts val="1000"/>
              </a:spcAft>
            </a:pPr>
            <a:r>
              <a:rPr lang="en-US" sz="1400">
                <a:solidFill>
                  <a:srgbClr val="7D7AE8"/>
                </a:solidFill>
              </a:rPr>
              <a:t>Key Results: </a:t>
            </a:r>
            <a:r>
              <a:rPr lang="en-US" sz="1400">
                <a:solidFill>
                  <a:schemeClr val="accent6">
                    <a:lumMod val="60000"/>
                    <a:lumOff val="40000"/>
                  </a:schemeClr>
                </a:solidFill>
              </a:rPr>
              <a:t>(specific milestones for FY25)</a:t>
            </a:r>
          </a:p>
          <a:p>
            <a:pPr marL="182880" indent="-182880">
              <a:spcBef>
                <a:spcPts val="0"/>
              </a:spcBef>
              <a:buClr>
                <a:srgbClr val="101010"/>
              </a:buClr>
              <a:buSzPts val="1000"/>
              <a:buFont typeface="Arial"/>
              <a:buAutoNum type="arabicPeriod"/>
              <a:defRPr/>
            </a:pPr>
            <a:r>
              <a:rPr lang="en-US" sz="1200">
                <a:solidFill>
                  <a:srgbClr val="101010"/>
                </a:solidFill>
                <a:latin typeface="Arial"/>
              </a:rPr>
              <a:t>Increase current gross margin from 27% to 30% (August end of fiscal)</a:t>
            </a:r>
          </a:p>
          <a:p>
            <a:pPr marL="182880" indent="-182880">
              <a:spcBef>
                <a:spcPts val="0"/>
              </a:spcBef>
              <a:buClr>
                <a:srgbClr val="101010"/>
              </a:buClr>
              <a:buSzPts val="1000"/>
              <a:buFont typeface="Arial"/>
              <a:buAutoNum type="arabicPeriod"/>
              <a:defRPr/>
            </a:pPr>
            <a:r>
              <a:rPr lang="en-US" sz="1200">
                <a:solidFill>
                  <a:srgbClr val="101010"/>
                </a:solidFill>
                <a:latin typeface="Arial"/>
              </a:rPr>
              <a:t>Cash Flow positive</a:t>
            </a:r>
          </a:p>
          <a:p>
            <a:pPr marL="182880" indent="-182880">
              <a:spcBef>
                <a:spcPts val="0"/>
              </a:spcBef>
              <a:buClr>
                <a:srgbClr val="101010"/>
              </a:buClr>
              <a:buSzPts val="1000"/>
              <a:buFont typeface="Arial"/>
              <a:buAutoNum type="arabicPeriod"/>
              <a:defRPr/>
            </a:pPr>
            <a:r>
              <a:rPr lang="en-US" sz="1200">
                <a:solidFill>
                  <a:srgbClr val="101010"/>
                </a:solidFill>
                <a:latin typeface="Arial"/>
              </a:rPr>
              <a:t>Overachieving MRC and NRC bookings forecasts</a:t>
            </a:r>
          </a:p>
          <a:p>
            <a:pPr>
              <a:spcBef>
                <a:spcPts val="1800"/>
              </a:spcBef>
              <a:spcAft>
                <a:spcPts val="1000"/>
              </a:spcAft>
            </a:pPr>
            <a:r>
              <a:rPr lang="en-US" sz="1400">
                <a:solidFill>
                  <a:srgbClr val="7D7AE8"/>
                </a:solidFill>
              </a:rPr>
              <a:t>Activities: </a:t>
            </a:r>
            <a:r>
              <a:rPr lang="en-US" sz="1400">
                <a:solidFill>
                  <a:schemeClr val="accent6">
                    <a:lumMod val="60000"/>
                    <a:lumOff val="40000"/>
                  </a:schemeClr>
                </a:solidFill>
              </a:rPr>
              <a:t>(core strategies and related action plans to achieve the objectives)</a:t>
            </a:r>
          </a:p>
          <a:p>
            <a:pPr marL="182880" indent="-182880">
              <a:spcBef>
                <a:spcPts val="0"/>
              </a:spcBef>
              <a:buClr>
                <a:srgbClr val="101010"/>
              </a:buClr>
              <a:buSzPts val="1000"/>
              <a:buFont typeface="Arial"/>
              <a:buAutoNum type="arabicPeriod"/>
              <a:defRPr/>
            </a:pPr>
            <a:r>
              <a:rPr lang="en-US" sz="1200">
                <a:solidFill>
                  <a:srgbClr val="101010"/>
                </a:solidFill>
                <a:latin typeface="Arial"/>
              </a:rPr>
              <a:t>Establish new business operations group increases maximizing use of BI to better align cost of sales with the related revenue. Continue with vendor spending reviews.</a:t>
            </a:r>
          </a:p>
          <a:p>
            <a:pPr marL="182880" indent="-182880">
              <a:spcBef>
                <a:spcPts val="0"/>
              </a:spcBef>
              <a:buClr>
                <a:srgbClr val="101010"/>
              </a:buClr>
              <a:buSzPts val="1000"/>
              <a:buFont typeface="Arial"/>
              <a:buAutoNum type="arabicPeriod"/>
              <a:defRPr/>
            </a:pPr>
            <a:r>
              <a:rPr lang="en-US" sz="1200">
                <a:solidFill>
                  <a:srgbClr val="101010"/>
                </a:solidFill>
                <a:latin typeface="Arial"/>
              </a:rPr>
              <a:t>Finalize Line of Credit and Equipment leasing line. Improve DSO and maximize Days payable outstanding</a:t>
            </a:r>
          </a:p>
          <a:p>
            <a:pPr marL="182880" indent="-182880">
              <a:spcBef>
                <a:spcPts val="0"/>
              </a:spcBef>
              <a:buClr>
                <a:srgbClr val="101010"/>
              </a:buClr>
              <a:buSzPts val="1000"/>
              <a:buFont typeface="Arial"/>
              <a:buAutoNum type="arabicPeriod"/>
              <a:defRPr/>
            </a:pPr>
            <a:r>
              <a:rPr lang="en-US" sz="1200">
                <a:solidFill>
                  <a:srgbClr val="101010"/>
                </a:solidFill>
                <a:latin typeface="Arial"/>
              </a:rPr>
              <a:t>Dashboards from Revenue ops, quicker turnaround from deal desk and increase margin awareness. Quicker legal review.</a:t>
            </a:r>
          </a:p>
        </p:txBody>
      </p:sp>
    </p:spTree>
    <p:extLst>
      <p:ext uri="{BB962C8B-B14F-4D97-AF65-F5344CB8AC3E}">
        <p14:creationId xmlns:p14="http://schemas.microsoft.com/office/powerpoint/2010/main" val="42896084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A938D88-1B07-F0FE-3A66-0367BF8FDE73}"/>
            </a:ext>
          </a:extLst>
        </p:cNvPr>
        <p:cNvGrpSpPr/>
        <p:nvPr/>
      </p:nvGrpSpPr>
      <p:grpSpPr>
        <a:xfrm>
          <a:off x="0" y="0"/>
          <a:ext cx="0" cy="0"/>
          <a:chOff x="0" y="0"/>
          <a:chExt cx="0" cy="0"/>
        </a:xfrm>
      </p:grpSpPr>
      <p:sp>
        <p:nvSpPr>
          <p:cNvPr id="21" name="Title 1">
            <a:extLst>
              <a:ext uri="{FF2B5EF4-FFF2-40B4-BE49-F238E27FC236}">
                <a16:creationId xmlns:a16="http://schemas.microsoft.com/office/drawing/2014/main" id="{12EE4AB4-9005-913C-7733-64699FF010B6}"/>
              </a:ext>
            </a:extLst>
          </p:cNvPr>
          <p:cNvSpPr>
            <a:spLocks noGrp="1"/>
          </p:cNvSpPr>
          <p:nvPr>
            <p:ph type="title"/>
          </p:nvPr>
        </p:nvSpPr>
        <p:spPr/>
        <p:txBody>
          <a:bodyPr/>
          <a:lstStyle/>
          <a:p>
            <a:r>
              <a:rPr lang="en-US"/>
              <a:t>Marketing (Manshi)</a:t>
            </a:r>
          </a:p>
        </p:txBody>
      </p:sp>
      <p:sp>
        <p:nvSpPr>
          <p:cNvPr id="17" name="Content Placeholder 16">
            <a:extLst>
              <a:ext uri="{FF2B5EF4-FFF2-40B4-BE49-F238E27FC236}">
                <a16:creationId xmlns:a16="http://schemas.microsoft.com/office/drawing/2014/main" id="{1FA68E79-419A-2520-3909-83BD000CA9F1}"/>
              </a:ext>
            </a:extLst>
          </p:cNvPr>
          <p:cNvSpPr>
            <a:spLocks noGrp="1"/>
          </p:cNvSpPr>
          <p:nvPr>
            <p:ph idx="1"/>
          </p:nvPr>
        </p:nvSpPr>
        <p:spPr>
          <a:xfrm>
            <a:off x="510541" y="1123407"/>
            <a:ext cx="11170919" cy="5042262"/>
          </a:xfrm>
        </p:spPr>
        <p:txBody>
          <a:bodyPr vert="horz" lIns="91440" tIns="45720" rIns="91440" bIns="45720" rtlCol="0" anchor="t">
            <a:noAutofit/>
          </a:bodyPr>
          <a:lstStyle/>
          <a:p>
            <a:pPr marL="0" marR="0" lvl="0" indent="0" algn="l" defTabSz="914400" rtl="0" eaLnBrk="1" fontAlgn="auto" latinLnBrk="0" hangingPunct="1">
              <a:lnSpc>
                <a:spcPct val="100000"/>
              </a:lnSpc>
              <a:spcBef>
                <a:spcPts val="1800"/>
              </a:spcBef>
              <a:spcAft>
                <a:spcPts val="1000"/>
              </a:spcAft>
              <a:buClr>
                <a:srgbClr val="101010"/>
              </a:buClr>
              <a:buSzPts val="1000"/>
              <a:buFontTx/>
              <a:buNone/>
              <a:tabLst/>
              <a:defRPr/>
            </a:pPr>
            <a:r>
              <a:rPr kumimoji="0" lang="en-US" sz="1400" b="0" i="0" u="none" strike="noStrike" kern="1200" cap="none" spc="0" normalizeH="0" baseline="0" noProof="0">
                <a:ln>
                  <a:noFill/>
                </a:ln>
                <a:solidFill>
                  <a:srgbClr val="7D7AE8"/>
                </a:solidFill>
                <a:effectLst/>
                <a:uLnTx/>
                <a:uFillTx/>
                <a:latin typeface="Arial"/>
                <a:ea typeface="+mn-ea"/>
                <a:cs typeface="+mn-cs"/>
                <a:sym typeface="Montserrat"/>
              </a:rPr>
              <a:t>Objectives:</a:t>
            </a:r>
          </a:p>
          <a:p>
            <a:pPr marL="228600" marR="0" lvl="0" indent="-228600" algn="l" defTabSz="914400" rtl="0" eaLnBrk="1" fontAlgn="auto" latinLnBrk="0" hangingPunct="1">
              <a:lnSpc>
                <a:spcPct val="100000"/>
              </a:lnSpc>
              <a:spcBef>
                <a:spcPts val="0"/>
              </a:spcBef>
              <a:spcAft>
                <a:spcPts val="600"/>
              </a:spcAft>
              <a:buClr>
                <a:srgbClr val="101010"/>
              </a:buClr>
              <a:buSzPts val="1000"/>
              <a:buAutoNum type="arabicPeriod"/>
              <a:tabLst/>
              <a:defRPr/>
            </a:pPr>
            <a:r>
              <a:rPr kumimoji="0" lang="en-US" sz="1200" b="0" i="0" u="none" strike="noStrike" kern="1200" cap="none" spc="0" normalizeH="0" baseline="0" noProof="0">
                <a:ln>
                  <a:noFill/>
                </a:ln>
                <a:solidFill>
                  <a:srgbClr val="101010"/>
                </a:solidFill>
                <a:effectLst/>
                <a:uLnTx/>
                <a:uFillTx/>
                <a:latin typeface="Arial"/>
                <a:ea typeface="+mn-ea"/>
                <a:cs typeface="+mn-cs"/>
                <a:sym typeface="Montserrat"/>
              </a:rPr>
              <a:t>Discover the changing market landscape and our place in it</a:t>
            </a:r>
          </a:p>
          <a:p>
            <a:pPr marL="228600" marR="0" lvl="0" indent="-228600" algn="l" defTabSz="914400" rtl="0" eaLnBrk="1" fontAlgn="auto" latinLnBrk="0" hangingPunct="1">
              <a:lnSpc>
                <a:spcPct val="100000"/>
              </a:lnSpc>
              <a:spcBef>
                <a:spcPts val="0"/>
              </a:spcBef>
              <a:spcAft>
                <a:spcPts val="600"/>
              </a:spcAft>
              <a:buClr>
                <a:srgbClr val="101010"/>
              </a:buClr>
              <a:buSzPts val="1000"/>
              <a:buAutoNum type="arabicPeriod"/>
              <a:tabLst/>
              <a:defRPr/>
            </a:pPr>
            <a:r>
              <a:rPr lang="en-US" sz="1200">
                <a:solidFill>
                  <a:srgbClr val="101010"/>
                </a:solidFill>
                <a:latin typeface="Arial"/>
                <a:sym typeface="Montserrat"/>
              </a:rPr>
              <a:t>Build a differentiated brand and drive demand for our solutions</a:t>
            </a:r>
          </a:p>
          <a:p>
            <a:pPr marL="228600" marR="0" lvl="0" indent="-228600" algn="l" defTabSz="914400" rtl="0" eaLnBrk="1" fontAlgn="auto" latinLnBrk="0" hangingPunct="1">
              <a:lnSpc>
                <a:spcPct val="100000"/>
              </a:lnSpc>
              <a:spcBef>
                <a:spcPts val="0"/>
              </a:spcBef>
              <a:spcAft>
                <a:spcPts val="600"/>
              </a:spcAft>
              <a:buClr>
                <a:srgbClr val="101010"/>
              </a:buClr>
              <a:buSzPts val="1000"/>
              <a:buAutoNum type="arabicPeriod"/>
              <a:tabLst/>
              <a:defRPr/>
            </a:pPr>
            <a:r>
              <a:rPr lang="en-US" sz="1200" b="0" i="0" u="none" strike="noStrike" kern="1200" cap="none" spc="0" normalizeH="0" baseline="0" noProof="0">
                <a:ln>
                  <a:noFill/>
                </a:ln>
                <a:solidFill>
                  <a:srgbClr val="101010"/>
                </a:solidFill>
                <a:effectLst/>
                <a:uLnTx/>
                <a:uFillTx/>
                <a:latin typeface="Arial"/>
                <a:cs typeface="Arial"/>
                <a:sym typeface="Montserrat"/>
              </a:rPr>
              <a:t>Partner with internal teams to bring our best selves to the market</a:t>
            </a:r>
            <a:endParaRPr lang="en-US" sz="1200" b="0" i="0" u="none" strike="noStrike" kern="1200" cap="none" spc="0" normalizeH="0" baseline="0" noProof="0">
              <a:ln>
                <a:noFill/>
              </a:ln>
              <a:solidFill>
                <a:srgbClr val="101010"/>
              </a:solidFill>
              <a:effectLst/>
              <a:uLnTx/>
              <a:uFillTx/>
              <a:latin typeface="Arial"/>
              <a:cs typeface="Arial"/>
            </a:endParaRPr>
          </a:p>
          <a:p>
            <a:pPr marL="0" marR="0" lvl="0" indent="0" algn="l" defTabSz="914400" rtl="0" eaLnBrk="1" fontAlgn="auto" latinLnBrk="0" hangingPunct="1">
              <a:lnSpc>
                <a:spcPct val="100000"/>
              </a:lnSpc>
              <a:spcBef>
                <a:spcPts val="1800"/>
              </a:spcBef>
              <a:spcAft>
                <a:spcPts val="1000"/>
              </a:spcAft>
              <a:buClr>
                <a:srgbClr val="101010"/>
              </a:buClr>
              <a:buSzPts val="1000"/>
              <a:buFontTx/>
              <a:buNone/>
              <a:tabLst/>
              <a:defRPr/>
            </a:pPr>
            <a:r>
              <a:rPr kumimoji="0" lang="en-US" sz="1400" b="0" i="0" u="none" strike="noStrike" kern="1200" cap="none" spc="0" normalizeH="0" baseline="0" noProof="0">
                <a:ln>
                  <a:noFill/>
                </a:ln>
                <a:solidFill>
                  <a:srgbClr val="7D7AE8"/>
                </a:solidFill>
                <a:effectLst/>
                <a:uLnTx/>
                <a:uFillTx/>
                <a:latin typeface="Arial"/>
                <a:ea typeface="+mn-ea"/>
                <a:cs typeface="+mn-cs"/>
                <a:sym typeface="Montserrat"/>
              </a:rPr>
              <a:t>Key Results:</a:t>
            </a:r>
            <a:endParaRPr lang="en-US" sz="1400" b="0" i="0" u="none" strike="noStrike" kern="1200" cap="none" spc="0" normalizeH="0" baseline="0" noProof="0">
              <a:ln>
                <a:noFill/>
              </a:ln>
              <a:solidFill>
                <a:srgbClr val="7D7AE8"/>
              </a:solidFill>
              <a:effectLst/>
              <a:uLnTx/>
              <a:uFillTx/>
              <a:latin typeface="Arial"/>
              <a:cs typeface="Arial"/>
            </a:endParaRPr>
          </a:p>
          <a:p>
            <a:pPr marL="182880" indent="-182880">
              <a:spcBef>
                <a:spcPts val="0"/>
              </a:spcBef>
              <a:buClr>
                <a:srgbClr val="101010"/>
              </a:buClr>
              <a:buSzPts val="1000"/>
              <a:buFont typeface="Arial"/>
              <a:buAutoNum type="arabicPeriod"/>
              <a:defRPr/>
            </a:pPr>
            <a:r>
              <a:rPr lang="en-US" sz="1200">
                <a:solidFill>
                  <a:srgbClr val="101010"/>
                </a:solidFill>
                <a:latin typeface="Arial"/>
                <a:sym typeface="Montserrat"/>
              </a:rPr>
              <a:t>30% increase in organic traffic + 50% increase in engagement across channels </a:t>
            </a:r>
            <a:r>
              <a:rPr lang="en-US" sz="1200">
                <a:solidFill>
                  <a:schemeClr val="accent6">
                    <a:lumMod val="60000"/>
                    <a:lumOff val="40000"/>
                  </a:schemeClr>
                </a:solidFill>
                <a:latin typeface="Arial"/>
                <a:sym typeface="Montserrat"/>
              </a:rPr>
              <a:t>(product and brand relevance)</a:t>
            </a:r>
          </a:p>
          <a:p>
            <a:pPr marL="182880" indent="-182880">
              <a:spcBef>
                <a:spcPts val="0"/>
              </a:spcBef>
              <a:buClr>
                <a:srgbClr val="101010"/>
              </a:buClr>
              <a:buSzPts val="1000"/>
              <a:buAutoNum type="arabicPeriod"/>
              <a:defRPr/>
            </a:pPr>
            <a:r>
              <a:rPr lang="en-US" sz="1200">
                <a:solidFill>
                  <a:srgbClr val="101010"/>
                </a:solidFill>
                <a:latin typeface="Arial"/>
                <a:sym typeface="Montserrat"/>
              </a:rPr>
              <a:t>200+ MQLs, 30 opportunities, -25% acquisition cost </a:t>
            </a:r>
            <a:r>
              <a:rPr lang="en-US" sz="1200">
                <a:solidFill>
                  <a:schemeClr val="accent6">
                    <a:lumMod val="60000"/>
                    <a:lumOff val="40000"/>
                  </a:schemeClr>
                </a:solidFill>
                <a:latin typeface="Arial"/>
                <a:sym typeface="Montserrat"/>
              </a:rPr>
              <a:t>(pipeline contribution and execution maturity)</a:t>
            </a:r>
          </a:p>
          <a:p>
            <a:pPr marL="182880" indent="-182880">
              <a:spcBef>
                <a:spcPts val="0"/>
              </a:spcBef>
              <a:buClr>
                <a:srgbClr val="101010"/>
              </a:buClr>
              <a:buSzPts val="1000"/>
              <a:buAutoNum type="arabicPeriod"/>
              <a:defRPr/>
            </a:pPr>
            <a:r>
              <a:rPr lang="en-US" sz="1200">
                <a:solidFill>
                  <a:srgbClr val="101010"/>
                </a:solidFill>
                <a:latin typeface="Arial"/>
                <a:sym typeface="Montserrat"/>
              </a:rPr>
              <a:t>Increase average opportunity value by 15% </a:t>
            </a:r>
            <a:r>
              <a:rPr lang="en-US" sz="1200">
                <a:solidFill>
                  <a:schemeClr val="accent6">
                    <a:lumMod val="60000"/>
                    <a:lumOff val="40000"/>
                  </a:schemeClr>
                </a:solidFill>
                <a:latin typeface="Arial"/>
                <a:sym typeface="Montserrat"/>
              </a:rPr>
              <a:t>(strategic shift to solutions)</a:t>
            </a:r>
          </a:p>
          <a:p>
            <a:pPr marL="182880" indent="-182880">
              <a:spcBef>
                <a:spcPts val="0"/>
              </a:spcBef>
              <a:buClr>
                <a:srgbClr val="101010"/>
              </a:buClr>
              <a:buSzPts val="1000"/>
              <a:buAutoNum type="arabicPeriod"/>
              <a:defRPr/>
            </a:pPr>
            <a:r>
              <a:rPr lang="en-US" sz="1200">
                <a:solidFill>
                  <a:srgbClr val="101010"/>
                </a:solidFill>
                <a:latin typeface="Arial"/>
                <a:sym typeface="Montserrat"/>
              </a:rPr>
              <a:t>10 active ambassadors, 2+ user-generated content per month </a:t>
            </a:r>
            <a:r>
              <a:rPr lang="en-US" sz="1200">
                <a:solidFill>
                  <a:schemeClr val="accent6">
                    <a:lumMod val="60000"/>
                    <a:lumOff val="40000"/>
                  </a:schemeClr>
                </a:solidFill>
                <a:latin typeface="Arial"/>
                <a:sym typeface="Montserrat"/>
              </a:rPr>
              <a:t>(internal brand amplification)</a:t>
            </a:r>
            <a:endParaRPr lang="en-US" sz="1200">
              <a:solidFill>
                <a:schemeClr val="accent6">
                  <a:lumMod val="60000"/>
                  <a:lumOff val="40000"/>
                </a:schemeClr>
              </a:solidFill>
              <a:latin typeface="Arial"/>
              <a:cs typeface="Arial"/>
            </a:endParaRPr>
          </a:p>
          <a:p>
            <a:pPr marR="0" lvl="0" algn="l" defTabSz="914400" rtl="0">
              <a:lnSpc>
                <a:spcPct val="100000"/>
              </a:lnSpc>
              <a:spcBef>
                <a:spcPts val="1800"/>
              </a:spcBef>
              <a:spcAft>
                <a:spcPts val="1000"/>
              </a:spcAft>
              <a:buSzPts val="1000"/>
              <a:tabLst/>
              <a:defRPr/>
            </a:pPr>
            <a:r>
              <a:rPr lang="en-US" sz="1400">
                <a:solidFill>
                  <a:srgbClr val="7D7AE8"/>
                </a:solidFill>
                <a:latin typeface="Arial"/>
                <a:sym typeface="Montserrat"/>
              </a:rPr>
              <a:t>Activities</a:t>
            </a:r>
            <a:r>
              <a:rPr kumimoji="0" lang="en-US" sz="1400" b="0" i="0" u="none" strike="noStrike" kern="1200" cap="none" spc="0" normalizeH="0" baseline="0" noProof="0">
                <a:ln>
                  <a:noFill/>
                </a:ln>
                <a:solidFill>
                  <a:srgbClr val="7D7AE8"/>
                </a:solidFill>
                <a:effectLst/>
                <a:uLnTx/>
                <a:uFillTx/>
                <a:latin typeface="Arial"/>
                <a:ea typeface="+mn-ea"/>
                <a:cs typeface="+mn-cs"/>
                <a:sym typeface="Montserrat"/>
              </a:rPr>
              <a:t>:</a:t>
            </a:r>
            <a:endParaRPr lang="en-US" sz="1400" b="0" i="0" u="none" strike="noStrike" kern="1200" cap="none" spc="0" normalizeH="0" baseline="0" noProof="0">
              <a:ln>
                <a:noFill/>
              </a:ln>
              <a:solidFill>
                <a:srgbClr val="7D7AE8"/>
              </a:solidFill>
              <a:effectLst/>
              <a:uLnTx/>
              <a:uFillTx/>
              <a:latin typeface="Arial"/>
              <a:cs typeface="Arial"/>
            </a:endParaRPr>
          </a:p>
          <a:p>
            <a:pPr marL="182880" indent="-182880">
              <a:spcBef>
                <a:spcPts val="0"/>
              </a:spcBef>
              <a:buClr>
                <a:srgbClr val="101010"/>
              </a:buClr>
              <a:buSzPts val="1000"/>
              <a:buFont typeface="+mj-lt"/>
              <a:buAutoNum type="arabicPeriod"/>
              <a:defRPr/>
            </a:pPr>
            <a:r>
              <a:rPr lang="en-US" sz="1200">
                <a:solidFill>
                  <a:srgbClr val="101010"/>
                </a:solidFill>
                <a:latin typeface="Arial"/>
                <a:cs typeface="Arial"/>
              </a:rPr>
              <a:t>Refine product structure, define ICPs, and build content to improve Aptum-market fit</a:t>
            </a:r>
          </a:p>
          <a:p>
            <a:pPr marL="182880" indent="-182880">
              <a:spcBef>
                <a:spcPts val="0"/>
              </a:spcBef>
              <a:buClr>
                <a:srgbClr val="101010"/>
              </a:buClr>
              <a:buSzPts val="1000"/>
              <a:buAutoNum type="arabicPeriod"/>
              <a:defRPr/>
            </a:pPr>
            <a:r>
              <a:rPr lang="en-US" sz="1200">
                <a:solidFill>
                  <a:srgbClr val="101010"/>
                </a:solidFill>
                <a:latin typeface="Arial"/>
                <a:cs typeface="Arial"/>
              </a:rPr>
              <a:t>Establish brand voice, refresh the website, and align content, social, and community around our new brand identity</a:t>
            </a:r>
          </a:p>
          <a:p>
            <a:pPr marL="182880" indent="-182880">
              <a:spcBef>
                <a:spcPts val="0"/>
              </a:spcBef>
              <a:buClr>
                <a:srgbClr val="101010"/>
              </a:buClr>
              <a:buSzPts val="1000"/>
              <a:buAutoNum type="arabicPeriod"/>
              <a:defRPr/>
            </a:pPr>
            <a:r>
              <a:rPr lang="en-US" sz="1200">
                <a:solidFill>
                  <a:srgbClr val="101010"/>
                </a:solidFill>
                <a:latin typeface="Arial"/>
                <a:cs typeface="Arial"/>
              </a:rPr>
              <a:t>Research and develop strategic GTM plays and run integrated campaigns with sales and partners to drive demand</a:t>
            </a:r>
          </a:p>
          <a:p>
            <a:pPr marL="182880" indent="-182880">
              <a:spcBef>
                <a:spcPts val="0"/>
              </a:spcBef>
              <a:buClr>
                <a:srgbClr val="101010"/>
              </a:buClr>
              <a:buSzPts val="1000"/>
              <a:buAutoNum type="arabicPeriod"/>
              <a:defRPr/>
            </a:pPr>
            <a:r>
              <a:rPr lang="en-US" sz="1200">
                <a:solidFill>
                  <a:srgbClr val="101010"/>
                </a:solidFill>
                <a:latin typeface="Arial"/>
                <a:cs typeface="Arial"/>
              </a:rPr>
              <a:t>Launch and grow the Aptum Ambassador program, embedding our values to build a stronger internal brand</a:t>
            </a:r>
            <a:endParaRPr lang="en-US" sz="1200" b="0" i="0" u="none" strike="noStrike" kern="1200" cap="none" spc="0" normalizeH="0" baseline="0" noProof="0">
              <a:ln>
                <a:noFill/>
              </a:ln>
              <a:solidFill>
                <a:srgbClr val="101010"/>
              </a:solidFill>
              <a:effectLst/>
              <a:uLnTx/>
              <a:uFillTx/>
              <a:latin typeface="Arial"/>
              <a:cs typeface="Arial"/>
            </a:endParaRPr>
          </a:p>
        </p:txBody>
      </p:sp>
    </p:spTree>
    <p:extLst>
      <p:ext uri="{BB962C8B-B14F-4D97-AF65-F5344CB8AC3E}">
        <p14:creationId xmlns:p14="http://schemas.microsoft.com/office/powerpoint/2010/main" val="6534403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3F64DDE-5A0A-8F5C-D8B6-5CCE63EC87A9}"/>
            </a:ext>
          </a:extLst>
        </p:cNvPr>
        <p:cNvGrpSpPr/>
        <p:nvPr/>
      </p:nvGrpSpPr>
      <p:grpSpPr>
        <a:xfrm>
          <a:off x="0" y="0"/>
          <a:ext cx="0" cy="0"/>
          <a:chOff x="0" y="0"/>
          <a:chExt cx="0" cy="0"/>
        </a:xfrm>
      </p:grpSpPr>
      <p:sp>
        <p:nvSpPr>
          <p:cNvPr id="21" name="Title 1">
            <a:extLst>
              <a:ext uri="{FF2B5EF4-FFF2-40B4-BE49-F238E27FC236}">
                <a16:creationId xmlns:a16="http://schemas.microsoft.com/office/drawing/2014/main" id="{BD185D77-ABFC-C9A9-8959-C717ACBFA993}"/>
              </a:ext>
            </a:extLst>
          </p:cNvPr>
          <p:cNvSpPr>
            <a:spLocks noGrp="1"/>
          </p:cNvSpPr>
          <p:nvPr>
            <p:ph type="title"/>
          </p:nvPr>
        </p:nvSpPr>
        <p:spPr/>
        <p:txBody>
          <a:bodyPr/>
          <a:lstStyle/>
          <a:p>
            <a:r>
              <a:rPr lang="en-US">
                <a:cs typeface="Arial"/>
              </a:rPr>
              <a:t>Solution Architecture (Ian C)</a:t>
            </a:r>
            <a:endParaRPr lang="en-US"/>
          </a:p>
        </p:txBody>
      </p:sp>
      <p:sp>
        <p:nvSpPr>
          <p:cNvPr id="4" name="Content Placeholder 16">
            <a:extLst>
              <a:ext uri="{FF2B5EF4-FFF2-40B4-BE49-F238E27FC236}">
                <a16:creationId xmlns:a16="http://schemas.microsoft.com/office/drawing/2014/main" id="{A27A2204-B931-40D9-6DCF-ACCC85857C19}"/>
              </a:ext>
            </a:extLst>
          </p:cNvPr>
          <p:cNvSpPr>
            <a:spLocks noGrp="1"/>
          </p:cNvSpPr>
          <p:nvPr>
            <p:ph idx="1"/>
          </p:nvPr>
        </p:nvSpPr>
        <p:spPr>
          <a:xfrm>
            <a:off x="511175" y="1123950"/>
            <a:ext cx="11169650" cy="5041900"/>
          </a:xfrm>
        </p:spPr>
        <p:txBody>
          <a:bodyPr vert="horz" lIns="91440" tIns="45720" rIns="91440" bIns="45720" rtlCol="0" anchor="t">
            <a:noAutofit/>
          </a:bodyPr>
          <a:lstStyle/>
          <a:p>
            <a:pPr marL="0" marR="0" lvl="0" indent="0" algn="l" defTabSz="914400">
              <a:lnSpc>
                <a:spcPct val="100000"/>
              </a:lnSpc>
              <a:spcBef>
                <a:spcPts val="1800"/>
              </a:spcBef>
              <a:spcAft>
                <a:spcPts val="1000"/>
              </a:spcAft>
              <a:buNone/>
              <a:tabLst/>
              <a:defRPr/>
            </a:pPr>
            <a:r>
              <a:rPr kumimoji="0" lang="en-US" sz="1400" b="0" i="0" u="none" strike="noStrike" kern="1200" cap="none" spc="0" normalizeH="0" baseline="0" noProof="0">
                <a:ln>
                  <a:noFill/>
                </a:ln>
                <a:solidFill>
                  <a:srgbClr val="7D7AE8"/>
                </a:solidFill>
                <a:effectLst/>
                <a:uLnTx/>
                <a:uFillTx/>
                <a:latin typeface="Arial"/>
                <a:ea typeface="+mn-ea"/>
                <a:cs typeface="+mn-cs"/>
                <a:sym typeface="Montserrat"/>
              </a:rPr>
              <a:t>Objectives:</a:t>
            </a:r>
            <a:endParaRPr lang="en-US" sz="1400" b="0" i="0" u="none" strike="noStrike" kern="1200" cap="none" spc="0" normalizeH="0" baseline="0" noProof="0">
              <a:ln>
                <a:noFill/>
              </a:ln>
              <a:solidFill>
                <a:srgbClr val="101010"/>
              </a:solidFill>
              <a:effectLst/>
              <a:uLnTx/>
              <a:uFillTx/>
              <a:latin typeface="Arial"/>
              <a:cs typeface="Arial"/>
            </a:endParaRPr>
          </a:p>
          <a:p>
            <a:pPr marL="228600" indent="-228600">
              <a:spcBef>
                <a:spcPts val="0"/>
              </a:spcBef>
              <a:buAutoNum type="arabicPeriod"/>
              <a:defRPr/>
            </a:pPr>
            <a:r>
              <a:rPr lang="en-US" sz="1200">
                <a:solidFill>
                  <a:srgbClr val="101010"/>
                </a:solidFill>
                <a:latin typeface="Arial"/>
                <a:sym typeface="Montserrat"/>
              </a:rPr>
              <a:t>Lead initiatives that improve delivery efficiency and augment offerings.</a:t>
            </a:r>
          </a:p>
          <a:p>
            <a:pPr marL="228600" indent="-228600">
              <a:spcBef>
                <a:spcPts val="0"/>
              </a:spcBef>
              <a:buAutoNum type="arabicPeriod"/>
              <a:defRPr/>
            </a:pPr>
            <a:r>
              <a:rPr lang="en-US" sz="1200">
                <a:solidFill>
                  <a:srgbClr val="101010"/>
                </a:solidFill>
                <a:latin typeface="Arial"/>
                <a:sym typeface="Montserrat"/>
              </a:rPr>
              <a:t>Grow </a:t>
            </a:r>
            <a:r>
              <a:rPr kumimoji="0" lang="en-US" sz="1200" b="0" i="0" u="none" strike="noStrike" kern="1200" cap="none" spc="0" normalizeH="0" baseline="0" noProof="0">
                <a:ln>
                  <a:noFill/>
                </a:ln>
                <a:solidFill>
                  <a:srgbClr val="101010"/>
                </a:solidFill>
                <a:effectLst/>
                <a:uLnTx/>
                <a:uFillTx/>
                <a:latin typeface="Arial"/>
                <a:ea typeface="+mn-ea"/>
                <a:cs typeface="+mn-cs"/>
                <a:sym typeface="Montserrat"/>
              </a:rPr>
              <a:t>pipeline and </a:t>
            </a:r>
            <a:r>
              <a:rPr lang="en-US" sz="1200">
                <a:solidFill>
                  <a:srgbClr val="101010"/>
                </a:solidFill>
                <a:latin typeface="Arial"/>
                <a:sym typeface="Montserrat"/>
              </a:rPr>
              <a:t>increase </a:t>
            </a:r>
            <a:r>
              <a:rPr kumimoji="0" lang="en-US" sz="1200" b="0" i="0" u="none" strike="noStrike" kern="1200" cap="none" spc="0" normalizeH="0" baseline="0" noProof="0">
                <a:ln>
                  <a:noFill/>
                </a:ln>
                <a:solidFill>
                  <a:srgbClr val="101010"/>
                </a:solidFill>
                <a:effectLst/>
                <a:uLnTx/>
                <a:uFillTx/>
                <a:latin typeface="Arial"/>
                <a:ea typeface="+mn-ea"/>
                <a:cs typeface="+mn-cs"/>
                <a:sym typeface="Montserrat"/>
              </a:rPr>
              <a:t>win rates, focused on hybrid cloud and repatriation</a:t>
            </a:r>
            <a:r>
              <a:rPr lang="en-US" sz="1200">
                <a:solidFill>
                  <a:srgbClr val="101010"/>
                </a:solidFill>
                <a:latin typeface="Arial"/>
                <a:sym typeface="Montserrat"/>
              </a:rPr>
              <a:t> opportunities</a:t>
            </a:r>
            <a:r>
              <a:rPr kumimoji="0" lang="en-US" sz="1200" b="0" i="0" u="none" strike="noStrike" kern="1200" cap="none" spc="0" normalizeH="0" baseline="0" noProof="0">
                <a:ln>
                  <a:noFill/>
                </a:ln>
                <a:solidFill>
                  <a:srgbClr val="101010"/>
                </a:solidFill>
                <a:effectLst/>
                <a:uLnTx/>
                <a:uFillTx/>
                <a:latin typeface="Arial"/>
                <a:ea typeface="+mn-ea"/>
                <a:cs typeface="+mn-cs"/>
                <a:sym typeface="Montserrat"/>
              </a:rPr>
              <a:t>.</a:t>
            </a:r>
            <a:endParaRPr lang="en-US" sz="1200" b="0" i="0" u="none" strike="noStrike" kern="1200" cap="none" spc="0" normalizeH="0" baseline="0" noProof="0">
              <a:ln>
                <a:noFill/>
              </a:ln>
              <a:solidFill>
                <a:srgbClr val="101010"/>
              </a:solidFill>
              <a:effectLst/>
              <a:uLnTx/>
              <a:uFillTx/>
              <a:latin typeface="Arial"/>
              <a:cs typeface="Arial"/>
            </a:endParaRPr>
          </a:p>
          <a:p>
            <a:pPr marL="228600" indent="-228600">
              <a:spcBef>
                <a:spcPts val="0"/>
              </a:spcBef>
              <a:buAutoNum type="arabicPeriod"/>
              <a:defRPr/>
            </a:pPr>
            <a:r>
              <a:rPr lang="en-US" sz="1200">
                <a:solidFill>
                  <a:srgbClr val="101010"/>
                </a:solidFill>
                <a:latin typeface="Arial"/>
                <a:sym typeface="Montserrat"/>
              </a:rPr>
              <a:t>Ensure continuity, exceed expectations, </a:t>
            </a:r>
            <a:r>
              <a:rPr kumimoji="0" lang="en-US" sz="1200" b="0" i="0" u="none" strike="noStrike" kern="1200" cap="none" spc="0" normalizeH="0" baseline="0" noProof="0">
                <a:ln>
                  <a:noFill/>
                </a:ln>
                <a:solidFill>
                  <a:srgbClr val="101010"/>
                </a:solidFill>
                <a:effectLst/>
                <a:uLnTx/>
                <a:uFillTx/>
                <a:latin typeface="Arial"/>
                <a:ea typeface="+mn-ea"/>
                <a:cs typeface="+mn-cs"/>
                <a:sym typeface="Montserrat"/>
              </a:rPr>
              <a:t>and </a:t>
            </a:r>
            <a:r>
              <a:rPr lang="en-US" sz="1200">
                <a:solidFill>
                  <a:srgbClr val="101010"/>
                </a:solidFill>
                <a:latin typeface="Arial"/>
                <a:sym typeface="Montserrat"/>
              </a:rPr>
              <a:t>strengthen customer </a:t>
            </a:r>
            <a:r>
              <a:rPr kumimoji="0" lang="en-US" sz="1200" b="0" i="0" u="none" strike="noStrike" kern="1200" cap="none" spc="0" normalizeH="0" baseline="0" noProof="0">
                <a:ln>
                  <a:noFill/>
                </a:ln>
                <a:solidFill>
                  <a:srgbClr val="101010"/>
                </a:solidFill>
                <a:effectLst/>
                <a:uLnTx/>
                <a:uFillTx/>
                <a:latin typeface="Arial"/>
                <a:ea typeface="+mn-ea"/>
                <a:cs typeface="+mn-cs"/>
                <a:sym typeface="Montserrat"/>
              </a:rPr>
              <a:t>and </a:t>
            </a:r>
            <a:r>
              <a:rPr lang="en-US" sz="1200">
                <a:solidFill>
                  <a:srgbClr val="101010"/>
                </a:solidFill>
                <a:latin typeface="Arial"/>
                <a:sym typeface="Montserrat"/>
              </a:rPr>
              <a:t>partner relationships as a foundation for repeat </a:t>
            </a:r>
            <a:r>
              <a:rPr kumimoji="0" lang="en-US" sz="1200" b="0" i="0" u="none" strike="noStrike" kern="1200" cap="none" spc="0" normalizeH="0" baseline="0" noProof="0">
                <a:ln>
                  <a:noFill/>
                </a:ln>
                <a:solidFill>
                  <a:srgbClr val="101010"/>
                </a:solidFill>
                <a:effectLst/>
                <a:uLnTx/>
                <a:uFillTx/>
                <a:latin typeface="Arial"/>
                <a:ea typeface="+mn-ea"/>
                <a:cs typeface="+mn-cs"/>
                <a:sym typeface="Montserrat"/>
              </a:rPr>
              <a:t>business.</a:t>
            </a:r>
            <a:endParaRPr lang="en-US" sz="1200" b="0" i="0" u="none" strike="noStrike" kern="1200" cap="none" spc="0" normalizeH="0" baseline="0" noProof="0">
              <a:ln>
                <a:noFill/>
              </a:ln>
              <a:solidFill>
                <a:srgbClr val="101010"/>
              </a:solidFill>
              <a:effectLst/>
              <a:uLnTx/>
              <a:uFillTx/>
              <a:latin typeface="Arial"/>
              <a:cs typeface="Arial"/>
            </a:endParaRPr>
          </a:p>
          <a:p>
            <a:pPr marL="0" marR="0" lvl="0" indent="0" algn="l" defTabSz="914400">
              <a:lnSpc>
                <a:spcPct val="100000"/>
              </a:lnSpc>
              <a:spcBef>
                <a:spcPts val="1800"/>
              </a:spcBef>
              <a:spcAft>
                <a:spcPts val="1000"/>
              </a:spcAft>
              <a:buNone/>
              <a:tabLst/>
              <a:defRPr/>
            </a:pPr>
            <a:r>
              <a:rPr kumimoji="0" lang="en-US" sz="1400" b="0" i="0" u="none" strike="noStrike" kern="1200" cap="none" spc="0" normalizeH="0" baseline="0" noProof="0">
                <a:ln>
                  <a:noFill/>
                </a:ln>
                <a:solidFill>
                  <a:srgbClr val="7D7AE8"/>
                </a:solidFill>
                <a:effectLst/>
                <a:uLnTx/>
                <a:uFillTx/>
                <a:latin typeface="Arial"/>
                <a:ea typeface="+mn-ea"/>
                <a:cs typeface="+mn-cs"/>
                <a:sym typeface="Montserrat"/>
              </a:rPr>
              <a:t>Key Results:</a:t>
            </a:r>
            <a:endParaRPr lang="en-US" sz="1400" b="0" i="0" u="none" strike="noStrike" kern="1200" cap="none" spc="0" normalizeH="0" baseline="0" noProof="0">
              <a:ln>
                <a:noFill/>
              </a:ln>
              <a:solidFill>
                <a:srgbClr val="101010"/>
              </a:solidFill>
              <a:effectLst/>
              <a:uLnTx/>
              <a:uFillTx/>
              <a:latin typeface="Arial"/>
              <a:cs typeface="Arial"/>
            </a:endParaRPr>
          </a:p>
          <a:p>
            <a:pPr marL="182880" indent="-182880">
              <a:spcBef>
                <a:spcPts val="0"/>
              </a:spcBef>
              <a:buAutoNum type="arabicPeriod"/>
              <a:defRPr/>
            </a:pPr>
            <a:r>
              <a:rPr lang="en-US" sz="1200">
                <a:solidFill>
                  <a:srgbClr val="101010"/>
                </a:solidFill>
                <a:latin typeface="Arial"/>
                <a:sym typeface="Montserrat"/>
              </a:rPr>
              <a:t>Influence $1.5 million in </a:t>
            </a:r>
            <a:r>
              <a:rPr lang="en-US" sz="1200">
                <a:solidFill>
                  <a:srgbClr val="FF0000"/>
                </a:solidFill>
                <a:latin typeface="Arial"/>
                <a:sym typeface="Montserrat"/>
              </a:rPr>
              <a:t>qualified</a:t>
            </a:r>
            <a:r>
              <a:rPr lang="en-US" sz="1200">
                <a:solidFill>
                  <a:srgbClr val="101010"/>
                </a:solidFill>
                <a:latin typeface="Arial"/>
                <a:sym typeface="Montserrat"/>
              </a:rPr>
              <a:t> pipeline aligned to hybrid cloud and repatriation with potential for MRR</a:t>
            </a:r>
            <a:endParaRPr lang="en-US" sz="1200">
              <a:solidFill>
                <a:srgbClr val="101010"/>
              </a:solidFill>
              <a:latin typeface="Arial"/>
              <a:cs typeface="Arial"/>
            </a:endParaRPr>
          </a:p>
          <a:p>
            <a:pPr marL="182880" indent="-182880">
              <a:spcBef>
                <a:spcPts val="0"/>
              </a:spcBef>
              <a:buAutoNum type="arabicPeriod"/>
              <a:defRPr/>
            </a:pPr>
            <a:r>
              <a:rPr lang="en-US" sz="1200">
                <a:solidFill>
                  <a:srgbClr val="101010"/>
                </a:solidFill>
                <a:latin typeface="Arial"/>
                <a:sym typeface="Montserrat"/>
              </a:rPr>
              <a:t>Generate follow-on work for ≥50% of completed projects.</a:t>
            </a:r>
            <a:endParaRPr lang="en-US" sz="1200">
              <a:solidFill>
                <a:srgbClr val="101010"/>
              </a:solidFill>
              <a:latin typeface="Arial"/>
              <a:cs typeface="Arial"/>
            </a:endParaRPr>
          </a:p>
          <a:p>
            <a:pPr marL="182880" indent="-182880">
              <a:spcBef>
                <a:spcPts val="0"/>
              </a:spcBef>
              <a:buAutoNum type="arabicPeriod"/>
              <a:defRPr/>
            </a:pPr>
            <a:r>
              <a:rPr lang="en-US" sz="1200">
                <a:solidFill>
                  <a:srgbClr val="101010"/>
                </a:solidFill>
                <a:latin typeface="Arial"/>
                <a:sym typeface="Montserrat"/>
              </a:rPr>
              <a:t>Lower pre-sales to billable hours ratio by 20%.</a:t>
            </a:r>
            <a:endParaRPr lang="en-US" sz="1200">
              <a:solidFill>
                <a:srgbClr val="101010"/>
              </a:solidFill>
              <a:latin typeface="Arial"/>
              <a:cs typeface="Arial"/>
            </a:endParaRPr>
          </a:p>
          <a:p>
            <a:pPr marR="0" lvl="0" algn="l" defTabSz="914400">
              <a:lnSpc>
                <a:spcPct val="100000"/>
              </a:lnSpc>
              <a:spcBef>
                <a:spcPts val="1800"/>
              </a:spcBef>
              <a:spcAft>
                <a:spcPts val="1000"/>
              </a:spcAft>
              <a:tabLst/>
              <a:defRPr/>
            </a:pPr>
            <a:r>
              <a:rPr lang="en-US" sz="1400">
                <a:solidFill>
                  <a:srgbClr val="7D7AE8"/>
                </a:solidFill>
                <a:latin typeface="Arial"/>
                <a:sym typeface="Montserrat"/>
              </a:rPr>
              <a:t>Activities</a:t>
            </a:r>
            <a:r>
              <a:rPr kumimoji="0" lang="en-US" sz="1400" b="0" i="0" u="none" strike="noStrike" kern="1200" cap="none" spc="0" normalizeH="0" baseline="0" noProof="0">
                <a:ln>
                  <a:noFill/>
                </a:ln>
                <a:solidFill>
                  <a:srgbClr val="7D7AE8"/>
                </a:solidFill>
                <a:effectLst/>
                <a:uLnTx/>
                <a:uFillTx/>
                <a:latin typeface="Arial"/>
                <a:ea typeface="+mn-ea"/>
                <a:cs typeface="+mn-cs"/>
                <a:sym typeface="Montserrat"/>
              </a:rPr>
              <a:t>:</a:t>
            </a:r>
            <a:endParaRPr lang="en-US" sz="1400" b="0" i="0" u="none" strike="noStrike" kern="1200" cap="none" spc="0" normalizeH="0" baseline="0" noProof="0">
              <a:ln>
                <a:noFill/>
              </a:ln>
              <a:solidFill>
                <a:srgbClr val="101010"/>
              </a:solidFill>
              <a:effectLst/>
              <a:uLnTx/>
              <a:uFillTx/>
              <a:latin typeface="Arial"/>
              <a:cs typeface="Arial"/>
            </a:endParaRPr>
          </a:p>
          <a:p>
            <a:pPr marL="182880" indent="-182880">
              <a:spcBef>
                <a:spcPts val="0"/>
              </a:spcBef>
              <a:buAutoNum type="arabicPeriod"/>
              <a:defRPr/>
            </a:pPr>
            <a:r>
              <a:rPr lang="en-US" sz="1200">
                <a:solidFill>
                  <a:srgbClr val="101010"/>
                </a:solidFill>
                <a:latin typeface="Arial"/>
                <a:cs typeface="Arial"/>
              </a:rPr>
              <a:t>Submit 3 business cases for augmented service offerings, internal tools or efficiencies.</a:t>
            </a:r>
          </a:p>
          <a:p>
            <a:pPr marL="182880" indent="-182880">
              <a:spcBef>
                <a:spcPts val="0"/>
              </a:spcBef>
              <a:buAutoNum type="arabicPeriod"/>
              <a:defRPr/>
            </a:pPr>
            <a:r>
              <a:rPr lang="en-US" sz="1200">
                <a:solidFill>
                  <a:srgbClr val="101010"/>
                </a:solidFill>
                <a:latin typeface="Arial"/>
                <a:cs typeface="Arial"/>
              </a:rPr>
              <a:t>Lead 2 internal improvement initiatives that reduce delivery effort/cost, improve quality, or accelerate pre-sales.</a:t>
            </a:r>
          </a:p>
          <a:p>
            <a:pPr marL="182880" indent="-182880">
              <a:spcBef>
                <a:spcPts val="0"/>
              </a:spcBef>
              <a:buAutoNum type="arabicPeriod"/>
              <a:defRPr/>
            </a:pPr>
            <a:r>
              <a:rPr lang="en-US" sz="1200">
                <a:solidFill>
                  <a:srgbClr val="101010"/>
                </a:solidFill>
                <a:latin typeface="Arial"/>
                <a:cs typeface="Arial"/>
              </a:rPr>
              <a:t>Determine pre-sales current rate and create metric for continued improvement.</a:t>
            </a:r>
          </a:p>
          <a:p>
            <a:pPr marL="182880" indent="-182880">
              <a:spcBef>
                <a:spcPts val="0"/>
              </a:spcBef>
              <a:buAutoNum type="arabicPeriod"/>
              <a:defRPr/>
            </a:pPr>
            <a:r>
              <a:rPr lang="en-US" sz="1200">
                <a:solidFill>
                  <a:srgbClr val="101010"/>
                </a:solidFill>
                <a:latin typeface="Arial"/>
                <a:cs typeface="Arial"/>
              </a:rPr>
              <a:t>Deliver 3 referenceable hybrid cloud or repatriation assessments that can be showcased to new prospects.</a:t>
            </a:r>
          </a:p>
          <a:p>
            <a:pPr marL="182880" indent="-182880">
              <a:spcBef>
                <a:spcPts val="0"/>
              </a:spcBef>
              <a:buAutoNum type="arabicPeriod"/>
              <a:defRPr/>
            </a:pPr>
            <a:r>
              <a:rPr lang="en-US" sz="1200">
                <a:solidFill>
                  <a:srgbClr val="101010"/>
                </a:solidFill>
                <a:latin typeface="Arial"/>
                <a:cs typeface="Arial"/>
              </a:rPr>
              <a:t>Build and publish a hybrid cloud/repatriation solution framework </a:t>
            </a:r>
          </a:p>
          <a:p>
            <a:pPr>
              <a:spcBef>
                <a:spcPts val="1800"/>
              </a:spcBef>
              <a:spcAft>
                <a:spcPts val="1000"/>
              </a:spcAft>
              <a:buSzPts val="1000"/>
              <a:defRPr/>
            </a:pPr>
            <a:endParaRPr lang="en-US" sz="1400">
              <a:solidFill>
                <a:srgbClr val="7D7AE8"/>
              </a:solidFill>
              <a:latin typeface="Arial"/>
              <a:cs typeface="Arial"/>
            </a:endParaRPr>
          </a:p>
        </p:txBody>
      </p:sp>
    </p:spTree>
    <p:extLst>
      <p:ext uri="{BB962C8B-B14F-4D97-AF65-F5344CB8AC3E}">
        <p14:creationId xmlns:p14="http://schemas.microsoft.com/office/powerpoint/2010/main" val="1322389548"/>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Aptum 2024 - Geist">
  <a:themeElements>
    <a:clrScheme name="Aptum 2024">
      <a:dk1>
        <a:srgbClr val="101010"/>
      </a:dk1>
      <a:lt1>
        <a:srgbClr val="FFFFFF"/>
      </a:lt1>
      <a:dk2>
        <a:srgbClr val="081820"/>
      </a:dk2>
      <a:lt2>
        <a:srgbClr val="F8F7FA"/>
      </a:lt2>
      <a:accent1>
        <a:srgbClr val="7D7AE8"/>
      </a:accent1>
      <a:accent2>
        <a:srgbClr val="D0D1DE"/>
      </a:accent2>
      <a:accent3>
        <a:srgbClr val="B8CDFF"/>
      </a:accent3>
      <a:accent4>
        <a:srgbClr val="FFBE81"/>
      </a:accent4>
      <a:accent5>
        <a:srgbClr val="BED6A8"/>
      </a:accent5>
      <a:accent6>
        <a:srgbClr val="515357"/>
      </a:accent6>
      <a:hlink>
        <a:srgbClr val="7D7AE8"/>
      </a:hlink>
      <a:folHlink>
        <a:srgbClr val="B8CDFF"/>
      </a:folHlink>
    </a:clrScheme>
    <a:fontScheme name="Aptum 2024 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ptum 2024 Setup Arial" id="{BB17CDD9-2A04-4B2D-9812-7B82B02CDFDE}" vid="{3B5612D6-CACD-46CF-9A24-BDCC4D63DBD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Aptum 2024">
    <a:dk1>
      <a:srgbClr val="101010"/>
    </a:dk1>
    <a:lt1>
      <a:srgbClr val="FFFFFF"/>
    </a:lt1>
    <a:dk2>
      <a:srgbClr val="081820"/>
    </a:dk2>
    <a:lt2>
      <a:srgbClr val="F8F7FA"/>
    </a:lt2>
    <a:accent1>
      <a:srgbClr val="7D7AE8"/>
    </a:accent1>
    <a:accent2>
      <a:srgbClr val="D0D1DE"/>
    </a:accent2>
    <a:accent3>
      <a:srgbClr val="B8CDFF"/>
    </a:accent3>
    <a:accent4>
      <a:srgbClr val="FFBE81"/>
    </a:accent4>
    <a:accent5>
      <a:srgbClr val="BED6A8"/>
    </a:accent5>
    <a:accent6>
      <a:srgbClr val="515357"/>
    </a:accent6>
    <a:hlink>
      <a:srgbClr val="7D7AE8"/>
    </a:hlink>
    <a:folHlink>
      <a:srgbClr val="B8CDFF"/>
    </a:folHlink>
  </a:clrScheme>
</a:themeOverride>
</file>

<file path=ppt/theme/themeOverride2.xml><?xml version="1.0" encoding="utf-8"?>
<a:themeOverride xmlns:a="http://schemas.openxmlformats.org/drawingml/2006/main">
  <a:clrScheme name="Aptum 2024">
    <a:dk1>
      <a:srgbClr val="101010"/>
    </a:dk1>
    <a:lt1>
      <a:srgbClr val="FFFFFF"/>
    </a:lt1>
    <a:dk2>
      <a:srgbClr val="081820"/>
    </a:dk2>
    <a:lt2>
      <a:srgbClr val="F8F7FA"/>
    </a:lt2>
    <a:accent1>
      <a:srgbClr val="7D7AE8"/>
    </a:accent1>
    <a:accent2>
      <a:srgbClr val="D0D1DE"/>
    </a:accent2>
    <a:accent3>
      <a:srgbClr val="B8CDFF"/>
    </a:accent3>
    <a:accent4>
      <a:srgbClr val="FFBE81"/>
    </a:accent4>
    <a:accent5>
      <a:srgbClr val="BED6A8"/>
    </a:accent5>
    <a:accent6>
      <a:srgbClr val="515357"/>
    </a:accent6>
    <a:hlink>
      <a:srgbClr val="7D7AE8"/>
    </a:hlink>
    <a:folHlink>
      <a:srgbClr val="B8CDFF"/>
    </a:folHlink>
  </a:clrScheme>
</a:themeOverride>
</file>

<file path=ppt/theme/themeOverride3.xml><?xml version="1.0" encoding="utf-8"?>
<a:themeOverride xmlns:a="http://schemas.openxmlformats.org/drawingml/2006/main">
  <a:clrScheme name="Aptum 2024">
    <a:dk1>
      <a:srgbClr val="101010"/>
    </a:dk1>
    <a:lt1>
      <a:srgbClr val="FFFFFF"/>
    </a:lt1>
    <a:dk2>
      <a:srgbClr val="081820"/>
    </a:dk2>
    <a:lt2>
      <a:srgbClr val="F8F7FA"/>
    </a:lt2>
    <a:accent1>
      <a:srgbClr val="7D7AE8"/>
    </a:accent1>
    <a:accent2>
      <a:srgbClr val="D0D1DE"/>
    </a:accent2>
    <a:accent3>
      <a:srgbClr val="B8CDFF"/>
    </a:accent3>
    <a:accent4>
      <a:srgbClr val="FFBE81"/>
    </a:accent4>
    <a:accent5>
      <a:srgbClr val="BED6A8"/>
    </a:accent5>
    <a:accent6>
      <a:srgbClr val="515357"/>
    </a:accent6>
    <a:hlink>
      <a:srgbClr val="7D7AE8"/>
    </a:hlink>
    <a:folHlink>
      <a:srgbClr val="B8CDFF"/>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E7CF9B52A06044C8B1EBD5AF4293B0C" ma:contentTypeVersion="4" ma:contentTypeDescription="Create a new document." ma:contentTypeScope="" ma:versionID="ffe190aece6096d23684c9eb70d01690">
  <xsd:schema xmlns:xsd="http://www.w3.org/2001/XMLSchema" xmlns:xs="http://www.w3.org/2001/XMLSchema" xmlns:p="http://schemas.microsoft.com/office/2006/metadata/properties" xmlns:ns2="0ca78cc0-8455-4ea6-88af-d6039b1de8d8" targetNamespace="http://schemas.microsoft.com/office/2006/metadata/properties" ma:root="true" ma:fieldsID="7740147a31d973c67bfab0f5a0a7462a" ns2:_="">
    <xsd:import namespace="0ca78cc0-8455-4ea6-88af-d6039b1de8d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ca78cc0-8455-4ea6-88af-d6039b1de8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E8D85CE-5EDF-4098-8EAD-DA885BF7C57F}">
  <ds:schemaRefs>
    <ds:schemaRef ds:uri="http://schemas.microsoft.com/sharepoint/v3/contenttype/forms"/>
  </ds:schemaRefs>
</ds:datastoreItem>
</file>

<file path=customXml/itemProps2.xml><?xml version="1.0" encoding="utf-8"?>
<ds:datastoreItem xmlns:ds="http://schemas.openxmlformats.org/officeDocument/2006/customXml" ds:itemID="{BD8E1308-B6BB-4816-9C2A-A029F00F8E07}">
  <ds:schemaRefs>
    <ds:schemaRef ds:uri="http://schemas.openxmlformats.org/package/2006/metadata/core-properties"/>
    <ds:schemaRef ds:uri="http://www.w3.org/XML/1998/namespace"/>
    <ds:schemaRef ds:uri="http://purl.org/dc/dcmitype/"/>
    <ds:schemaRef ds:uri="http://purl.org/dc/elements/1.1/"/>
    <ds:schemaRef ds:uri="http://purl.org/dc/terms/"/>
    <ds:schemaRef ds:uri="http://schemas.microsoft.com/office/2006/documentManagement/types"/>
    <ds:schemaRef ds:uri="http://schemas.microsoft.com/office/infopath/2007/PartnerControls"/>
    <ds:schemaRef ds:uri="0ca78cc0-8455-4ea6-88af-d6039b1de8d8"/>
    <ds:schemaRef ds:uri="http://schemas.microsoft.com/office/2006/metadata/properties"/>
  </ds:schemaRefs>
</ds:datastoreItem>
</file>

<file path=customXml/itemProps3.xml><?xml version="1.0" encoding="utf-8"?>
<ds:datastoreItem xmlns:ds="http://schemas.openxmlformats.org/officeDocument/2006/customXml" ds:itemID="{0D958DF2-4C72-44DF-B3F1-6E2FDD9CAF3A}">
  <ds:schemaRefs>
    <ds:schemaRef ds:uri="0ca78cc0-8455-4ea6-88af-d6039b1de8d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Aptum PPT Template - Arial (2)</Template>
  <TotalTime>0</TotalTime>
  <Words>5182</Words>
  <Application>Microsoft Macintosh PowerPoint</Application>
  <PresentationFormat>Widescreen</PresentationFormat>
  <Paragraphs>801</Paragraphs>
  <Slides>36</Slides>
  <Notes>22</Notes>
  <HiddenSlides>6</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36</vt:i4>
      </vt:variant>
    </vt:vector>
  </HeadingPairs>
  <TitlesOfParts>
    <vt:vector size="47" baseType="lpstr">
      <vt:lpstr>Aptos</vt:lpstr>
      <vt:lpstr>Arial</vt:lpstr>
      <vt:lpstr>Calibri</vt:lpstr>
      <vt:lpstr>Cambria Math</vt:lpstr>
      <vt:lpstr>Franklin Gothic Book</vt:lpstr>
      <vt:lpstr>Geist</vt:lpstr>
      <vt:lpstr>Montserrat</vt:lpstr>
      <vt:lpstr>Poppins</vt:lpstr>
      <vt:lpstr>Symbol</vt:lpstr>
      <vt:lpstr>Wingdings</vt:lpstr>
      <vt:lpstr>Aptum 2024 - Geist</vt:lpstr>
      <vt:lpstr>FY26 Aptum Strategic OKRs</vt:lpstr>
      <vt:lpstr>Aptum Strategic Framework (and where OKRs and projects fit)</vt:lpstr>
      <vt:lpstr>What is an OKR?</vt:lpstr>
      <vt:lpstr>OKRs – 3 Step Process</vt:lpstr>
      <vt:lpstr>Goal setting at all levels – focused on 1 and 2 in FY26</vt:lpstr>
      <vt:lpstr>Supporting activity/project milestones  -template</vt:lpstr>
      <vt:lpstr>Org level Objectives FY26</vt:lpstr>
      <vt:lpstr>Aptum FY26 OKRs – organization wide alignment</vt:lpstr>
      <vt:lpstr>Team objectives FY26</vt:lpstr>
      <vt:lpstr>Commercial – New Logo (Marc-Alexandre FY26)</vt:lpstr>
      <vt:lpstr>Commercial – Retain &amp; Grow: Existing accounts</vt:lpstr>
      <vt:lpstr>Roadmap milestones : Retain &amp; Growth</vt:lpstr>
      <vt:lpstr>FY26 Supply Chain (Matthew)​</vt:lpstr>
      <vt:lpstr>Roadmap milestones Draft – Supply Chain (Matthew) - FY26</vt:lpstr>
      <vt:lpstr>People &amp; Culture (Nikki)-Updated </vt:lpstr>
      <vt:lpstr>P&amp;C Roadmap milestones</vt:lpstr>
      <vt:lpstr>Channel Partners (Vicki)</vt:lpstr>
      <vt:lpstr>Roadmap milestones – Partners - FY26</vt:lpstr>
      <vt:lpstr>Data Center (George) - Updated</vt:lpstr>
      <vt:lpstr>Roadmap milestones – Data Centre</vt:lpstr>
      <vt:lpstr>Networking (Ben) – FY26</vt:lpstr>
      <vt:lpstr>Roadmap milestones – Networking (Ben) - FY26</vt:lpstr>
      <vt:lpstr>IT &amp; Security (Will)</vt:lpstr>
      <vt:lpstr>Roadmap milestones</vt:lpstr>
      <vt:lpstr>Hosting (Martin)</vt:lpstr>
      <vt:lpstr>Hosting milestones</vt:lpstr>
      <vt:lpstr>Expert Service Delivery (Adam)</vt:lpstr>
      <vt:lpstr>Expert Services Milestones</vt:lpstr>
      <vt:lpstr>Software</vt:lpstr>
      <vt:lpstr>Roadmap milestones</vt:lpstr>
      <vt:lpstr>Appendix</vt:lpstr>
      <vt:lpstr>Commercial</vt:lpstr>
      <vt:lpstr>Product </vt:lpstr>
      <vt:lpstr>Finance</vt:lpstr>
      <vt:lpstr>Marketing (Manshi)</vt:lpstr>
      <vt:lpstr>Solution Architecture (Ian C)</vt:lpstr>
    </vt:vector>
  </TitlesOfParts>
  <Manager/>
  <Company>Aptum Technologies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Commercial FY25 collaboration</dc:title>
  <dc:subject/>
  <dc:creator>Mark Bolen</dc:creator>
  <cp:keywords/>
  <dc:description/>
  <cp:lastModifiedBy>Ian Rae</cp:lastModifiedBy>
  <cp:revision>1</cp:revision>
  <cp:lastPrinted>2026-01-26T02:23:55Z</cp:lastPrinted>
  <dcterms:created xsi:type="dcterms:W3CDTF">2024-06-20T16:00:30Z</dcterms:created>
  <dcterms:modified xsi:type="dcterms:W3CDTF">2026-03-18T21:45:36Z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0x0101003E7CF9B52A06044C8B1EBD5AF4293B0C</vt:lpwstr>
  </property>
</Properties>
</file>